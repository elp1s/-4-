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2220" y="301510"/>
            <a:ext cx="9743559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25864" y="6584136"/>
            <a:ext cx="1000125" cy="1309370"/>
          </a:xfrm>
          <a:custGeom>
            <a:avLst/>
            <a:gdLst/>
            <a:ahLst/>
            <a:cxnLst/>
            <a:rect l="l" t="t" r="r" b="b"/>
            <a:pathLst>
              <a:path w="1000125" h="1309370">
                <a:moveTo>
                  <a:pt x="885736" y="740092"/>
                </a:moveTo>
                <a:lnTo>
                  <a:pt x="739546" y="740092"/>
                </a:lnTo>
                <a:lnTo>
                  <a:pt x="739546" y="738720"/>
                </a:lnTo>
                <a:lnTo>
                  <a:pt x="738327" y="737628"/>
                </a:lnTo>
                <a:lnTo>
                  <a:pt x="737908" y="736676"/>
                </a:lnTo>
                <a:lnTo>
                  <a:pt x="821207" y="653465"/>
                </a:lnTo>
                <a:lnTo>
                  <a:pt x="839241" y="635457"/>
                </a:lnTo>
                <a:lnTo>
                  <a:pt x="769823" y="566013"/>
                </a:lnTo>
                <a:lnTo>
                  <a:pt x="768604" y="564781"/>
                </a:lnTo>
                <a:lnTo>
                  <a:pt x="667270" y="463423"/>
                </a:lnTo>
                <a:lnTo>
                  <a:pt x="649008" y="481723"/>
                </a:lnTo>
                <a:lnTo>
                  <a:pt x="649008" y="869315"/>
                </a:lnTo>
                <a:lnTo>
                  <a:pt x="648677" y="876147"/>
                </a:lnTo>
                <a:lnTo>
                  <a:pt x="642023" y="916609"/>
                </a:lnTo>
                <a:lnTo>
                  <a:pt x="627621" y="954989"/>
                </a:lnTo>
                <a:lnTo>
                  <a:pt x="606005" y="989825"/>
                </a:lnTo>
                <a:lnTo>
                  <a:pt x="577989" y="1019797"/>
                </a:lnTo>
                <a:lnTo>
                  <a:pt x="544639" y="1043749"/>
                </a:lnTo>
                <a:lnTo>
                  <a:pt x="507263" y="1060716"/>
                </a:lnTo>
                <a:lnTo>
                  <a:pt x="467283" y="1070051"/>
                </a:lnTo>
                <a:lnTo>
                  <a:pt x="446798" y="1071727"/>
                </a:lnTo>
                <a:lnTo>
                  <a:pt x="433082" y="1071727"/>
                </a:lnTo>
                <a:lnTo>
                  <a:pt x="392391" y="1066368"/>
                </a:lnTo>
                <a:lnTo>
                  <a:pt x="353517" y="1053147"/>
                </a:lnTo>
                <a:lnTo>
                  <a:pt x="317982" y="1032586"/>
                </a:lnTo>
                <a:lnTo>
                  <a:pt x="287147" y="1005497"/>
                </a:lnTo>
                <a:lnTo>
                  <a:pt x="262216" y="972947"/>
                </a:lnTo>
                <a:lnTo>
                  <a:pt x="244119" y="936155"/>
                </a:lnTo>
                <a:lnTo>
                  <a:pt x="233540" y="896543"/>
                </a:lnTo>
                <a:lnTo>
                  <a:pt x="230873" y="869315"/>
                </a:lnTo>
                <a:lnTo>
                  <a:pt x="230886" y="855624"/>
                </a:lnTo>
                <a:lnTo>
                  <a:pt x="236258" y="814971"/>
                </a:lnTo>
                <a:lnTo>
                  <a:pt x="249453" y="776147"/>
                </a:lnTo>
                <a:lnTo>
                  <a:pt x="269963" y="740651"/>
                </a:lnTo>
                <a:lnTo>
                  <a:pt x="297002" y="709828"/>
                </a:lnTo>
                <a:lnTo>
                  <a:pt x="329526" y="684872"/>
                </a:lnTo>
                <a:lnTo>
                  <a:pt x="366293" y="666750"/>
                </a:lnTo>
                <a:lnTo>
                  <a:pt x="405879" y="656145"/>
                </a:lnTo>
                <a:lnTo>
                  <a:pt x="433095" y="653465"/>
                </a:lnTo>
                <a:lnTo>
                  <a:pt x="446786" y="653465"/>
                </a:lnTo>
                <a:lnTo>
                  <a:pt x="487426" y="658812"/>
                </a:lnTo>
                <a:lnTo>
                  <a:pt x="526237" y="671982"/>
                </a:lnTo>
                <a:lnTo>
                  <a:pt x="561733" y="692480"/>
                </a:lnTo>
                <a:lnTo>
                  <a:pt x="592569" y="719505"/>
                </a:lnTo>
                <a:lnTo>
                  <a:pt x="617524" y="752030"/>
                </a:lnTo>
                <a:lnTo>
                  <a:pt x="635673" y="788797"/>
                </a:lnTo>
                <a:lnTo>
                  <a:pt x="646303" y="828395"/>
                </a:lnTo>
                <a:lnTo>
                  <a:pt x="649008" y="869315"/>
                </a:lnTo>
                <a:lnTo>
                  <a:pt x="649008" y="481723"/>
                </a:lnTo>
                <a:lnTo>
                  <a:pt x="566089" y="564781"/>
                </a:lnTo>
                <a:lnTo>
                  <a:pt x="564197" y="563740"/>
                </a:lnTo>
                <a:lnTo>
                  <a:pt x="562241" y="562825"/>
                </a:lnTo>
                <a:lnTo>
                  <a:pt x="560222" y="562051"/>
                </a:lnTo>
                <a:lnTo>
                  <a:pt x="560222" y="422224"/>
                </a:lnTo>
                <a:lnTo>
                  <a:pt x="317207" y="422224"/>
                </a:lnTo>
                <a:lnTo>
                  <a:pt x="317207" y="562597"/>
                </a:lnTo>
                <a:lnTo>
                  <a:pt x="314477" y="563562"/>
                </a:lnTo>
                <a:lnTo>
                  <a:pt x="312293" y="564921"/>
                </a:lnTo>
                <a:lnTo>
                  <a:pt x="309841" y="566013"/>
                </a:lnTo>
                <a:lnTo>
                  <a:pt x="213017" y="469011"/>
                </a:lnTo>
                <a:lnTo>
                  <a:pt x="41046" y="640905"/>
                </a:lnTo>
                <a:lnTo>
                  <a:pt x="140335" y="740219"/>
                </a:lnTo>
                <a:lnTo>
                  <a:pt x="139649" y="742848"/>
                </a:lnTo>
                <a:lnTo>
                  <a:pt x="138734" y="745401"/>
                </a:lnTo>
                <a:lnTo>
                  <a:pt x="137604" y="747864"/>
                </a:lnTo>
                <a:lnTo>
                  <a:pt x="0" y="747864"/>
                </a:lnTo>
                <a:lnTo>
                  <a:pt x="0" y="991514"/>
                </a:lnTo>
                <a:lnTo>
                  <a:pt x="143065" y="991514"/>
                </a:lnTo>
                <a:lnTo>
                  <a:pt x="144018" y="993317"/>
                </a:lnTo>
                <a:lnTo>
                  <a:pt x="144830" y="995184"/>
                </a:lnTo>
                <a:lnTo>
                  <a:pt x="145516" y="997102"/>
                </a:lnTo>
                <a:lnTo>
                  <a:pt x="46774" y="1096010"/>
                </a:lnTo>
                <a:lnTo>
                  <a:pt x="218605" y="1268044"/>
                </a:lnTo>
                <a:lnTo>
                  <a:pt x="322110" y="1164501"/>
                </a:lnTo>
                <a:lnTo>
                  <a:pt x="325526" y="1165593"/>
                </a:lnTo>
                <a:lnTo>
                  <a:pt x="325526" y="1308963"/>
                </a:lnTo>
                <a:lnTo>
                  <a:pt x="568807" y="1308963"/>
                </a:lnTo>
                <a:lnTo>
                  <a:pt x="568807" y="1164501"/>
                </a:lnTo>
                <a:lnTo>
                  <a:pt x="568807" y="1159586"/>
                </a:lnTo>
                <a:lnTo>
                  <a:pt x="570318" y="1159586"/>
                </a:lnTo>
                <a:lnTo>
                  <a:pt x="672858" y="1261770"/>
                </a:lnTo>
                <a:lnTo>
                  <a:pt x="775004" y="1159586"/>
                </a:lnTo>
                <a:lnTo>
                  <a:pt x="844829" y="1089736"/>
                </a:lnTo>
                <a:lnTo>
                  <a:pt x="826808" y="1071727"/>
                </a:lnTo>
                <a:lnTo>
                  <a:pt x="739686" y="984694"/>
                </a:lnTo>
                <a:lnTo>
                  <a:pt x="739889" y="984046"/>
                </a:lnTo>
                <a:lnTo>
                  <a:pt x="740206" y="983449"/>
                </a:lnTo>
                <a:lnTo>
                  <a:pt x="740638" y="982916"/>
                </a:lnTo>
                <a:lnTo>
                  <a:pt x="885736" y="982916"/>
                </a:lnTo>
                <a:lnTo>
                  <a:pt x="885736" y="740092"/>
                </a:lnTo>
                <a:close/>
              </a:path>
              <a:path w="1000125" h="1309370">
                <a:moveTo>
                  <a:pt x="999883" y="169837"/>
                </a:moveTo>
                <a:lnTo>
                  <a:pt x="923378" y="169837"/>
                </a:lnTo>
                <a:lnTo>
                  <a:pt x="923036" y="168770"/>
                </a:lnTo>
                <a:lnTo>
                  <a:pt x="922616" y="167728"/>
                </a:lnTo>
                <a:lnTo>
                  <a:pt x="922159" y="166700"/>
                </a:lnTo>
                <a:lnTo>
                  <a:pt x="965796" y="123050"/>
                </a:lnTo>
                <a:lnTo>
                  <a:pt x="974928" y="113906"/>
                </a:lnTo>
                <a:lnTo>
                  <a:pt x="938060" y="77076"/>
                </a:lnTo>
                <a:lnTo>
                  <a:pt x="883018" y="22098"/>
                </a:lnTo>
                <a:lnTo>
                  <a:pt x="875245" y="29857"/>
                </a:lnTo>
                <a:lnTo>
                  <a:pt x="875245" y="242214"/>
                </a:lnTo>
                <a:lnTo>
                  <a:pt x="874534" y="249428"/>
                </a:lnTo>
                <a:lnTo>
                  <a:pt x="860513" y="290893"/>
                </a:lnTo>
                <a:lnTo>
                  <a:pt x="831723" y="323786"/>
                </a:lnTo>
                <a:lnTo>
                  <a:pt x="792556" y="343166"/>
                </a:lnTo>
                <a:lnTo>
                  <a:pt x="756196" y="346786"/>
                </a:lnTo>
                <a:lnTo>
                  <a:pt x="748919" y="346087"/>
                </a:lnTo>
                <a:lnTo>
                  <a:pt x="707428" y="332028"/>
                </a:lnTo>
                <a:lnTo>
                  <a:pt x="674497" y="303161"/>
                </a:lnTo>
                <a:lnTo>
                  <a:pt x="655154" y="263880"/>
                </a:lnTo>
                <a:lnTo>
                  <a:pt x="651586" y="242214"/>
                </a:lnTo>
                <a:lnTo>
                  <a:pt x="651598" y="227444"/>
                </a:lnTo>
                <a:lnTo>
                  <a:pt x="662927" y="185305"/>
                </a:lnTo>
                <a:lnTo>
                  <a:pt x="689546" y="150622"/>
                </a:lnTo>
                <a:lnTo>
                  <a:pt x="727392" y="128765"/>
                </a:lnTo>
                <a:lnTo>
                  <a:pt x="756069" y="123050"/>
                </a:lnTo>
                <a:lnTo>
                  <a:pt x="770801" y="123050"/>
                </a:lnTo>
                <a:lnTo>
                  <a:pt x="812914" y="134340"/>
                </a:lnTo>
                <a:lnTo>
                  <a:pt x="847610" y="160934"/>
                </a:lnTo>
                <a:lnTo>
                  <a:pt x="869492" y="198780"/>
                </a:lnTo>
                <a:lnTo>
                  <a:pt x="875245" y="242214"/>
                </a:lnTo>
                <a:lnTo>
                  <a:pt x="875245" y="29857"/>
                </a:lnTo>
                <a:lnTo>
                  <a:pt x="829830" y="75171"/>
                </a:lnTo>
                <a:lnTo>
                  <a:pt x="828548" y="74574"/>
                </a:lnTo>
                <a:lnTo>
                  <a:pt x="827227" y="74066"/>
                </a:lnTo>
                <a:lnTo>
                  <a:pt x="825881" y="73660"/>
                </a:lnTo>
                <a:lnTo>
                  <a:pt x="825881" y="0"/>
                </a:lnTo>
                <a:lnTo>
                  <a:pt x="695769" y="0"/>
                </a:lnTo>
                <a:lnTo>
                  <a:pt x="695769" y="75171"/>
                </a:lnTo>
                <a:lnTo>
                  <a:pt x="694410" y="75171"/>
                </a:lnTo>
                <a:lnTo>
                  <a:pt x="693318" y="76530"/>
                </a:lnTo>
                <a:lnTo>
                  <a:pt x="691959" y="77076"/>
                </a:lnTo>
                <a:lnTo>
                  <a:pt x="640003" y="25095"/>
                </a:lnTo>
                <a:lnTo>
                  <a:pt x="548487" y="117043"/>
                </a:lnTo>
                <a:lnTo>
                  <a:pt x="603046" y="171615"/>
                </a:lnTo>
                <a:lnTo>
                  <a:pt x="602742" y="172643"/>
                </a:lnTo>
                <a:lnTo>
                  <a:pt x="602373" y="173634"/>
                </a:lnTo>
                <a:lnTo>
                  <a:pt x="601954" y="174612"/>
                </a:lnTo>
                <a:lnTo>
                  <a:pt x="526669" y="174612"/>
                </a:lnTo>
                <a:lnTo>
                  <a:pt x="526669" y="304761"/>
                </a:lnTo>
                <a:lnTo>
                  <a:pt x="604951" y="304761"/>
                </a:lnTo>
                <a:lnTo>
                  <a:pt x="605167" y="305333"/>
                </a:lnTo>
                <a:lnTo>
                  <a:pt x="605447" y="305879"/>
                </a:lnTo>
                <a:lnTo>
                  <a:pt x="605764" y="306400"/>
                </a:lnTo>
                <a:lnTo>
                  <a:pt x="551218" y="360972"/>
                </a:lnTo>
                <a:lnTo>
                  <a:pt x="643140" y="452920"/>
                </a:lnTo>
                <a:lnTo>
                  <a:pt x="699452" y="396582"/>
                </a:lnTo>
                <a:lnTo>
                  <a:pt x="700278" y="396582"/>
                </a:lnTo>
                <a:lnTo>
                  <a:pt x="700544" y="473925"/>
                </a:lnTo>
                <a:lnTo>
                  <a:pt x="830643" y="473925"/>
                </a:lnTo>
                <a:lnTo>
                  <a:pt x="830643" y="396582"/>
                </a:lnTo>
                <a:lnTo>
                  <a:pt x="830643" y="394398"/>
                </a:lnTo>
                <a:lnTo>
                  <a:pt x="831608" y="394398"/>
                </a:lnTo>
                <a:lnTo>
                  <a:pt x="886155" y="448957"/>
                </a:lnTo>
                <a:lnTo>
                  <a:pt x="940625" y="394398"/>
                </a:lnTo>
                <a:lnTo>
                  <a:pt x="977925" y="357009"/>
                </a:lnTo>
                <a:lnTo>
                  <a:pt x="967587" y="346786"/>
                </a:lnTo>
                <a:lnTo>
                  <a:pt x="922693" y="302450"/>
                </a:lnTo>
                <a:lnTo>
                  <a:pt x="922959" y="301828"/>
                </a:lnTo>
                <a:lnTo>
                  <a:pt x="923188" y="301180"/>
                </a:lnTo>
                <a:lnTo>
                  <a:pt x="923378" y="300532"/>
                </a:lnTo>
                <a:lnTo>
                  <a:pt x="999883" y="300532"/>
                </a:lnTo>
                <a:lnTo>
                  <a:pt x="999883" y="169837"/>
                </a:lnTo>
                <a:close/>
              </a:path>
            </a:pathLst>
          </a:custGeom>
          <a:solidFill>
            <a:srgbClr val="458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52" y="7058059"/>
            <a:ext cx="4834890" cy="3231515"/>
            <a:chOff x="2152" y="7058059"/>
            <a:chExt cx="4834890" cy="3231515"/>
          </a:xfrm>
        </p:grpSpPr>
        <p:sp>
          <p:nvSpPr>
            <p:cNvPr id="4" name="object 4"/>
            <p:cNvSpPr/>
            <p:nvPr/>
          </p:nvSpPr>
          <p:spPr>
            <a:xfrm>
              <a:off x="2196790" y="9827155"/>
              <a:ext cx="596900" cy="437515"/>
            </a:xfrm>
            <a:custGeom>
              <a:avLst/>
              <a:gdLst/>
              <a:ahLst/>
              <a:cxnLst/>
              <a:rect l="l" t="t" r="r" b="b"/>
              <a:pathLst>
                <a:path w="596900" h="437515">
                  <a:moveTo>
                    <a:pt x="0" y="437505"/>
                  </a:moveTo>
                  <a:lnTo>
                    <a:pt x="596901" y="437505"/>
                  </a:lnTo>
                  <a:lnTo>
                    <a:pt x="596901" y="0"/>
                  </a:lnTo>
                  <a:lnTo>
                    <a:pt x="0" y="0"/>
                  </a:lnTo>
                  <a:lnTo>
                    <a:pt x="0" y="437505"/>
                  </a:lnTo>
                  <a:close/>
                </a:path>
              </a:pathLst>
            </a:custGeom>
            <a:solidFill>
              <a:srgbClr val="53C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35226" y="9594151"/>
              <a:ext cx="1120140" cy="695960"/>
            </a:xfrm>
            <a:custGeom>
              <a:avLst/>
              <a:gdLst/>
              <a:ahLst/>
              <a:cxnLst/>
              <a:rect l="l" t="t" r="r" b="b"/>
              <a:pathLst>
                <a:path w="1120139" h="695959">
                  <a:moveTo>
                    <a:pt x="858456" y="0"/>
                  </a:moveTo>
                  <a:lnTo>
                    <a:pt x="261556" y="0"/>
                  </a:lnTo>
                  <a:lnTo>
                    <a:pt x="261556" y="233006"/>
                  </a:lnTo>
                  <a:lnTo>
                    <a:pt x="858456" y="233006"/>
                  </a:lnTo>
                  <a:lnTo>
                    <a:pt x="858456" y="0"/>
                  </a:lnTo>
                  <a:close/>
                </a:path>
                <a:path w="1120139" h="695959">
                  <a:moveTo>
                    <a:pt x="1119606" y="613702"/>
                  </a:moveTo>
                  <a:lnTo>
                    <a:pt x="1108163" y="570992"/>
                  </a:lnTo>
                  <a:lnTo>
                    <a:pt x="1081252" y="535914"/>
                  </a:lnTo>
                  <a:lnTo>
                    <a:pt x="1042962" y="513803"/>
                  </a:lnTo>
                  <a:lnTo>
                    <a:pt x="1013980" y="508038"/>
                  </a:lnTo>
                  <a:lnTo>
                    <a:pt x="113182" y="508038"/>
                  </a:lnTo>
                  <a:lnTo>
                    <a:pt x="105752" y="508025"/>
                  </a:lnTo>
                  <a:lnTo>
                    <a:pt x="63017" y="519442"/>
                  </a:lnTo>
                  <a:lnTo>
                    <a:pt x="27901" y="546366"/>
                  </a:lnTo>
                  <a:lnTo>
                    <a:pt x="5765" y="584682"/>
                  </a:lnTo>
                  <a:lnTo>
                    <a:pt x="0" y="613702"/>
                  </a:lnTo>
                  <a:lnTo>
                    <a:pt x="0" y="695350"/>
                  </a:lnTo>
                  <a:lnTo>
                    <a:pt x="1119606" y="695350"/>
                  </a:lnTo>
                  <a:lnTo>
                    <a:pt x="1119606" y="613702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659" y="7507706"/>
              <a:ext cx="3313429" cy="2164080"/>
            </a:xfrm>
            <a:custGeom>
              <a:avLst/>
              <a:gdLst/>
              <a:ahLst/>
              <a:cxnLst/>
              <a:rect l="l" t="t" r="r" b="b"/>
              <a:pathLst>
                <a:path w="3313429" h="2164079">
                  <a:moveTo>
                    <a:pt x="3210964" y="2163654"/>
                  </a:moveTo>
                  <a:lnTo>
                    <a:pt x="102061" y="2163654"/>
                  </a:lnTo>
                  <a:lnTo>
                    <a:pt x="94958" y="2162954"/>
                  </a:lnTo>
                  <a:lnTo>
                    <a:pt x="54510" y="2149224"/>
                  </a:lnTo>
                  <a:lnTo>
                    <a:pt x="22394" y="2121055"/>
                  </a:lnTo>
                  <a:lnTo>
                    <a:pt x="3498" y="2082736"/>
                  </a:lnTo>
                  <a:lnTo>
                    <a:pt x="0" y="2061555"/>
                  </a:lnTo>
                  <a:lnTo>
                    <a:pt x="0" y="102099"/>
                  </a:lnTo>
                  <a:lnTo>
                    <a:pt x="11059" y="60827"/>
                  </a:lnTo>
                  <a:lnTo>
                    <a:pt x="37065" y="26932"/>
                  </a:lnTo>
                  <a:lnTo>
                    <a:pt x="74058" y="5572"/>
                  </a:lnTo>
                  <a:lnTo>
                    <a:pt x="102061" y="0"/>
                  </a:lnTo>
                  <a:lnTo>
                    <a:pt x="109234" y="0"/>
                  </a:lnTo>
                  <a:lnTo>
                    <a:pt x="3210964" y="0"/>
                  </a:lnTo>
                  <a:lnTo>
                    <a:pt x="3252220" y="11063"/>
                  </a:lnTo>
                  <a:lnTo>
                    <a:pt x="3286103" y="37079"/>
                  </a:lnTo>
                  <a:lnTo>
                    <a:pt x="3307455" y="74085"/>
                  </a:lnTo>
                  <a:lnTo>
                    <a:pt x="3313025" y="102099"/>
                  </a:lnTo>
                  <a:lnTo>
                    <a:pt x="3313025" y="2061555"/>
                  </a:lnTo>
                  <a:lnTo>
                    <a:pt x="3301966" y="2102826"/>
                  </a:lnTo>
                  <a:lnTo>
                    <a:pt x="3275960" y="2136722"/>
                  </a:lnTo>
                  <a:lnTo>
                    <a:pt x="3238967" y="2158082"/>
                  </a:lnTo>
                  <a:lnTo>
                    <a:pt x="3218067" y="2162954"/>
                  </a:lnTo>
                  <a:lnTo>
                    <a:pt x="3210964" y="2163654"/>
                  </a:lnTo>
                  <a:close/>
                </a:path>
              </a:pathLst>
            </a:custGeom>
            <a:solidFill>
              <a:srgbClr val="45A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6347" y="7595425"/>
              <a:ext cx="3138170" cy="1988820"/>
            </a:xfrm>
            <a:custGeom>
              <a:avLst/>
              <a:gdLst/>
              <a:ahLst/>
              <a:cxnLst/>
              <a:rect l="l" t="t" r="r" b="b"/>
              <a:pathLst>
                <a:path w="3138170" h="1988820">
                  <a:moveTo>
                    <a:pt x="0" y="1949994"/>
                  </a:moveTo>
                  <a:lnTo>
                    <a:pt x="0" y="38221"/>
                  </a:lnTo>
                  <a:lnTo>
                    <a:pt x="1117" y="32600"/>
                  </a:lnTo>
                  <a:lnTo>
                    <a:pt x="32588" y="1118"/>
                  </a:lnTo>
                  <a:lnTo>
                    <a:pt x="3099443" y="0"/>
                  </a:lnTo>
                  <a:lnTo>
                    <a:pt x="3105062" y="1118"/>
                  </a:lnTo>
                  <a:lnTo>
                    <a:pt x="3136533" y="32600"/>
                  </a:lnTo>
                  <a:lnTo>
                    <a:pt x="3137650" y="38221"/>
                  </a:lnTo>
                  <a:lnTo>
                    <a:pt x="3137650" y="44064"/>
                  </a:lnTo>
                  <a:lnTo>
                    <a:pt x="3137650" y="1949994"/>
                  </a:lnTo>
                  <a:lnTo>
                    <a:pt x="3115855" y="1982625"/>
                  </a:lnTo>
                  <a:lnTo>
                    <a:pt x="3099443" y="1988215"/>
                  </a:lnTo>
                  <a:lnTo>
                    <a:pt x="38206" y="1988215"/>
                  </a:lnTo>
                  <a:lnTo>
                    <a:pt x="5588" y="1966412"/>
                  </a:lnTo>
                  <a:lnTo>
                    <a:pt x="1117" y="1955615"/>
                  </a:lnTo>
                  <a:lnTo>
                    <a:pt x="0" y="1949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387" y="7187114"/>
              <a:ext cx="1544955" cy="979805"/>
            </a:xfrm>
            <a:custGeom>
              <a:avLst/>
              <a:gdLst/>
              <a:ahLst/>
              <a:cxnLst/>
              <a:rect l="l" t="t" r="r" b="b"/>
              <a:pathLst>
                <a:path w="1544955" h="979804">
                  <a:moveTo>
                    <a:pt x="1518527" y="979374"/>
                  </a:moveTo>
                  <a:lnTo>
                    <a:pt x="26023" y="979374"/>
                  </a:lnTo>
                  <a:lnTo>
                    <a:pt x="22196" y="978612"/>
                  </a:lnTo>
                  <a:lnTo>
                    <a:pt x="0" y="953341"/>
                  </a:lnTo>
                  <a:lnTo>
                    <a:pt x="0" y="26032"/>
                  </a:lnTo>
                  <a:lnTo>
                    <a:pt x="26023" y="0"/>
                  </a:lnTo>
                  <a:lnTo>
                    <a:pt x="30001" y="0"/>
                  </a:lnTo>
                  <a:lnTo>
                    <a:pt x="1518527" y="0"/>
                  </a:lnTo>
                  <a:lnTo>
                    <a:pt x="1544551" y="26032"/>
                  </a:lnTo>
                  <a:lnTo>
                    <a:pt x="1544551" y="953341"/>
                  </a:lnTo>
                  <a:lnTo>
                    <a:pt x="1522354" y="978612"/>
                  </a:lnTo>
                  <a:lnTo>
                    <a:pt x="1518527" y="979374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1655" y="7207453"/>
              <a:ext cx="1502410" cy="934719"/>
            </a:xfrm>
            <a:custGeom>
              <a:avLst/>
              <a:gdLst/>
              <a:ahLst/>
              <a:cxnLst/>
              <a:rect l="l" t="t" r="r" b="b"/>
              <a:pathLst>
                <a:path w="1502410" h="934720">
                  <a:moveTo>
                    <a:pt x="1362760" y="19507"/>
                  </a:moveTo>
                  <a:lnTo>
                    <a:pt x="1340675" y="0"/>
                  </a:lnTo>
                  <a:lnTo>
                    <a:pt x="1338186" y="495"/>
                  </a:lnTo>
                  <a:lnTo>
                    <a:pt x="1323759" y="16916"/>
                  </a:lnTo>
                  <a:lnTo>
                    <a:pt x="1323759" y="22085"/>
                  </a:lnTo>
                  <a:lnTo>
                    <a:pt x="1340675" y="39014"/>
                  </a:lnTo>
                  <a:lnTo>
                    <a:pt x="1345857" y="39014"/>
                  </a:lnTo>
                  <a:lnTo>
                    <a:pt x="1362760" y="22085"/>
                  </a:lnTo>
                  <a:lnTo>
                    <a:pt x="1362760" y="19507"/>
                  </a:lnTo>
                  <a:close/>
                </a:path>
                <a:path w="1502410" h="934720">
                  <a:moveTo>
                    <a:pt x="1427276" y="16916"/>
                  </a:moveTo>
                  <a:lnTo>
                    <a:pt x="1410360" y="0"/>
                  </a:lnTo>
                  <a:lnTo>
                    <a:pt x="1405178" y="0"/>
                  </a:lnTo>
                  <a:lnTo>
                    <a:pt x="1388262" y="16916"/>
                  </a:lnTo>
                  <a:lnTo>
                    <a:pt x="1388262" y="22085"/>
                  </a:lnTo>
                  <a:lnTo>
                    <a:pt x="1405178" y="39014"/>
                  </a:lnTo>
                  <a:lnTo>
                    <a:pt x="1410360" y="39014"/>
                  </a:lnTo>
                  <a:lnTo>
                    <a:pt x="1427276" y="22085"/>
                  </a:lnTo>
                  <a:lnTo>
                    <a:pt x="1427276" y="19507"/>
                  </a:lnTo>
                  <a:lnTo>
                    <a:pt x="1427276" y="16916"/>
                  </a:lnTo>
                  <a:close/>
                </a:path>
                <a:path w="1502410" h="934720">
                  <a:moveTo>
                    <a:pt x="1491907" y="16916"/>
                  </a:moveTo>
                  <a:lnTo>
                    <a:pt x="1474990" y="0"/>
                  </a:lnTo>
                  <a:lnTo>
                    <a:pt x="1469821" y="0"/>
                  </a:lnTo>
                  <a:lnTo>
                    <a:pt x="1452905" y="16916"/>
                  </a:lnTo>
                  <a:lnTo>
                    <a:pt x="1452905" y="22085"/>
                  </a:lnTo>
                  <a:lnTo>
                    <a:pt x="1469821" y="39014"/>
                  </a:lnTo>
                  <a:lnTo>
                    <a:pt x="1474990" y="39014"/>
                  </a:lnTo>
                  <a:lnTo>
                    <a:pt x="1491907" y="22085"/>
                  </a:lnTo>
                  <a:lnTo>
                    <a:pt x="1491907" y="19507"/>
                  </a:lnTo>
                  <a:lnTo>
                    <a:pt x="1491907" y="16916"/>
                  </a:lnTo>
                  <a:close/>
                </a:path>
                <a:path w="1502410" h="934720">
                  <a:moveTo>
                    <a:pt x="1502003" y="79933"/>
                  </a:moveTo>
                  <a:lnTo>
                    <a:pt x="1481416" y="59334"/>
                  </a:lnTo>
                  <a:lnTo>
                    <a:pt x="20586" y="59334"/>
                  </a:lnTo>
                  <a:lnTo>
                    <a:pt x="0" y="79933"/>
                  </a:lnTo>
                  <a:lnTo>
                    <a:pt x="0" y="913625"/>
                  </a:lnTo>
                  <a:lnTo>
                    <a:pt x="20586" y="934212"/>
                  </a:lnTo>
                  <a:lnTo>
                    <a:pt x="1481416" y="934212"/>
                  </a:lnTo>
                  <a:lnTo>
                    <a:pt x="1502003" y="913625"/>
                  </a:lnTo>
                  <a:lnTo>
                    <a:pt x="1502003" y="83070"/>
                  </a:lnTo>
                  <a:lnTo>
                    <a:pt x="1502003" y="79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76" y="7343718"/>
              <a:ext cx="158243" cy="1582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9851" y="7344828"/>
              <a:ext cx="1179830" cy="161290"/>
            </a:xfrm>
            <a:custGeom>
              <a:avLst/>
              <a:gdLst/>
              <a:ahLst/>
              <a:cxnLst/>
              <a:rect l="l" t="t" r="r" b="b"/>
              <a:pathLst>
                <a:path w="1179830" h="161290">
                  <a:moveTo>
                    <a:pt x="417296" y="123317"/>
                  </a:moveTo>
                  <a:lnTo>
                    <a:pt x="0" y="123317"/>
                  </a:lnTo>
                  <a:lnTo>
                    <a:pt x="0" y="160705"/>
                  </a:lnTo>
                  <a:lnTo>
                    <a:pt x="417296" y="160705"/>
                  </a:lnTo>
                  <a:lnTo>
                    <a:pt x="417296" y="123317"/>
                  </a:lnTo>
                  <a:close/>
                </a:path>
                <a:path w="1179830" h="161290">
                  <a:moveTo>
                    <a:pt x="802551" y="59753"/>
                  </a:moveTo>
                  <a:lnTo>
                    <a:pt x="0" y="59753"/>
                  </a:lnTo>
                  <a:lnTo>
                    <a:pt x="0" y="97129"/>
                  </a:lnTo>
                  <a:lnTo>
                    <a:pt x="802551" y="97129"/>
                  </a:lnTo>
                  <a:lnTo>
                    <a:pt x="802551" y="59753"/>
                  </a:lnTo>
                  <a:close/>
                </a:path>
                <a:path w="1179830" h="161290">
                  <a:moveTo>
                    <a:pt x="1179207" y="0"/>
                  </a:moveTo>
                  <a:lnTo>
                    <a:pt x="0" y="0"/>
                  </a:lnTo>
                  <a:lnTo>
                    <a:pt x="0" y="37376"/>
                  </a:lnTo>
                  <a:lnTo>
                    <a:pt x="1179207" y="37376"/>
                  </a:lnTo>
                  <a:lnTo>
                    <a:pt x="1179207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389" y="7596235"/>
              <a:ext cx="158203" cy="15826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9851" y="7596796"/>
              <a:ext cx="1179830" cy="160655"/>
            </a:xfrm>
            <a:custGeom>
              <a:avLst/>
              <a:gdLst/>
              <a:ahLst/>
              <a:cxnLst/>
              <a:rect l="l" t="t" r="r" b="b"/>
              <a:pathLst>
                <a:path w="1179830" h="160654">
                  <a:moveTo>
                    <a:pt x="417296" y="123190"/>
                  </a:moveTo>
                  <a:lnTo>
                    <a:pt x="0" y="123190"/>
                  </a:lnTo>
                  <a:lnTo>
                    <a:pt x="0" y="160566"/>
                  </a:lnTo>
                  <a:lnTo>
                    <a:pt x="417296" y="160566"/>
                  </a:lnTo>
                  <a:lnTo>
                    <a:pt x="417296" y="123190"/>
                  </a:lnTo>
                  <a:close/>
                </a:path>
                <a:path w="1179830" h="160654">
                  <a:moveTo>
                    <a:pt x="802551" y="59753"/>
                  </a:moveTo>
                  <a:lnTo>
                    <a:pt x="0" y="59753"/>
                  </a:lnTo>
                  <a:lnTo>
                    <a:pt x="0" y="97129"/>
                  </a:lnTo>
                  <a:lnTo>
                    <a:pt x="802551" y="97129"/>
                  </a:lnTo>
                  <a:lnTo>
                    <a:pt x="802551" y="59753"/>
                  </a:lnTo>
                  <a:close/>
                </a:path>
                <a:path w="1179830" h="160654">
                  <a:moveTo>
                    <a:pt x="1179207" y="0"/>
                  </a:moveTo>
                  <a:lnTo>
                    <a:pt x="0" y="0"/>
                  </a:lnTo>
                  <a:lnTo>
                    <a:pt x="0" y="37376"/>
                  </a:lnTo>
                  <a:lnTo>
                    <a:pt x="1179207" y="37376"/>
                  </a:lnTo>
                  <a:lnTo>
                    <a:pt x="1179207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390" y="7848479"/>
              <a:ext cx="158220" cy="15827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9851" y="7848625"/>
              <a:ext cx="1179830" cy="161290"/>
            </a:xfrm>
            <a:custGeom>
              <a:avLst/>
              <a:gdLst/>
              <a:ahLst/>
              <a:cxnLst/>
              <a:rect l="l" t="t" r="r" b="b"/>
              <a:pathLst>
                <a:path w="1179830" h="161290">
                  <a:moveTo>
                    <a:pt x="417296" y="123329"/>
                  </a:moveTo>
                  <a:lnTo>
                    <a:pt x="0" y="123329"/>
                  </a:lnTo>
                  <a:lnTo>
                    <a:pt x="0" y="160705"/>
                  </a:lnTo>
                  <a:lnTo>
                    <a:pt x="417296" y="160705"/>
                  </a:lnTo>
                  <a:lnTo>
                    <a:pt x="417296" y="123329"/>
                  </a:lnTo>
                  <a:close/>
                </a:path>
                <a:path w="1179830" h="161290">
                  <a:moveTo>
                    <a:pt x="802551" y="59893"/>
                  </a:moveTo>
                  <a:lnTo>
                    <a:pt x="0" y="59893"/>
                  </a:lnTo>
                  <a:lnTo>
                    <a:pt x="0" y="97269"/>
                  </a:lnTo>
                  <a:lnTo>
                    <a:pt x="802551" y="97269"/>
                  </a:lnTo>
                  <a:lnTo>
                    <a:pt x="802551" y="59893"/>
                  </a:lnTo>
                  <a:close/>
                </a:path>
                <a:path w="1179830" h="161290">
                  <a:moveTo>
                    <a:pt x="1179207" y="0"/>
                  </a:moveTo>
                  <a:lnTo>
                    <a:pt x="0" y="0"/>
                  </a:lnTo>
                  <a:lnTo>
                    <a:pt x="0" y="37388"/>
                  </a:lnTo>
                  <a:lnTo>
                    <a:pt x="1179207" y="37388"/>
                  </a:lnTo>
                  <a:lnTo>
                    <a:pt x="1179207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427" y="7103078"/>
              <a:ext cx="1703070" cy="1156970"/>
            </a:xfrm>
            <a:custGeom>
              <a:avLst/>
              <a:gdLst/>
              <a:ahLst/>
              <a:cxnLst/>
              <a:rect l="l" t="t" r="r" b="b"/>
              <a:pathLst>
                <a:path w="1703070" h="1156970">
                  <a:moveTo>
                    <a:pt x="0" y="0"/>
                  </a:moveTo>
                  <a:lnTo>
                    <a:pt x="1702743" y="0"/>
                  </a:lnTo>
                  <a:lnTo>
                    <a:pt x="1702743" y="1156859"/>
                  </a:lnTo>
                  <a:lnTo>
                    <a:pt x="0" y="1156859"/>
                  </a:lnTo>
                  <a:lnTo>
                    <a:pt x="0" y="0"/>
                  </a:lnTo>
                  <a:close/>
                </a:path>
              </a:pathLst>
            </a:custGeom>
            <a:ln w="13640">
              <a:solidFill>
                <a:srgbClr val="458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6" y="7069658"/>
              <a:ext cx="1769745" cy="1223645"/>
            </a:xfrm>
            <a:custGeom>
              <a:avLst/>
              <a:gdLst/>
              <a:ahLst/>
              <a:cxnLst/>
              <a:rect l="l" t="t" r="r" b="b"/>
              <a:pathLst>
                <a:path w="1769745" h="1223645">
                  <a:moveTo>
                    <a:pt x="66687" y="1156868"/>
                  </a:moveTo>
                  <a:lnTo>
                    <a:pt x="0" y="1156868"/>
                  </a:lnTo>
                  <a:lnTo>
                    <a:pt x="0" y="1223568"/>
                  </a:lnTo>
                  <a:lnTo>
                    <a:pt x="66687" y="1223568"/>
                  </a:lnTo>
                  <a:lnTo>
                    <a:pt x="66687" y="1156868"/>
                  </a:lnTo>
                  <a:close/>
                </a:path>
                <a:path w="1769745" h="1223645">
                  <a:moveTo>
                    <a:pt x="66687" y="0"/>
                  </a:moveTo>
                  <a:lnTo>
                    <a:pt x="0" y="0"/>
                  </a:lnTo>
                  <a:lnTo>
                    <a:pt x="0" y="66713"/>
                  </a:lnTo>
                  <a:lnTo>
                    <a:pt x="66687" y="66713"/>
                  </a:lnTo>
                  <a:lnTo>
                    <a:pt x="66687" y="0"/>
                  </a:lnTo>
                  <a:close/>
                </a:path>
                <a:path w="1769745" h="1223645">
                  <a:moveTo>
                    <a:pt x="1769427" y="0"/>
                  </a:moveTo>
                  <a:lnTo>
                    <a:pt x="1702739" y="0"/>
                  </a:lnTo>
                  <a:lnTo>
                    <a:pt x="1702739" y="66713"/>
                  </a:lnTo>
                  <a:lnTo>
                    <a:pt x="1769427" y="66713"/>
                  </a:lnTo>
                  <a:lnTo>
                    <a:pt x="1769427" y="0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04895" y="8226514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685" y="66710"/>
                  </a:moveTo>
                  <a:lnTo>
                    <a:pt x="0" y="66710"/>
                  </a:lnTo>
                  <a:lnTo>
                    <a:pt x="0" y="0"/>
                  </a:lnTo>
                  <a:lnTo>
                    <a:pt x="66685" y="0"/>
                  </a:lnTo>
                  <a:lnTo>
                    <a:pt x="66685" y="66710"/>
                  </a:lnTo>
                  <a:close/>
                </a:path>
              </a:pathLst>
            </a:custGeom>
            <a:solidFill>
              <a:srgbClr val="37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6012" y="9112166"/>
              <a:ext cx="1191260" cy="828040"/>
            </a:xfrm>
            <a:custGeom>
              <a:avLst/>
              <a:gdLst/>
              <a:ahLst/>
              <a:cxnLst/>
              <a:rect l="l" t="t" r="r" b="b"/>
              <a:pathLst>
                <a:path w="1191260" h="828040">
                  <a:moveTo>
                    <a:pt x="1165187" y="827672"/>
                  </a:moveTo>
                  <a:lnTo>
                    <a:pt x="26023" y="827672"/>
                  </a:lnTo>
                  <a:lnTo>
                    <a:pt x="22196" y="826911"/>
                  </a:lnTo>
                  <a:lnTo>
                    <a:pt x="0" y="801639"/>
                  </a:lnTo>
                  <a:lnTo>
                    <a:pt x="0" y="26032"/>
                  </a:lnTo>
                  <a:lnTo>
                    <a:pt x="26023" y="0"/>
                  </a:lnTo>
                  <a:lnTo>
                    <a:pt x="30002" y="0"/>
                  </a:lnTo>
                  <a:lnTo>
                    <a:pt x="1165187" y="0"/>
                  </a:lnTo>
                  <a:lnTo>
                    <a:pt x="1191210" y="26032"/>
                  </a:lnTo>
                  <a:lnTo>
                    <a:pt x="1191210" y="801639"/>
                  </a:lnTo>
                  <a:lnTo>
                    <a:pt x="1169014" y="826911"/>
                  </a:lnTo>
                  <a:lnTo>
                    <a:pt x="1165187" y="827672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74148" y="9129344"/>
              <a:ext cx="1155700" cy="789940"/>
            </a:xfrm>
            <a:custGeom>
              <a:avLst/>
              <a:gdLst/>
              <a:ahLst/>
              <a:cxnLst/>
              <a:rect l="l" t="t" r="r" b="b"/>
              <a:pathLst>
                <a:path w="1155700" h="789940">
                  <a:moveTo>
                    <a:pt x="1037513" y="16522"/>
                  </a:moveTo>
                  <a:lnTo>
                    <a:pt x="1018819" y="12"/>
                  </a:lnTo>
                  <a:lnTo>
                    <a:pt x="1016723" y="431"/>
                  </a:lnTo>
                  <a:lnTo>
                    <a:pt x="1004506" y="14338"/>
                  </a:lnTo>
                  <a:lnTo>
                    <a:pt x="1004506" y="18719"/>
                  </a:lnTo>
                  <a:lnTo>
                    <a:pt x="1018819" y="33032"/>
                  </a:lnTo>
                  <a:lnTo>
                    <a:pt x="1023200" y="33032"/>
                  </a:lnTo>
                  <a:lnTo>
                    <a:pt x="1037513" y="18719"/>
                  </a:lnTo>
                  <a:lnTo>
                    <a:pt x="1037513" y="16522"/>
                  </a:lnTo>
                  <a:close/>
                </a:path>
                <a:path w="1155700" h="789940">
                  <a:moveTo>
                    <a:pt x="1092212" y="18745"/>
                  </a:moveTo>
                  <a:lnTo>
                    <a:pt x="1073480" y="0"/>
                  </a:lnTo>
                  <a:lnTo>
                    <a:pt x="1071346" y="406"/>
                  </a:lnTo>
                  <a:lnTo>
                    <a:pt x="1058926" y="14401"/>
                  </a:lnTo>
                  <a:lnTo>
                    <a:pt x="1058926" y="18834"/>
                  </a:lnTo>
                  <a:lnTo>
                    <a:pt x="1073391" y="33312"/>
                  </a:lnTo>
                  <a:lnTo>
                    <a:pt x="1077823" y="33299"/>
                  </a:lnTo>
                  <a:lnTo>
                    <a:pt x="1092212" y="18745"/>
                  </a:lnTo>
                  <a:close/>
                </a:path>
                <a:path w="1155700" h="789940">
                  <a:moveTo>
                    <a:pt x="1146746" y="16522"/>
                  </a:moveTo>
                  <a:lnTo>
                    <a:pt x="1128064" y="12"/>
                  </a:lnTo>
                  <a:lnTo>
                    <a:pt x="1125956" y="431"/>
                  </a:lnTo>
                  <a:lnTo>
                    <a:pt x="1113751" y="14338"/>
                  </a:lnTo>
                  <a:lnTo>
                    <a:pt x="1113751" y="18719"/>
                  </a:lnTo>
                  <a:lnTo>
                    <a:pt x="1128064" y="33032"/>
                  </a:lnTo>
                  <a:lnTo>
                    <a:pt x="1132433" y="33032"/>
                  </a:lnTo>
                  <a:lnTo>
                    <a:pt x="1146746" y="18719"/>
                  </a:lnTo>
                  <a:lnTo>
                    <a:pt x="1146746" y="16522"/>
                  </a:lnTo>
                  <a:close/>
                </a:path>
                <a:path w="1155700" h="789940">
                  <a:moveTo>
                    <a:pt x="1155204" y="66649"/>
                  </a:moveTo>
                  <a:lnTo>
                    <a:pt x="1138643" y="50088"/>
                  </a:lnTo>
                  <a:lnTo>
                    <a:pt x="16560" y="50088"/>
                  </a:lnTo>
                  <a:lnTo>
                    <a:pt x="0" y="66649"/>
                  </a:lnTo>
                  <a:lnTo>
                    <a:pt x="0" y="772922"/>
                  </a:lnTo>
                  <a:lnTo>
                    <a:pt x="16560" y="789495"/>
                  </a:lnTo>
                  <a:lnTo>
                    <a:pt x="1138643" y="789495"/>
                  </a:lnTo>
                  <a:lnTo>
                    <a:pt x="1155204" y="772922"/>
                  </a:lnTo>
                  <a:lnTo>
                    <a:pt x="1155204" y="69189"/>
                  </a:lnTo>
                  <a:lnTo>
                    <a:pt x="1155204" y="66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0249" y="9377700"/>
              <a:ext cx="343535" cy="343535"/>
            </a:xfrm>
            <a:custGeom>
              <a:avLst/>
              <a:gdLst/>
              <a:ahLst/>
              <a:cxnLst/>
              <a:rect l="l" t="t" r="r" b="b"/>
              <a:pathLst>
                <a:path w="343535" h="343534">
                  <a:moveTo>
                    <a:pt x="337841" y="213834"/>
                  </a:moveTo>
                  <a:lnTo>
                    <a:pt x="322600" y="252998"/>
                  </a:lnTo>
                  <a:lnTo>
                    <a:pt x="298315" y="287266"/>
                  </a:lnTo>
                  <a:lnTo>
                    <a:pt x="266435" y="314605"/>
                  </a:lnTo>
                  <a:lnTo>
                    <a:pt x="228851" y="333384"/>
                  </a:lnTo>
                  <a:lnTo>
                    <a:pt x="187832" y="342465"/>
                  </a:lnTo>
                  <a:lnTo>
                    <a:pt x="171035" y="343239"/>
                  </a:lnTo>
                  <a:lnTo>
                    <a:pt x="162608" y="343005"/>
                  </a:lnTo>
                  <a:lnTo>
                    <a:pt x="121238" y="335691"/>
                  </a:lnTo>
                  <a:lnTo>
                    <a:pt x="82902" y="318549"/>
                  </a:lnTo>
                  <a:lnTo>
                    <a:pt x="49879" y="292604"/>
                  </a:lnTo>
                  <a:lnTo>
                    <a:pt x="24135" y="259392"/>
                  </a:lnTo>
                  <a:lnTo>
                    <a:pt x="7229" y="220919"/>
                  </a:lnTo>
                  <a:lnTo>
                    <a:pt x="179" y="179509"/>
                  </a:lnTo>
                  <a:lnTo>
                    <a:pt x="0" y="171098"/>
                  </a:lnTo>
                  <a:lnTo>
                    <a:pt x="233" y="162667"/>
                  </a:lnTo>
                  <a:lnTo>
                    <a:pt x="7544" y="121281"/>
                  </a:lnTo>
                  <a:lnTo>
                    <a:pt x="24680" y="82932"/>
                  </a:lnTo>
                  <a:lnTo>
                    <a:pt x="50616" y="49897"/>
                  </a:lnTo>
                  <a:lnTo>
                    <a:pt x="83815" y="24143"/>
                  </a:lnTo>
                  <a:lnTo>
                    <a:pt x="122274" y="7232"/>
                  </a:lnTo>
                  <a:lnTo>
                    <a:pt x="163669" y="179"/>
                  </a:lnTo>
                  <a:lnTo>
                    <a:pt x="172078" y="0"/>
                  </a:lnTo>
                  <a:lnTo>
                    <a:pt x="180505" y="233"/>
                  </a:lnTo>
                  <a:lnTo>
                    <a:pt x="221875" y="7547"/>
                  </a:lnTo>
                  <a:lnTo>
                    <a:pt x="260210" y="24689"/>
                  </a:lnTo>
                  <a:lnTo>
                    <a:pt x="293233" y="50635"/>
                  </a:lnTo>
                  <a:lnTo>
                    <a:pt x="318977" y="83845"/>
                  </a:lnTo>
                  <a:lnTo>
                    <a:pt x="335883" y="122319"/>
                  </a:lnTo>
                  <a:lnTo>
                    <a:pt x="342933" y="163729"/>
                  </a:lnTo>
                  <a:lnTo>
                    <a:pt x="343113" y="172140"/>
                  </a:lnTo>
                  <a:lnTo>
                    <a:pt x="342879" y="180571"/>
                  </a:lnTo>
                  <a:lnTo>
                    <a:pt x="342234" y="188980"/>
                  </a:lnTo>
                  <a:lnTo>
                    <a:pt x="341179" y="197326"/>
                  </a:lnTo>
                  <a:lnTo>
                    <a:pt x="339715" y="205611"/>
                  </a:lnTo>
                  <a:lnTo>
                    <a:pt x="337841" y="213834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93181" y="9457451"/>
              <a:ext cx="159385" cy="183515"/>
            </a:xfrm>
            <a:custGeom>
              <a:avLst/>
              <a:gdLst/>
              <a:ahLst/>
              <a:cxnLst/>
              <a:rect l="l" t="t" r="r" b="b"/>
              <a:pathLst>
                <a:path w="159385" h="183515">
                  <a:moveTo>
                    <a:pt x="0" y="183487"/>
                  </a:moveTo>
                  <a:lnTo>
                    <a:pt x="0" y="0"/>
                  </a:lnTo>
                  <a:lnTo>
                    <a:pt x="158873" y="91675"/>
                  </a:lnTo>
                  <a:lnTo>
                    <a:pt x="0" y="1834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74013" y="9841342"/>
              <a:ext cx="1155700" cy="22860"/>
            </a:xfrm>
            <a:custGeom>
              <a:avLst/>
              <a:gdLst/>
              <a:ahLst/>
              <a:cxnLst/>
              <a:rect l="l" t="t" r="r" b="b"/>
              <a:pathLst>
                <a:path w="1155700" h="22859">
                  <a:moveTo>
                    <a:pt x="1155208" y="22782"/>
                  </a:moveTo>
                  <a:lnTo>
                    <a:pt x="0" y="22782"/>
                  </a:lnTo>
                  <a:lnTo>
                    <a:pt x="0" y="0"/>
                  </a:lnTo>
                  <a:lnTo>
                    <a:pt x="1155208" y="0"/>
                  </a:lnTo>
                  <a:lnTo>
                    <a:pt x="1155208" y="22782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74008" y="9835349"/>
              <a:ext cx="278130" cy="34925"/>
            </a:xfrm>
            <a:custGeom>
              <a:avLst/>
              <a:gdLst/>
              <a:ahLst/>
              <a:cxnLst/>
              <a:rect l="l" t="t" r="r" b="b"/>
              <a:pathLst>
                <a:path w="278129" h="34925">
                  <a:moveTo>
                    <a:pt x="277787" y="15138"/>
                  </a:moveTo>
                  <a:lnTo>
                    <a:pt x="262648" y="0"/>
                  </a:lnTo>
                  <a:lnTo>
                    <a:pt x="258013" y="0"/>
                  </a:lnTo>
                  <a:lnTo>
                    <a:pt x="255790" y="444"/>
                  </a:lnTo>
                  <a:lnTo>
                    <a:pt x="251510" y="2209"/>
                  </a:lnTo>
                  <a:lnTo>
                    <a:pt x="249631" y="3479"/>
                  </a:lnTo>
                  <a:lnTo>
                    <a:pt x="247103" y="5994"/>
                  </a:lnTo>
                  <a:lnTo>
                    <a:pt x="0" y="5994"/>
                  </a:lnTo>
                  <a:lnTo>
                    <a:pt x="0" y="28778"/>
                  </a:lnTo>
                  <a:lnTo>
                    <a:pt x="246964" y="28778"/>
                  </a:lnTo>
                  <a:lnTo>
                    <a:pt x="249631" y="31445"/>
                  </a:lnTo>
                  <a:lnTo>
                    <a:pt x="251510" y="32702"/>
                  </a:lnTo>
                  <a:lnTo>
                    <a:pt x="255790" y="34480"/>
                  </a:lnTo>
                  <a:lnTo>
                    <a:pt x="258013" y="34925"/>
                  </a:lnTo>
                  <a:lnTo>
                    <a:pt x="262648" y="34925"/>
                  </a:lnTo>
                  <a:lnTo>
                    <a:pt x="277787" y="19773"/>
                  </a:lnTo>
                  <a:lnTo>
                    <a:pt x="277787" y="17462"/>
                  </a:lnTo>
                  <a:lnTo>
                    <a:pt x="277787" y="15138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92326" y="9057188"/>
              <a:ext cx="1318895" cy="952500"/>
            </a:xfrm>
            <a:custGeom>
              <a:avLst/>
              <a:gdLst/>
              <a:ahLst/>
              <a:cxnLst/>
              <a:rect l="l" t="t" r="r" b="b"/>
              <a:pathLst>
                <a:path w="1318895" h="952500">
                  <a:moveTo>
                    <a:pt x="0" y="0"/>
                  </a:moveTo>
                  <a:lnTo>
                    <a:pt x="1318719" y="0"/>
                  </a:lnTo>
                  <a:lnTo>
                    <a:pt x="1318719" y="952499"/>
                  </a:lnTo>
                  <a:lnTo>
                    <a:pt x="0" y="952499"/>
                  </a:lnTo>
                  <a:lnTo>
                    <a:pt x="0" y="0"/>
                  </a:lnTo>
                  <a:close/>
                </a:path>
              </a:pathLst>
            </a:custGeom>
            <a:ln w="13640">
              <a:solidFill>
                <a:srgbClr val="458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66551" y="903140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51684" y="51703"/>
                  </a:moveTo>
                  <a:lnTo>
                    <a:pt x="0" y="51703"/>
                  </a:lnTo>
                  <a:lnTo>
                    <a:pt x="0" y="0"/>
                  </a:lnTo>
                  <a:lnTo>
                    <a:pt x="51684" y="0"/>
                  </a:lnTo>
                  <a:lnTo>
                    <a:pt x="51684" y="51703"/>
                  </a:lnTo>
                  <a:close/>
                </a:path>
              </a:pathLst>
            </a:custGeom>
            <a:solidFill>
              <a:srgbClr val="37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66541" y="7370063"/>
              <a:ext cx="1370965" cy="2665730"/>
            </a:xfrm>
            <a:custGeom>
              <a:avLst/>
              <a:gdLst/>
              <a:ahLst/>
              <a:cxnLst/>
              <a:rect l="l" t="t" r="r" b="b"/>
              <a:pathLst>
                <a:path w="1370964" h="2665729">
                  <a:moveTo>
                    <a:pt x="51689" y="2613850"/>
                  </a:moveTo>
                  <a:lnTo>
                    <a:pt x="0" y="2613850"/>
                  </a:lnTo>
                  <a:lnTo>
                    <a:pt x="0" y="2665552"/>
                  </a:lnTo>
                  <a:lnTo>
                    <a:pt x="51689" y="2665552"/>
                  </a:lnTo>
                  <a:lnTo>
                    <a:pt x="51689" y="2613850"/>
                  </a:lnTo>
                  <a:close/>
                </a:path>
                <a:path w="1370964" h="2665729">
                  <a:moveTo>
                    <a:pt x="1104074" y="66255"/>
                  </a:moveTo>
                  <a:lnTo>
                    <a:pt x="809637" y="48844"/>
                  </a:lnTo>
                  <a:lnTo>
                    <a:pt x="805091" y="46888"/>
                  </a:lnTo>
                  <a:lnTo>
                    <a:pt x="760323" y="2108"/>
                  </a:lnTo>
                  <a:lnTo>
                    <a:pt x="755777" y="152"/>
                  </a:lnTo>
                  <a:lnTo>
                    <a:pt x="750455" y="0"/>
                  </a:lnTo>
                  <a:lnTo>
                    <a:pt x="518566" y="0"/>
                  </a:lnTo>
                  <a:lnTo>
                    <a:pt x="501167" y="425691"/>
                  </a:lnTo>
                  <a:lnTo>
                    <a:pt x="501675" y="428244"/>
                  </a:lnTo>
                  <a:lnTo>
                    <a:pt x="518566" y="442976"/>
                  </a:lnTo>
                  <a:lnTo>
                    <a:pt x="1085113" y="442963"/>
                  </a:lnTo>
                  <a:lnTo>
                    <a:pt x="1104011" y="426097"/>
                  </a:lnTo>
                  <a:lnTo>
                    <a:pt x="1104074" y="66255"/>
                  </a:lnTo>
                  <a:close/>
                </a:path>
                <a:path w="1370964" h="2665729">
                  <a:moveTo>
                    <a:pt x="1370406" y="2613850"/>
                  </a:moveTo>
                  <a:lnTo>
                    <a:pt x="1318717" y="2613850"/>
                  </a:lnTo>
                  <a:lnTo>
                    <a:pt x="1318717" y="2665552"/>
                  </a:lnTo>
                  <a:lnTo>
                    <a:pt x="1370406" y="2665552"/>
                  </a:lnTo>
                  <a:lnTo>
                    <a:pt x="1370406" y="2613850"/>
                  </a:lnTo>
                  <a:close/>
                </a:path>
                <a:path w="1370964" h="2665729">
                  <a:moveTo>
                    <a:pt x="1370406" y="1661350"/>
                  </a:moveTo>
                  <a:lnTo>
                    <a:pt x="1318717" y="1661350"/>
                  </a:lnTo>
                  <a:lnTo>
                    <a:pt x="1318717" y="1713052"/>
                  </a:lnTo>
                  <a:lnTo>
                    <a:pt x="1370406" y="1713052"/>
                  </a:lnTo>
                  <a:lnTo>
                    <a:pt x="1370406" y="1661350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21722" y="7058059"/>
              <a:ext cx="479425" cy="582930"/>
            </a:xfrm>
            <a:custGeom>
              <a:avLst/>
              <a:gdLst/>
              <a:ahLst/>
              <a:cxnLst/>
              <a:rect l="l" t="t" r="r" b="b"/>
              <a:pathLst>
                <a:path w="479425" h="582929">
                  <a:moveTo>
                    <a:pt x="478802" y="582931"/>
                  </a:moveTo>
                  <a:lnTo>
                    <a:pt x="0" y="582931"/>
                  </a:lnTo>
                  <a:lnTo>
                    <a:pt x="0" y="0"/>
                  </a:lnTo>
                  <a:lnTo>
                    <a:pt x="403116" y="0"/>
                  </a:lnTo>
                  <a:lnTo>
                    <a:pt x="478802" y="75714"/>
                  </a:lnTo>
                  <a:lnTo>
                    <a:pt x="478802" y="582931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24838" y="70580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86" y="75714"/>
                  </a:moveTo>
                  <a:lnTo>
                    <a:pt x="0" y="75714"/>
                  </a:lnTo>
                  <a:lnTo>
                    <a:pt x="0" y="0"/>
                  </a:lnTo>
                  <a:lnTo>
                    <a:pt x="75686" y="75714"/>
                  </a:lnTo>
                  <a:close/>
                </a:path>
              </a:pathLst>
            </a:custGeom>
            <a:solidFill>
              <a:srgbClr val="CB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51452" y="7084524"/>
              <a:ext cx="479425" cy="583565"/>
            </a:xfrm>
            <a:custGeom>
              <a:avLst/>
              <a:gdLst/>
              <a:ahLst/>
              <a:cxnLst/>
              <a:rect l="l" t="t" r="r" b="b"/>
              <a:pathLst>
                <a:path w="479425" h="583565">
                  <a:moveTo>
                    <a:pt x="478803" y="583068"/>
                  </a:moveTo>
                  <a:lnTo>
                    <a:pt x="0" y="583068"/>
                  </a:lnTo>
                  <a:lnTo>
                    <a:pt x="0" y="0"/>
                  </a:lnTo>
                  <a:lnTo>
                    <a:pt x="403116" y="0"/>
                  </a:lnTo>
                  <a:lnTo>
                    <a:pt x="478803" y="75714"/>
                  </a:lnTo>
                  <a:lnTo>
                    <a:pt x="478803" y="583068"/>
                  </a:lnTo>
                  <a:close/>
                </a:path>
              </a:pathLst>
            </a:custGeom>
            <a:solidFill>
              <a:srgbClr val="E7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8993" y="7427353"/>
              <a:ext cx="603250" cy="386080"/>
            </a:xfrm>
            <a:custGeom>
              <a:avLst/>
              <a:gdLst/>
              <a:ahLst/>
              <a:cxnLst/>
              <a:rect l="l" t="t" r="r" b="b"/>
              <a:pathLst>
                <a:path w="603250" h="386079">
                  <a:moveTo>
                    <a:pt x="586502" y="385542"/>
                  </a:moveTo>
                  <a:lnTo>
                    <a:pt x="583945" y="385665"/>
                  </a:lnTo>
                  <a:lnTo>
                    <a:pt x="17270" y="385665"/>
                  </a:lnTo>
                  <a:lnTo>
                    <a:pt x="0" y="17276"/>
                  </a:lnTo>
                  <a:lnTo>
                    <a:pt x="505" y="14735"/>
                  </a:lnTo>
                  <a:lnTo>
                    <a:pt x="17270" y="0"/>
                  </a:lnTo>
                  <a:lnTo>
                    <a:pt x="254483" y="128"/>
                  </a:lnTo>
                  <a:lnTo>
                    <a:pt x="259029" y="2083"/>
                  </a:lnTo>
                  <a:lnTo>
                    <a:pt x="303779" y="46891"/>
                  </a:lnTo>
                  <a:lnTo>
                    <a:pt x="308325" y="48846"/>
                  </a:lnTo>
                  <a:lnTo>
                    <a:pt x="585631" y="48975"/>
                  </a:lnTo>
                  <a:lnTo>
                    <a:pt x="602904" y="368308"/>
                  </a:lnTo>
                  <a:lnTo>
                    <a:pt x="602431" y="370777"/>
                  </a:lnTo>
                  <a:lnTo>
                    <a:pt x="588944" y="384948"/>
                  </a:lnTo>
                  <a:lnTo>
                    <a:pt x="586502" y="385542"/>
                  </a:lnTo>
                  <a:close/>
                </a:path>
              </a:pathLst>
            </a:custGeom>
            <a:solidFill>
              <a:srgbClr val="53C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71899" y="7084529"/>
              <a:ext cx="458470" cy="295910"/>
            </a:xfrm>
            <a:custGeom>
              <a:avLst/>
              <a:gdLst/>
              <a:ahLst/>
              <a:cxnLst/>
              <a:rect l="l" t="t" r="r" b="b"/>
              <a:pathLst>
                <a:path w="458470" h="295909">
                  <a:moveTo>
                    <a:pt x="243293" y="283489"/>
                  </a:moveTo>
                  <a:lnTo>
                    <a:pt x="1231" y="283489"/>
                  </a:lnTo>
                  <a:lnTo>
                    <a:pt x="1231" y="295897"/>
                  </a:lnTo>
                  <a:lnTo>
                    <a:pt x="243293" y="295897"/>
                  </a:lnTo>
                  <a:lnTo>
                    <a:pt x="243293" y="283489"/>
                  </a:lnTo>
                  <a:close/>
                </a:path>
                <a:path w="458470" h="295909">
                  <a:moveTo>
                    <a:pt x="243293" y="248285"/>
                  </a:moveTo>
                  <a:lnTo>
                    <a:pt x="1231" y="248285"/>
                  </a:lnTo>
                  <a:lnTo>
                    <a:pt x="1231" y="260705"/>
                  </a:lnTo>
                  <a:lnTo>
                    <a:pt x="243293" y="260705"/>
                  </a:lnTo>
                  <a:lnTo>
                    <a:pt x="243293" y="248285"/>
                  </a:lnTo>
                  <a:close/>
                </a:path>
                <a:path w="458470" h="295909">
                  <a:moveTo>
                    <a:pt x="359067" y="213093"/>
                  </a:moveTo>
                  <a:lnTo>
                    <a:pt x="1231" y="213093"/>
                  </a:lnTo>
                  <a:lnTo>
                    <a:pt x="1231" y="225501"/>
                  </a:lnTo>
                  <a:lnTo>
                    <a:pt x="359067" y="225501"/>
                  </a:lnTo>
                  <a:lnTo>
                    <a:pt x="359067" y="213093"/>
                  </a:lnTo>
                  <a:close/>
                </a:path>
                <a:path w="458470" h="295909">
                  <a:moveTo>
                    <a:pt x="359067" y="177901"/>
                  </a:moveTo>
                  <a:lnTo>
                    <a:pt x="1231" y="177901"/>
                  </a:lnTo>
                  <a:lnTo>
                    <a:pt x="1231" y="190309"/>
                  </a:lnTo>
                  <a:lnTo>
                    <a:pt x="359067" y="190309"/>
                  </a:lnTo>
                  <a:lnTo>
                    <a:pt x="359067" y="177901"/>
                  </a:lnTo>
                  <a:close/>
                </a:path>
                <a:path w="458470" h="295909">
                  <a:moveTo>
                    <a:pt x="362483" y="33286"/>
                  </a:moveTo>
                  <a:lnTo>
                    <a:pt x="0" y="33286"/>
                  </a:lnTo>
                  <a:lnTo>
                    <a:pt x="0" y="52933"/>
                  </a:lnTo>
                  <a:lnTo>
                    <a:pt x="362483" y="52933"/>
                  </a:lnTo>
                  <a:lnTo>
                    <a:pt x="362483" y="33286"/>
                  </a:lnTo>
                  <a:close/>
                </a:path>
                <a:path w="458470" h="295909">
                  <a:moveTo>
                    <a:pt x="436664" y="142697"/>
                  </a:moveTo>
                  <a:lnTo>
                    <a:pt x="1231" y="142697"/>
                  </a:lnTo>
                  <a:lnTo>
                    <a:pt x="1231" y="155117"/>
                  </a:lnTo>
                  <a:lnTo>
                    <a:pt x="436664" y="155117"/>
                  </a:lnTo>
                  <a:lnTo>
                    <a:pt x="436664" y="142697"/>
                  </a:lnTo>
                  <a:close/>
                </a:path>
                <a:path w="458470" h="295909">
                  <a:moveTo>
                    <a:pt x="436664" y="107632"/>
                  </a:moveTo>
                  <a:lnTo>
                    <a:pt x="1231" y="107632"/>
                  </a:lnTo>
                  <a:lnTo>
                    <a:pt x="1231" y="120053"/>
                  </a:lnTo>
                  <a:lnTo>
                    <a:pt x="436664" y="120053"/>
                  </a:lnTo>
                  <a:lnTo>
                    <a:pt x="436664" y="107632"/>
                  </a:lnTo>
                  <a:close/>
                </a:path>
                <a:path w="458470" h="295909">
                  <a:moveTo>
                    <a:pt x="458343" y="75717"/>
                  </a:moveTo>
                  <a:lnTo>
                    <a:pt x="382663" y="0"/>
                  </a:lnTo>
                  <a:lnTo>
                    <a:pt x="382663" y="75717"/>
                  </a:lnTo>
                  <a:lnTo>
                    <a:pt x="458343" y="75717"/>
                  </a:lnTo>
                  <a:close/>
                </a:path>
              </a:pathLst>
            </a:custGeom>
            <a:solidFill>
              <a:srgbClr val="CB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42285" y="8687757"/>
              <a:ext cx="537845" cy="292735"/>
            </a:xfrm>
            <a:custGeom>
              <a:avLst/>
              <a:gdLst/>
              <a:ahLst/>
              <a:cxnLst/>
              <a:rect l="l" t="t" r="r" b="b"/>
              <a:pathLst>
                <a:path w="537845" h="292734">
                  <a:moveTo>
                    <a:pt x="7840" y="292650"/>
                  </a:moveTo>
                  <a:lnTo>
                    <a:pt x="4767" y="291480"/>
                  </a:lnTo>
                  <a:lnTo>
                    <a:pt x="154" y="285110"/>
                  </a:lnTo>
                  <a:lnTo>
                    <a:pt x="0" y="281824"/>
                  </a:lnTo>
                  <a:lnTo>
                    <a:pt x="1997" y="278437"/>
                  </a:lnTo>
                  <a:lnTo>
                    <a:pt x="11410" y="259726"/>
                  </a:lnTo>
                  <a:lnTo>
                    <a:pt x="19571" y="240528"/>
                  </a:lnTo>
                  <a:lnTo>
                    <a:pt x="26479" y="220845"/>
                  </a:lnTo>
                  <a:lnTo>
                    <a:pt x="32135" y="200677"/>
                  </a:lnTo>
                  <a:lnTo>
                    <a:pt x="32153" y="29931"/>
                  </a:lnTo>
                  <a:lnTo>
                    <a:pt x="33045" y="25525"/>
                  </a:lnTo>
                  <a:lnTo>
                    <a:pt x="62191" y="0"/>
                  </a:lnTo>
                  <a:lnTo>
                    <a:pt x="507739" y="0"/>
                  </a:lnTo>
                  <a:lnTo>
                    <a:pt x="512140" y="875"/>
                  </a:lnTo>
                  <a:lnTo>
                    <a:pt x="537666" y="29937"/>
                  </a:lnTo>
                  <a:lnTo>
                    <a:pt x="537666" y="215764"/>
                  </a:lnTo>
                  <a:lnTo>
                    <a:pt x="512151" y="244922"/>
                  </a:lnTo>
                  <a:lnTo>
                    <a:pt x="89957" y="245832"/>
                  </a:lnTo>
                  <a:lnTo>
                    <a:pt x="73098" y="261945"/>
                  </a:lnTo>
                  <a:lnTo>
                    <a:pt x="54432" y="274978"/>
                  </a:lnTo>
                  <a:lnTo>
                    <a:pt x="33959" y="284932"/>
                  </a:lnTo>
                  <a:lnTo>
                    <a:pt x="11679" y="291806"/>
                  </a:lnTo>
                  <a:lnTo>
                    <a:pt x="7840" y="292650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9302" y="8742724"/>
              <a:ext cx="159267" cy="1386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6695" y="8759581"/>
              <a:ext cx="251607" cy="10596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37081" y="7737714"/>
              <a:ext cx="2916555" cy="1703705"/>
            </a:xfrm>
            <a:custGeom>
              <a:avLst/>
              <a:gdLst/>
              <a:ahLst/>
              <a:cxnLst/>
              <a:rect l="l" t="t" r="r" b="b"/>
              <a:pathLst>
                <a:path w="2916554" h="1703704">
                  <a:moveTo>
                    <a:pt x="2857816" y="1703502"/>
                  </a:moveTo>
                  <a:lnTo>
                    <a:pt x="58230" y="1703502"/>
                  </a:lnTo>
                  <a:lnTo>
                    <a:pt x="54177" y="1703103"/>
                  </a:lnTo>
                  <a:lnTo>
                    <a:pt x="15360" y="1682347"/>
                  </a:lnTo>
                  <a:lnTo>
                    <a:pt x="0" y="1645251"/>
                  </a:lnTo>
                  <a:lnTo>
                    <a:pt x="0" y="58251"/>
                  </a:lnTo>
                  <a:lnTo>
                    <a:pt x="15360" y="21154"/>
                  </a:lnTo>
                  <a:lnTo>
                    <a:pt x="54177" y="399"/>
                  </a:lnTo>
                  <a:lnTo>
                    <a:pt x="58230" y="0"/>
                  </a:lnTo>
                  <a:lnTo>
                    <a:pt x="62322" y="0"/>
                  </a:lnTo>
                  <a:lnTo>
                    <a:pt x="2857816" y="0"/>
                  </a:lnTo>
                  <a:lnTo>
                    <a:pt x="2894899" y="15365"/>
                  </a:lnTo>
                  <a:lnTo>
                    <a:pt x="2915647" y="54196"/>
                  </a:lnTo>
                  <a:lnTo>
                    <a:pt x="2916046" y="58251"/>
                  </a:lnTo>
                  <a:lnTo>
                    <a:pt x="2916046" y="1645251"/>
                  </a:lnTo>
                  <a:lnTo>
                    <a:pt x="2900686" y="1682347"/>
                  </a:lnTo>
                  <a:lnTo>
                    <a:pt x="2861869" y="1703103"/>
                  </a:lnTo>
                  <a:lnTo>
                    <a:pt x="2857816" y="1703502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77312" y="7888050"/>
              <a:ext cx="2835910" cy="1506855"/>
            </a:xfrm>
            <a:custGeom>
              <a:avLst/>
              <a:gdLst/>
              <a:ahLst/>
              <a:cxnLst/>
              <a:rect l="l" t="t" r="r" b="b"/>
              <a:pathLst>
                <a:path w="2835910" h="1506854">
                  <a:moveTo>
                    <a:pt x="0" y="1473713"/>
                  </a:moveTo>
                  <a:lnTo>
                    <a:pt x="0" y="32659"/>
                  </a:lnTo>
                  <a:lnTo>
                    <a:pt x="955" y="27856"/>
                  </a:lnTo>
                  <a:lnTo>
                    <a:pt x="32648" y="0"/>
                  </a:lnTo>
                  <a:lnTo>
                    <a:pt x="2802939" y="0"/>
                  </a:lnTo>
                  <a:lnTo>
                    <a:pt x="2807740" y="955"/>
                  </a:lnTo>
                  <a:lnTo>
                    <a:pt x="2835586" y="32659"/>
                  </a:lnTo>
                  <a:lnTo>
                    <a:pt x="2835586" y="37652"/>
                  </a:lnTo>
                  <a:lnTo>
                    <a:pt x="2835586" y="1473713"/>
                  </a:lnTo>
                  <a:lnTo>
                    <a:pt x="2807740" y="1505416"/>
                  </a:lnTo>
                  <a:lnTo>
                    <a:pt x="2802939" y="1506372"/>
                  </a:lnTo>
                  <a:lnTo>
                    <a:pt x="32648" y="1506372"/>
                  </a:lnTo>
                  <a:lnTo>
                    <a:pt x="955" y="1478516"/>
                  </a:lnTo>
                  <a:lnTo>
                    <a:pt x="0" y="14737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0300" y="7776048"/>
              <a:ext cx="73914" cy="7394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98236" y="7776030"/>
              <a:ext cx="73943" cy="739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6331" y="7776048"/>
              <a:ext cx="73913" cy="7394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212728" y="8742599"/>
              <a:ext cx="41910" cy="6985"/>
            </a:xfrm>
            <a:custGeom>
              <a:avLst/>
              <a:gdLst/>
              <a:ahLst/>
              <a:cxnLst/>
              <a:rect l="l" t="t" r="r" b="b"/>
              <a:pathLst>
                <a:path w="41909" h="6984">
                  <a:moveTo>
                    <a:pt x="41457" y="6821"/>
                  </a:moveTo>
                  <a:lnTo>
                    <a:pt x="0" y="6821"/>
                  </a:lnTo>
                  <a:lnTo>
                    <a:pt x="0" y="0"/>
                  </a:lnTo>
                  <a:lnTo>
                    <a:pt x="41457" y="0"/>
                  </a:lnTo>
                  <a:lnTo>
                    <a:pt x="41457" y="6821"/>
                  </a:lnTo>
                  <a:close/>
                </a:path>
              </a:pathLst>
            </a:custGeom>
            <a:solidFill>
              <a:srgbClr val="37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50542" y="8725546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20455" y="20463"/>
                  </a:moveTo>
                  <a:lnTo>
                    <a:pt x="0" y="20463"/>
                  </a:lnTo>
                  <a:lnTo>
                    <a:pt x="0" y="0"/>
                  </a:lnTo>
                </a:path>
              </a:pathLst>
            </a:custGeom>
            <a:ln w="6819">
              <a:solidFill>
                <a:srgbClr val="373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47127" y="8035797"/>
              <a:ext cx="6985" cy="647065"/>
            </a:xfrm>
            <a:custGeom>
              <a:avLst/>
              <a:gdLst/>
              <a:ahLst/>
              <a:cxnLst/>
              <a:rect l="l" t="t" r="r" b="b"/>
              <a:pathLst>
                <a:path w="6984" h="647065">
                  <a:moveTo>
                    <a:pt x="6819" y="603542"/>
                  </a:moveTo>
                  <a:lnTo>
                    <a:pt x="0" y="603542"/>
                  </a:lnTo>
                  <a:lnTo>
                    <a:pt x="0" y="646645"/>
                  </a:lnTo>
                  <a:lnTo>
                    <a:pt x="6819" y="646645"/>
                  </a:lnTo>
                  <a:lnTo>
                    <a:pt x="6819" y="603542"/>
                  </a:lnTo>
                  <a:close/>
                </a:path>
                <a:path w="6984" h="647065">
                  <a:moveTo>
                    <a:pt x="6819" y="517321"/>
                  </a:moveTo>
                  <a:lnTo>
                    <a:pt x="0" y="517321"/>
                  </a:lnTo>
                  <a:lnTo>
                    <a:pt x="0" y="560425"/>
                  </a:lnTo>
                  <a:lnTo>
                    <a:pt x="6819" y="560425"/>
                  </a:lnTo>
                  <a:lnTo>
                    <a:pt x="6819" y="517321"/>
                  </a:lnTo>
                  <a:close/>
                </a:path>
                <a:path w="6984" h="647065">
                  <a:moveTo>
                    <a:pt x="6819" y="431101"/>
                  </a:moveTo>
                  <a:lnTo>
                    <a:pt x="0" y="431101"/>
                  </a:lnTo>
                  <a:lnTo>
                    <a:pt x="0" y="474205"/>
                  </a:lnTo>
                  <a:lnTo>
                    <a:pt x="6819" y="474205"/>
                  </a:lnTo>
                  <a:lnTo>
                    <a:pt x="6819" y="431101"/>
                  </a:lnTo>
                  <a:close/>
                </a:path>
                <a:path w="6984" h="647065">
                  <a:moveTo>
                    <a:pt x="6819" y="344881"/>
                  </a:moveTo>
                  <a:lnTo>
                    <a:pt x="0" y="344881"/>
                  </a:lnTo>
                  <a:lnTo>
                    <a:pt x="0" y="387985"/>
                  </a:lnTo>
                  <a:lnTo>
                    <a:pt x="6819" y="387985"/>
                  </a:lnTo>
                  <a:lnTo>
                    <a:pt x="6819" y="344881"/>
                  </a:lnTo>
                  <a:close/>
                </a:path>
                <a:path w="6984" h="647065">
                  <a:moveTo>
                    <a:pt x="6819" y="258660"/>
                  </a:moveTo>
                  <a:lnTo>
                    <a:pt x="0" y="258660"/>
                  </a:lnTo>
                  <a:lnTo>
                    <a:pt x="0" y="301764"/>
                  </a:lnTo>
                  <a:lnTo>
                    <a:pt x="6819" y="301764"/>
                  </a:lnTo>
                  <a:lnTo>
                    <a:pt x="6819" y="258660"/>
                  </a:lnTo>
                  <a:close/>
                </a:path>
                <a:path w="6984" h="647065">
                  <a:moveTo>
                    <a:pt x="6819" y="172440"/>
                  </a:moveTo>
                  <a:lnTo>
                    <a:pt x="0" y="172440"/>
                  </a:lnTo>
                  <a:lnTo>
                    <a:pt x="0" y="215557"/>
                  </a:lnTo>
                  <a:lnTo>
                    <a:pt x="6819" y="215557"/>
                  </a:lnTo>
                  <a:lnTo>
                    <a:pt x="6819" y="172440"/>
                  </a:lnTo>
                  <a:close/>
                </a:path>
                <a:path w="6984" h="647065">
                  <a:moveTo>
                    <a:pt x="6819" y="86220"/>
                  </a:moveTo>
                  <a:lnTo>
                    <a:pt x="0" y="86220"/>
                  </a:lnTo>
                  <a:lnTo>
                    <a:pt x="0" y="129336"/>
                  </a:lnTo>
                  <a:lnTo>
                    <a:pt x="6819" y="129336"/>
                  </a:lnTo>
                  <a:lnTo>
                    <a:pt x="6819" y="86220"/>
                  </a:lnTo>
                  <a:close/>
                </a:path>
                <a:path w="6984" h="647065">
                  <a:moveTo>
                    <a:pt x="6819" y="0"/>
                  </a:moveTo>
                  <a:lnTo>
                    <a:pt x="0" y="0"/>
                  </a:lnTo>
                  <a:lnTo>
                    <a:pt x="0" y="43116"/>
                  </a:lnTo>
                  <a:lnTo>
                    <a:pt x="6819" y="43116"/>
                  </a:lnTo>
                  <a:lnTo>
                    <a:pt x="6819" y="0"/>
                  </a:lnTo>
                  <a:close/>
                </a:path>
              </a:pathLst>
            </a:custGeom>
            <a:solidFill>
              <a:srgbClr val="37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50542" y="7972087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20463"/>
                  </a:moveTo>
                  <a:lnTo>
                    <a:pt x="0" y="0"/>
                  </a:lnTo>
                  <a:lnTo>
                    <a:pt x="20455" y="0"/>
                  </a:lnTo>
                </a:path>
              </a:pathLst>
            </a:custGeom>
            <a:ln w="6819">
              <a:solidFill>
                <a:srgbClr val="373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12455" y="7972087"/>
              <a:ext cx="953769" cy="0"/>
            </a:xfrm>
            <a:custGeom>
              <a:avLst/>
              <a:gdLst/>
              <a:ahLst/>
              <a:cxnLst/>
              <a:rect l="l" t="t" r="r" b="b"/>
              <a:pathLst>
                <a:path w="953769">
                  <a:moveTo>
                    <a:pt x="0" y="0"/>
                  </a:moveTo>
                  <a:lnTo>
                    <a:pt x="953514" y="0"/>
                  </a:lnTo>
                </a:path>
              </a:pathLst>
            </a:custGeom>
            <a:ln w="6821">
              <a:solidFill>
                <a:srgbClr val="37346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07700" y="7972087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0"/>
                  </a:moveTo>
                  <a:lnTo>
                    <a:pt x="20455" y="0"/>
                  </a:lnTo>
                  <a:lnTo>
                    <a:pt x="20455" y="20463"/>
                  </a:lnTo>
                </a:path>
              </a:pathLst>
            </a:custGeom>
            <a:ln w="6819">
              <a:solidFill>
                <a:srgbClr val="373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24746" y="8035659"/>
              <a:ext cx="6985" cy="43180"/>
            </a:xfrm>
            <a:custGeom>
              <a:avLst/>
              <a:gdLst/>
              <a:ahLst/>
              <a:cxnLst/>
              <a:rect l="l" t="t" r="r" b="b"/>
              <a:pathLst>
                <a:path w="6985" h="43179">
                  <a:moveTo>
                    <a:pt x="6818" y="43109"/>
                  </a:moveTo>
                  <a:lnTo>
                    <a:pt x="0" y="43109"/>
                  </a:lnTo>
                  <a:lnTo>
                    <a:pt x="0" y="0"/>
                  </a:lnTo>
                  <a:lnTo>
                    <a:pt x="6818" y="0"/>
                  </a:lnTo>
                  <a:lnTo>
                    <a:pt x="6818" y="43109"/>
                  </a:lnTo>
                  <a:close/>
                </a:path>
              </a:pathLst>
            </a:custGeom>
            <a:solidFill>
              <a:srgbClr val="37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76550" y="8096777"/>
              <a:ext cx="1078230" cy="774065"/>
            </a:xfrm>
            <a:custGeom>
              <a:avLst/>
              <a:gdLst/>
              <a:ahLst/>
              <a:cxnLst/>
              <a:rect l="l" t="t" r="r" b="b"/>
              <a:pathLst>
                <a:path w="1078230" h="774065">
                  <a:moveTo>
                    <a:pt x="1077613" y="773922"/>
                  </a:moveTo>
                  <a:lnTo>
                    <a:pt x="0" y="773922"/>
                  </a:lnTo>
                  <a:lnTo>
                    <a:pt x="0" y="0"/>
                  </a:lnTo>
                  <a:lnTo>
                    <a:pt x="1077613" y="0"/>
                  </a:lnTo>
                  <a:lnTo>
                    <a:pt x="1077613" y="773922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44055" y="8249569"/>
              <a:ext cx="940435" cy="559435"/>
            </a:xfrm>
            <a:custGeom>
              <a:avLst/>
              <a:gdLst/>
              <a:ahLst/>
              <a:cxnLst/>
              <a:rect l="l" t="t" r="r" b="b"/>
              <a:pathLst>
                <a:path w="940435" h="559434">
                  <a:moveTo>
                    <a:pt x="940286" y="559057"/>
                  </a:moveTo>
                  <a:lnTo>
                    <a:pt x="0" y="559057"/>
                  </a:lnTo>
                  <a:lnTo>
                    <a:pt x="296336" y="0"/>
                  </a:lnTo>
                  <a:lnTo>
                    <a:pt x="519032" y="384164"/>
                  </a:lnTo>
                  <a:lnTo>
                    <a:pt x="669996" y="224687"/>
                  </a:lnTo>
                  <a:lnTo>
                    <a:pt x="940286" y="559057"/>
                  </a:lnTo>
                  <a:close/>
                </a:path>
              </a:pathLst>
            </a:custGeom>
            <a:ln w="272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1581" y="8174540"/>
              <a:ext cx="211381" cy="21144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50531" y="7984096"/>
              <a:ext cx="2670175" cy="1327150"/>
            </a:xfrm>
            <a:custGeom>
              <a:avLst/>
              <a:gdLst/>
              <a:ahLst/>
              <a:cxnLst/>
              <a:rect l="l" t="t" r="r" b="b"/>
              <a:pathLst>
                <a:path w="2670175" h="1327150">
                  <a:moveTo>
                    <a:pt x="1203629" y="968730"/>
                  </a:moveTo>
                  <a:lnTo>
                    <a:pt x="0" y="968730"/>
                  </a:lnTo>
                  <a:lnTo>
                    <a:pt x="0" y="1326845"/>
                  </a:lnTo>
                  <a:lnTo>
                    <a:pt x="1203629" y="1326845"/>
                  </a:lnTo>
                  <a:lnTo>
                    <a:pt x="1203629" y="968730"/>
                  </a:lnTo>
                  <a:close/>
                </a:path>
                <a:path w="2670175" h="1327150">
                  <a:moveTo>
                    <a:pt x="1450187" y="563562"/>
                  </a:moveTo>
                  <a:lnTo>
                    <a:pt x="1327454" y="563562"/>
                  </a:lnTo>
                  <a:lnTo>
                    <a:pt x="1327454" y="604901"/>
                  </a:lnTo>
                  <a:lnTo>
                    <a:pt x="1450187" y="604901"/>
                  </a:lnTo>
                  <a:lnTo>
                    <a:pt x="1450187" y="563562"/>
                  </a:lnTo>
                  <a:close/>
                </a:path>
                <a:path w="2670175" h="1327150">
                  <a:moveTo>
                    <a:pt x="1469009" y="357835"/>
                  </a:moveTo>
                  <a:lnTo>
                    <a:pt x="1327454" y="357835"/>
                  </a:lnTo>
                  <a:lnTo>
                    <a:pt x="1327454" y="399173"/>
                  </a:lnTo>
                  <a:lnTo>
                    <a:pt x="1469009" y="399173"/>
                  </a:lnTo>
                  <a:lnTo>
                    <a:pt x="1469009" y="357835"/>
                  </a:lnTo>
                  <a:close/>
                </a:path>
                <a:path w="2670175" h="1327150">
                  <a:moveTo>
                    <a:pt x="1648066" y="460705"/>
                  </a:moveTo>
                  <a:lnTo>
                    <a:pt x="1327454" y="460705"/>
                  </a:lnTo>
                  <a:lnTo>
                    <a:pt x="1327454" y="502031"/>
                  </a:lnTo>
                  <a:lnTo>
                    <a:pt x="1648066" y="502031"/>
                  </a:lnTo>
                  <a:lnTo>
                    <a:pt x="1648066" y="460705"/>
                  </a:lnTo>
                  <a:close/>
                </a:path>
                <a:path w="2670175" h="1327150">
                  <a:moveTo>
                    <a:pt x="1713255" y="151980"/>
                  </a:moveTo>
                  <a:lnTo>
                    <a:pt x="1327454" y="151980"/>
                  </a:lnTo>
                  <a:lnTo>
                    <a:pt x="1327454" y="193306"/>
                  </a:lnTo>
                  <a:lnTo>
                    <a:pt x="1713255" y="193306"/>
                  </a:lnTo>
                  <a:lnTo>
                    <a:pt x="1713255" y="151980"/>
                  </a:lnTo>
                  <a:close/>
                </a:path>
                <a:path w="2670175" h="1327150">
                  <a:moveTo>
                    <a:pt x="1765884" y="563562"/>
                  </a:moveTo>
                  <a:lnTo>
                    <a:pt x="1496555" y="563562"/>
                  </a:lnTo>
                  <a:lnTo>
                    <a:pt x="1496555" y="604901"/>
                  </a:lnTo>
                  <a:lnTo>
                    <a:pt x="1765884" y="604901"/>
                  </a:lnTo>
                  <a:lnTo>
                    <a:pt x="1765884" y="563562"/>
                  </a:lnTo>
                  <a:close/>
                </a:path>
                <a:path w="2670175" h="1327150">
                  <a:moveTo>
                    <a:pt x="1810893" y="460705"/>
                  </a:moveTo>
                  <a:lnTo>
                    <a:pt x="1703158" y="460705"/>
                  </a:lnTo>
                  <a:lnTo>
                    <a:pt x="1703158" y="502031"/>
                  </a:lnTo>
                  <a:lnTo>
                    <a:pt x="1810893" y="502031"/>
                  </a:lnTo>
                  <a:lnTo>
                    <a:pt x="1810893" y="460705"/>
                  </a:lnTo>
                  <a:close/>
                </a:path>
                <a:path w="2670175" h="1327150">
                  <a:moveTo>
                    <a:pt x="1835988" y="254977"/>
                  </a:moveTo>
                  <a:lnTo>
                    <a:pt x="1327454" y="254977"/>
                  </a:lnTo>
                  <a:lnTo>
                    <a:pt x="1327454" y="296316"/>
                  </a:lnTo>
                  <a:lnTo>
                    <a:pt x="1835988" y="296316"/>
                  </a:lnTo>
                  <a:lnTo>
                    <a:pt x="1835988" y="254977"/>
                  </a:lnTo>
                  <a:close/>
                </a:path>
                <a:path w="2670175" h="1327150">
                  <a:moveTo>
                    <a:pt x="1922449" y="151980"/>
                  </a:moveTo>
                  <a:lnTo>
                    <a:pt x="1765884" y="151980"/>
                  </a:lnTo>
                  <a:lnTo>
                    <a:pt x="1765884" y="193306"/>
                  </a:lnTo>
                  <a:lnTo>
                    <a:pt x="1922449" y="193306"/>
                  </a:lnTo>
                  <a:lnTo>
                    <a:pt x="1922449" y="151980"/>
                  </a:lnTo>
                  <a:close/>
                </a:path>
                <a:path w="2670175" h="1327150">
                  <a:moveTo>
                    <a:pt x="1948764" y="357835"/>
                  </a:moveTo>
                  <a:lnTo>
                    <a:pt x="1501597" y="357835"/>
                  </a:lnTo>
                  <a:lnTo>
                    <a:pt x="1501597" y="399173"/>
                  </a:lnTo>
                  <a:lnTo>
                    <a:pt x="1948764" y="399173"/>
                  </a:lnTo>
                  <a:lnTo>
                    <a:pt x="1948764" y="357835"/>
                  </a:lnTo>
                  <a:close/>
                </a:path>
                <a:path w="2670175" h="1327150">
                  <a:moveTo>
                    <a:pt x="2072728" y="460705"/>
                  </a:moveTo>
                  <a:lnTo>
                    <a:pt x="1861070" y="460705"/>
                  </a:lnTo>
                  <a:lnTo>
                    <a:pt x="1861070" y="502031"/>
                  </a:lnTo>
                  <a:lnTo>
                    <a:pt x="2072728" y="502031"/>
                  </a:lnTo>
                  <a:lnTo>
                    <a:pt x="2072728" y="460705"/>
                  </a:lnTo>
                  <a:close/>
                </a:path>
                <a:path w="2670175" h="1327150">
                  <a:moveTo>
                    <a:pt x="2090178" y="254977"/>
                  </a:moveTo>
                  <a:lnTo>
                    <a:pt x="1892300" y="254977"/>
                  </a:lnTo>
                  <a:lnTo>
                    <a:pt x="1892300" y="296316"/>
                  </a:lnTo>
                  <a:lnTo>
                    <a:pt x="2090178" y="296316"/>
                  </a:lnTo>
                  <a:lnTo>
                    <a:pt x="2090178" y="254977"/>
                  </a:lnTo>
                  <a:close/>
                </a:path>
                <a:path w="2670175" h="1327150">
                  <a:moveTo>
                    <a:pt x="2245512" y="357835"/>
                  </a:moveTo>
                  <a:lnTo>
                    <a:pt x="1991309" y="357835"/>
                  </a:lnTo>
                  <a:lnTo>
                    <a:pt x="1991309" y="399173"/>
                  </a:lnTo>
                  <a:lnTo>
                    <a:pt x="2245512" y="399173"/>
                  </a:lnTo>
                  <a:lnTo>
                    <a:pt x="2245512" y="357835"/>
                  </a:lnTo>
                  <a:close/>
                </a:path>
                <a:path w="2670175" h="1327150">
                  <a:moveTo>
                    <a:pt x="2333193" y="254977"/>
                  </a:moveTo>
                  <a:lnTo>
                    <a:pt x="2135327" y="254977"/>
                  </a:lnTo>
                  <a:lnTo>
                    <a:pt x="2135327" y="296316"/>
                  </a:lnTo>
                  <a:lnTo>
                    <a:pt x="2333193" y="296316"/>
                  </a:lnTo>
                  <a:lnTo>
                    <a:pt x="2333193" y="254977"/>
                  </a:lnTo>
                  <a:close/>
                </a:path>
                <a:path w="2670175" h="1327150">
                  <a:moveTo>
                    <a:pt x="2393200" y="151980"/>
                  </a:moveTo>
                  <a:lnTo>
                    <a:pt x="1982444" y="151980"/>
                  </a:lnTo>
                  <a:lnTo>
                    <a:pt x="1982444" y="193306"/>
                  </a:lnTo>
                  <a:lnTo>
                    <a:pt x="2393200" y="193306"/>
                  </a:lnTo>
                  <a:lnTo>
                    <a:pt x="2393200" y="151980"/>
                  </a:lnTo>
                  <a:close/>
                </a:path>
                <a:path w="2670175" h="1327150">
                  <a:moveTo>
                    <a:pt x="2614942" y="254977"/>
                  </a:moveTo>
                  <a:lnTo>
                    <a:pt x="2363749" y="254977"/>
                  </a:lnTo>
                  <a:lnTo>
                    <a:pt x="2363749" y="296316"/>
                  </a:lnTo>
                  <a:lnTo>
                    <a:pt x="2614942" y="296316"/>
                  </a:lnTo>
                  <a:lnTo>
                    <a:pt x="2614942" y="254977"/>
                  </a:lnTo>
                  <a:close/>
                </a:path>
                <a:path w="2670175" h="1327150">
                  <a:moveTo>
                    <a:pt x="2669768" y="151980"/>
                  </a:moveTo>
                  <a:lnTo>
                    <a:pt x="2425789" y="151980"/>
                  </a:lnTo>
                  <a:lnTo>
                    <a:pt x="2425789" y="193306"/>
                  </a:lnTo>
                  <a:lnTo>
                    <a:pt x="2669768" y="193306"/>
                  </a:lnTo>
                  <a:lnTo>
                    <a:pt x="2669768" y="151980"/>
                  </a:lnTo>
                  <a:close/>
                </a:path>
                <a:path w="2670175" h="1327150">
                  <a:moveTo>
                    <a:pt x="2669768" y="0"/>
                  </a:moveTo>
                  <a:lnTo>
                    <a:pt x="1327454" y="0"/>
                  </a:lnTo>
                  <a:lnTo>
                    <a:pt x="1327454" y="82537"/>
                  </a:lnTo>
                  <a:lnTo>
                    <a:pt x="2669768" y="82537"/>
                  </a:lnTo>
                  <a:lnTo>
                    <a:pt x="2669768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82446" y="8977109"/>
              <a:ext cx="228600" cy="307975"/>
            </a:xfrm>
            <a:custGeom>
              <a:avLst/>
              <a:gdLst/>
              <a:ahLst/>
              <a:cxnLst/>
              <a:rect l="l" t="t" r="r" b="b"/>
              <a:pathLst>
                <a:path w="228600" h="307975">
                  <a:moveTo>
                    <a:pt x="228422" y="244195"/>
                  </a:moveTo>
                  <a:lnTo>
                    <a:pt x="0" y="244195"/>
                  </a:lnTo>
                  <a:lnTo>
                    <a:pt x="0" y="307365"/>
                  </a:lnTo>
                  <a:lnTo>
                    <a:pt x="228422" y="307365"/>
                  </a:lnTo>
                  <a:lnTo>
                    <a:pt x="228422" y="244195"/>
                  </a:lnTo>
                  <a:close/>
                </a:path>
                <a:path w="228600" h="307975">
                  <a:moveTo>
                    <a:pt x="228422" y="0"/>
                  </a:moveTo>
                  <a:lnTo>
                    <a:pt x="0" y="0"/>
                  </a:lnTo>
                  <a:lnTo>
                    <a:pt x="0" y="212547"/>
                  </a:lnTo>
                  <a:lnTo>
                    <a:pt x="228422" y="212547"/>
                  </a:lnTo>
                  <a:lnTo>
                    <a:pt x="228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73606" y="8977109"/>
              <a:ext cx="833119" cy="307975"/>
            </a:xfrm>
            <a:custGeom>
              <a:avLst/>
              <a:gdLst/>
              <a:ahLst/>
              <a:cxnLst/>
              <a:rect l="l" t="t" r="r" b="b"/>
              <a:pathLst>
                <a:path w="833119" h="307975">
                  <a:moveTo>
                    <a:pt x="228422" y="94818"/>
                  </a:moveTo>
                  <a:lnTo>
                    <a:pt x="0" y="94818"/>
                  </a:lnTo>
                  <a:lnTo>
                    <a:pt x="0" y="307365"/>
                  </a:lnTo>
                  <a:lnTo>
                    <a:pt x="228422" y="307365"/>
                  </a:lnTo>
                  <a:lnTo>
                    <a:pt x="228422" y="94818"/>
                  </a:lnTo>
                  <a:close/>
                </a:path>
                <a:path w="833119" h="307975">
                  <a:moveTo>
                    <a:pt x="228422" y="0"/>
                  </a:moveTo>
                  <a:lnTo>
                    <a:pt x="0" y="0"/>
                  </a:lnTo>
                  <a:lnTo>
                    <a:pt x="0" y="63169"/>
                  </a:lnTo>
                  <a:lnTo>
                    <a:pt x="228422" y="63169"/>
                  </a:lnTo>
                  <a:lnTo>
                    <a:pt x="228422" y="0"/>
                  </a:lnTo>
                  <a:close/>
                </a:path>
                <a:path w="833119" h="307975">
                  <a:moveTo>
                    <a:pt x="542074" y="244195"/>
                  </a:moveTo>
                  <a:lnTo>
                    <a:pt x="313651" y="244195"/>
                  </a:lnTo>
                  <a:lnTo>
                    <a:pt x="313651" y="307365"/>
                  </a:lnTo>
                  <a:lnTo>
                    <a:pt x="542074" y="307365"/>
                  </a:lnTo>
                  <a:lnTo>
                    <a:pt x="542074" y="244195"/>
                  </a:lnTo>
                  <a:close/>
                </a:path>
                <a:path w="833119" h="307975">
                  <a:moveTo>
                    <a:pt x="542074" y="0"/>
                  </a:moveTo>
                  <a:lnTo>
                    <a:pt x="313651" y="0"/>
                  </a:lnTo>
                  <a:lnTo>
                    <a:pt x="313651" y="212547"/>
                  </a:lnTo>
                  <a:lnTo>
                    <a:pt x="542074" y="212547"/>
                  </a:lnTo>
                  <a:lnTo>
                    <a:pt x="542074" y="0"/>
                  </a:lnTo>
                  <a:close/>
                </a:path>
                <a:path w="833119" h="307975">
                  <a:moveTo>
                    <a:pt x="833094" y="94818"/>
                  </a:moveTo>
                  <a:lnTo>
                    <a:pt x="604672" y="94818"/>
                  </a:lnTo>
                  <a:lnTo>
                    <a:pt x="604672" y="307365"/>
                  </a:lnTo>
                  <a:lnTo>
                    <a:pt x="833094" y="307365"/>
                  </a:lnTo>
                  <a:lnTo>
                    <a:pt x="833094" y="94818"/>
                  </a:lnTo>
                  <a:close/>
                </a:path>
                <a:path w="833119" h="307975">
                  <a:moveTo>
                    <a:pt x="833094" y="0"/>
                  </a:moveTo>
                  <a:lnTo>
                    <a:pt x="604672" y="0"/>
                  </a:lnTo>
                  <a:lnTo>
                    <a:pt x="604672" y="63169"/>
                  </a:lnTo>
                  <a:lnTo>
                    <a:pt x="833094" y="63169"/>
                  </a:lnTo>
                  <a:lnTo>
                    <a:pt x="8330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05938" y="8662911"/>
              <a:ext cx="1355090" cy="658495"/>
            </a:xfrm>
            <a:custGeom>
              <a:avLst/>
              <a:gdLst/>
              <a:ahLst/>
              <a:cxnLst/>
              <a:rect l="l" t="t" r="r" b="b"/>
              <a:pathLst>
                <a:path w="1355089" h="658495">
                  <a:moveTo>
                    <a:pt x="1355001" y="24396"/>
                  </a:moveTo>
                  <a:lnTo>
                    <a:pt x="1341221" y="3683"/>
                  </a:lnTo>
                  <a:lnTo>
                    <a:pt x="1341221" y="73964"/>
                  </a:lnTo>
                  <a:lnTo>
                    <a:pt x="1341221" y="624128"/>
                  </a:lnTo>
                  <a:lnTo>
                    <a:pt x="1320990" y="644347"/>
                  </a:lnTo>
                  <a:lnTo>
                    <a:pt x="37096" y="644347"/>
                  </a:lnTo>
                  <a:lnTo>
                    <a:pt x="33985" y="644359"/>
                  </a:lnTo>
                  <a:lnTo>
                    <a:pt x="13639" y="624128"/>
                  </a:lnTo>
                  <a:lnTo>
                    <a:pt x="13639" y="73964"/>
                  </a:lnTo>
                  <a:lnTo>
                    <a:pt x="1341221" y="73964"/>
                  </a:lnTo>
                  <a:lnTo>
                    <a:pt x="1341221" y="3683"/>
                  </a:lnTo>
                  <a:lnTo>
                    <a:pt x="1341094" y="3594"/>
                  </a:lnTo>
                  <a:lnTo>
                    <a:pt x="1334211" y="736"/>
                  </a:lnTo>
                  <a:lnTo>
                    <a:pt x="1330629" y="25"/>
                  </a:lnTo>
                  <a:lnTo>
                    <a:pt x="24625" y="0"/>
                  </a:lnTo>
                  <a:lnTo>
                    <a:pt x="21018" y="698"/>
                  </a:lnTo>
                  <a:lnTo>
                    <a:pt x="12" y="46139"/>
                  </a:lnTo>
                  <a:lnTo>
                    <a:pt x="0" y="73964"/>
                  </a:lnTo>
                  <a:lnTo>
                    <a:pt x="0" y="625932"/>
                  </a:lnTo>
                  <a:lnTo>
                    <a:pt x="939" y="630631"/>
                  </a:lnTo>
                  <a:lnTo>
                    <a:pt x="32181" y="657999"/>
                  </a:lnTo>
                  <a:lnTo>
                    <a:pt x="1322806" y="657987"/>
                  </a:lnTo>
                  <a:lnTo>
                    <a:pt x="1327518" y="657047"/>
                  </a:lnTo>
                  <a:lnTo>
                    <a:pt x="1336573" y="653300"/>
                  </a:lnTo>
                  <a:lnTo>
                    <a:pt x="1340573" y="650621"/>
                  </a:lnTo>
                  <a:lnTo>
                    <a:pt x="1346822" y="644359"/>
                  </a:lnTo>
                  <a:lnTo>
                    <a:pt x="1347495" y="643686"/>
                  </a:lnTo>
                  <a:lnTo>
                    <a:pt x="1350175" y="639699"/>
                  </a:lnTo>
                  <a:lnTo>
                    <a:pt x="1353908" y="630656"/>
                  </a:lnTo>
                  <a:lnTo>
                    <a:pt x="1354861" y="625932"/>
                  </a:lnTo>
                  <a:lnTo>
                    <a:pt x="1354861" y="73964"/>
                  </a:lnTo>
                  <a:lnTo>
                    <a:pt x="1355001" y="24396"/>
                  </a:lnTo>
                  <a:close/>
                </a:path>
              </a:pathLst>
            </a:custGeom>
            <a:solidFill>
              <a:srgbClr val="45A6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53119" y="8782583"/>
              <a:ext cx="1249045" cy="492125"/>
            </a:xfrm>
            <a:custGeom>
              <a:avLst/>
              <a:gdLst/>
              <a:ahLst/>
              <a:cxnLst/>
              <a:rect l="l" t="t" r="r" b="b"/>
              <a:pathLst>
                <a:path w="1249045" h="492125">
                  <a:moveTo>
                    <a:pt x="170472" y="0"/>
                  </a:moveTo>
                  <a:lnTo>
                    <a:pt x="0" y="0"/>
                  </a:lnTo>
                  <a:lnTo>
                    <a:pt x="0" y="491934"/>
                  </a:lnTo>
                  <a:lnTo>
                    <a:pt x="170472" y="491934"/>
                  </a:lnTo>
                  <a:lnTo>
                    <a:pt x="170472" y="0"/>
                  </a:lnTo>
                  <a:close/>
                </a:path>
                <a:path w="1249045" h="492125">
                  <a:moveTo>
                    <a:pt x="1248498" y="0"/>
                  </a:moveTo>
                  <a:lnTo>
                    <a:pt x="424802" y="0"/>
                  </a:lnTo>
                  <a:lnTo>
                    <a:pt x="424802" y="491934"/>
                  </a:lnTo>
                  <a:lnTo>
                    <a:pt x="1248498" y="491934"/>
                  </a:lnTo>
                  <a:lnTo>
                    <a:pt x="1248498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21838" y="8808630"/>
              <a:ext cx="739775" cy="106045"/>
            </a:xfrm>
            <a:custGeom>
              <a:avLst/>
              <a:gdLst/>
              <a:ahLst/>
              <a:cxnLst/>
              <a:rect l="l" t="t" r="r" b="b"/>
              <a:pathLst>
                <a:path w="739775" h="106045">
                  <a:moveTo>
                    <a:pt x="739406" y="80352"/>
                  </a:moveTo>
                  <a:lnTo>
                    <a:pt x="0" y="80352"/>
                  </a:lnTo>
                  <a:lnTo>
                    <a:pt x="0" y="105460"/>
                  </a:lnTo>
                  <a:lnTo>
                    <a:pt x="739406" y="105460"/>
                  </a:lnTo>
                  <a:lnTo>
                    <a:pt x="739406" y="80352"/>
                  </a:lnTo>
                  <a:close/>
                </a:path>
                <a:path w="739775" h="106045">
                  <a:moveTo>
                    <a:pt x="739406" y="0"/>
                  </a:moveTo>
                  <a:lnTo>
                    <a:pt x="0" y="0"/>
                  </a:lnTo>
                  <a:lnTo>
                    <a:pt x="0" y="50203"/>
                  </a:lnTo>
                  <a:lnTo>
                    <a:pt x="739406" y="50203"/>
                  </a:lnTo>
                  <a:lnTo>
                    <a:pt x="7394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59325" y="8888980"/>
              <a:ext cx="170815" cy="59055"/>
            </a:xfrm>
            <a:custGeom>
              <a:avLst/>
              <a:gdLst/>
              <a:ahLst/>
              <a:cxnLst/>
              <a:rect l="l" t="t" r="r" b="b"/>
              <a:pathLst>
                <a:path w="170814" h="59054">
                  <a:moveTo>
                    <a:pt x="170465" y="58661"/>
                  </a:moveTo>
                  <a:lnTo>
                    <a:pt x="0" y="58661"/>
                  </a:lnTo>
                  <a:lnTo>
                    <a:pt x="0" y="0"/>
                  </a:lnTo>
                  <a:lnTo>
                    <a:pt x="170465" y="0"/>
                  </a:lnTo>
                  <a:lnTo>
                    <a:pt x="170465" y="58661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21838" y="8929293"/>
              <a:ext cx="746760" cy="315595"/>
            </a:xfrm>
            <a:custGeom>
              <a:avLst/>
              <a:gdLst/>
              <a:ahLst/>
              <a:cxnLst/>
              <a:rect l="l" t="t" r="r" b="b"/>
              <a:pathLst>
                <a:path w="746760" h="315595">
                  <a:moveTo>
                    <a:pt x="159004" y="7442"/>
                  </a:moveTo>
                  <a:lnTo>
                    <a:pt x="0" y="7442"/>
                  </a:lnTo>
                  <a:lnTo>
                    <a:pt x="0" y="308394"/>
                  </a:lnTo>
                  <a:lnTo>
                    <a:pt x="159004" y="308394"/>
                  </a:lnTo>
                  <a:lnTo>
                    <a:pt x="159004" y="7442"/>
                  </a:lnTo>
                  <a:close/>
                </a:path>
                <a:path w="746760" h="315595">
                  <a:moveTo>
                    <a:pt x="366966" y="0"/>
                  </a:moveTo>
                  <a:lnTo>
                    <a:pt x="194322" y="0"/>
                  </a:lnTo>
                  <a:lnTo>
                    <a:pt x="194322" y="13982"/>
                  </a:lnTo>
                  <a:lnTo>
                    <a:pt x="194322" y="301053"/>
                  </a:lnTo>
                  <a:lnTo>
                    <a:pt x="194322" y="315023"/>
                  </a:lnTo>
                  <a:lnTo>
                    <a:pt x="366445" y="315023"/>
                  </a:lnTo>
                  <a:lnTo>
                    <a:pt x="366445" y="301561"/>
                  </a:lnTo>
                  <a:lnTo>
                    <a:pt x="366953" y="14262"/>
                  </a:lnTo>
                  <a:lnTo>
                    <a:pt x="352793" y="14262"/>
                  </a:lnTo>
                  <a:lnTo>
                    <a:pt x="352793" y="301053"/>
                  </a:lnTo>
                  <a:lnTo>
                    <a:pt x="207695" y="301053"/>
                  </a:lnTo>
                  <a:lnTo>
                    <a:pt x="207695" y="13982"/>
                  </a:lnTo>
                  <a:lnTo>
                    <a:pt x="366966" y="13982"/>
                  </a:lnTo>
                  <a:lnTo>
                    <a:pt x="366966" y="0"/>
                  </a:lnTo>
                  <a:close/>
                </a:path>
                <a:path w="746760" h="315595">
                  <a:moveTo>
                    <a:pt x="549440" y="7442"/>
                  </a:moveTo>
                  <a:lnTo>
                    <a:pt x="390436" y="7442"/>
                  </a:lnTo>
                  <a:lnTo>
                    <a:pt x="390436" y="308394"/>
                  </a:lnTo>
                  <a:lnTo>
                    <a:pt x="549440" y="308394"/>
                  </a:lnTo>
                  <a:lnTo>
                    <a:pt x="549440" y="7442"/>
                  </a:lnTo>
                  <a:close/>
                </a:path>
                <a:path w="746760" h="315595">
                  <a:moveTo>
                    <a:pt x="746226" y="0"/>
                  </a:moveTo>
                  <a:lnTo>
                    <a:pt x="573582" y="0"/>
                  </a:lnTo>
                  <a:lnTo>
                    <a:pt x="573582" y="13982"/>
                  </a:lnTo>
                  <a:lnTo>
                    <a:pt x="573582" y="301053"/>
                  </a:lnTo>
                  <a:lnTo>
                    <a:pt x="573582" y="315023"/>
                  </a:lnTo>
                  <a:lnTo>
                    <a:pt x="746226" y="315023"/>
                  </a:lnTo>
                  <a:lnTo>
                    <a:pt x="746226" y="301561"/>
                  </a:lnTo>
                  <a:lnTo>
                    <a:pt x="746226" y="301053"/>
                  </a:lnTo>
                  <a:lnTo>
                    <a:pt x="746226" y="14262"/>
                  </a:lnTo>
                  <a:lnTo>
                    <a:pt x="732586" y="14262"/>
                  </a:lnTo>
                  <a:lnTo>
                    <a:pt x="732586" y="301053"/>
                  </a:lnTo>
                  <a:lnTo>
                    <a:pt x="587222" y="301053"/>
                  </a:lnTo>
                  <a:lnTo>
                    <a:pt x="587222" y="13982"/>
                  </a:lnTo>
                  <a:lnTo>
                    <a:pt x="746226" y="13982"/>
                  </a:lnTo>
                  <a:lnTo>
                    <a:pt x="746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59316" y="8995397"/>
              <a:ext cx="170815" cy="271780"/>
            </a:xfrm>
            <a:custGeom>
              <a:avLst/>
              <a:gdLst/>
              <a:ahLst/>
              <a:cxnLst/>
              <a:rect l="l" t="t" r="r" b="b"/>
              <a:pathLst>
                <a:path w="170814" h="271779">
                  <a:moveTo>
                    <a:pt x="170472" y="212813"/>
                  </a:moveTo>
                  <a:lnTo>
                    <a:pt x="0" y="212813"/>
                  </a:lnTo>
                  <a:lnTo>
                    <a:pt x="0" y="271475"/>
                  </a:lnTo>
                  <a:lnTo>
                    <a:pt x="170472" y="271475"/>
                  </a:lnTo>
                  <a:lnTo>
                    <a:pt x="170472" y="212813"/>
                  </a:lnTo>
                  <a:close/>
                </a:path>
                <a:path w="170814" h="271779">
                  <a:moveTo>
                    <a:pt x="170472" y="106413"/>
                  </a:moveTo>
                  <a:lnTo>
                    <a:pt x="0" y="106413"/>
                  </a:lnTo>
                  <a:lnTo>
                    <a:pt x="0" y="165074"/>
                  </a:lnTo>
                  <a:lnTo>
                    <a:pt x="170472" y="165074"/>
                  </a:lnTo>
                  <a:lnTo>
                    <a:pt x="170472" y="106413"/>
                  </a:lnTo>
                  <a:close/>
                </a:path>
                <a:path w="170814" h="271779">
                  <a:moveTo>
                    <a:pt x="170472" y="0"/>
                  </a:moveTo>
                  <a:lnTo>
                    <a:pt x="0" y="0"/>
                  </a:lnTo>
                  <a:lnTo>
                    <a:pt x="0" y="58661"/>
                  </a:lnTo>
                  <a:lnTo>
                    <a:pt x="170472" y="58661"/>
                  </a:lnTo>
                  <a:lnTo>
                    <a:pt x="170472" y="0"/>
                  </a:lnTo>
                  <a:close/>
                </a:path>
              </a:pathLst>
            </a:custGeom>
            <a:solidFill>
              <a:srgbClr val="D5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06923" y="7129362"/>
              <a:ext cx="757555" cy="275590"/>
            </a:xfrm>
            <a:custGeom>
              <a:avLst/>
              <a:gdLst/>
              <a:ahLst/>
              <a:cxnLst/>
              <a:rect l="l" t="t" r="r" b="b"/>
              <a:pathLst>
                <a:path w="757555" h="275590">
                  <a:moveTo>
                    <a:pt x="21991" y="275048"/>
                  </a:moveTo>
                  <a:lnTo>
                    <a:pt x="0" y="251288"/>
                  </a:lnTo>
                  <a:lnTo>
                    <a:pt x="900" y="247002"/>
                  </a:lnTo>
                  <a:lnTo>
                    <a:pt x="41669" y="172891"/>
                  </a:lnTo>
                  <a:lnTo>
                    <a:pt x="35759" y="159874"/>
                  </a:lnTo>
                  <a:lnTo>
                    <a:pt x="31516" y="146441"/>
                  </a:lnTo>
                  <a:lnTo>
                    <a:pt x="28940" y="132590"/>
                  </a:lnTo>
                  <a:lnTo>
                    <a:pt x="28031" y="118322"/>
                  </a:lnTo>
                  <a:lnTo>
                    <a:pt x="28031" y="110556"/>
                  </a:lnTo>
                  <a:lnTo>
                    <a:pt x="28788" y="102864"/>
                  </a:lnTo>
                  <a:lnTo>
                    <a:pt x="40003" y="65884"/>
                  </a:lnTo>
                  <a:lnTo>
                    <a:pt x="68151" y="29196"/>
                  </a:lnTo>
                  <a:lnTo>
                    <a:pt x="108192" y="6076"/>
                  </a:lnTo>
                  <a:lnTo>
                    <a:pt x="138503" y="44"/>
                  </a:lnTo>
                  <a:lnTo>
                    <a:pt x="638433" y="44"/>
                  </a:lnTo>
                  <a:lnTo>
                    <a:pt x="646208" y="0"/>
                  </a:lnTo>
                  <a:lnTo>
                    <a:pt x="690993" y="11751"/>
                  </a:lnTo>
                  <a:lnTo>
                    <a:pt x="727857" y="39775"/>
                  </a:lnTo>
                  <a:lnTo>
                    <a:pt x="751172" y="79792"/>
                  </a:lnTo>
                  <a:lnTo>
                    <a:pt x="757350" y="125679"/>
                  </a:lnTo>
                  <a:lnTo>
                    <a:pt x="756593" y="133371"/>
                  </a:lnTo>
                  <a:lnTo>
                    <a:pt x="745379" y="170351"/>
                  </a:lnTo>
                  <a:lnTo>
                    <a:pt x="717230" y="207040"/>
                  </a:lnTo>
                  <a:lnTo>
                    <a:pt x="677189" y="230159"/>
                  </a:lnTo>
                  <a:lnTo>
                    <a:pt x="646879" y="236191"/>
                  </a:lnTo>
                  <a:lnTo>
                    <a:pt x="138677" y="236168"/>
                  </a:lnTo>
                  <a:lnTo>
                    <a:pt x="130495" y="235304"/>
                  </a:lnTo>
                  <a:lnTo>
                    <a:pt x="122401" y="233599"/>
                  </a:lnTo>
                  <a:lnTo>
                    <a:pt x="30486" y="272479"/>
                  </a:lnTo>
                  <a:lnTo>
                    <a:pt x="26332" y="274478"/>
                  </a:lnTo>
                  <a:lnTo>
                    <a:pt x="21991" y="275048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3143" y="7206349"/>
              <a:ext cx="83732" cy="8376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85880" y="7206349"/>
              <a:ext cx="83732" cy="8376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38480" y="7206349"/>
              <a:ext cx="83732" cy="8376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91490" y="7206349"/>
              <a:ext cx="83732" cy="8376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734804" y="8328113"/>
              <a:ext cx="757555" cy="275590"/>
            </a:xfrm>
            <a:custGeom>
              <a:avLst/>
              <a:gdLst/>
              <a:ahLst/>
              <a:cxnLst/>
              <a:rect l="l" t="t" r="r" b="b"/>
              <a:pathLst>
                <a:path w="757554" h="275590">
                  <a:moveTo>
                    <a:pt x="21902" y="275461"/>
                  </a:moveTo>
                  <a:lnTo>
                    <a:pt x="0" y="251688"/>
                  </a:lnTo>
                  <a:lnTo>
                    <a:pt x="867" y="247409"/>
                  </a:lnTo>
                  <a:lnTo>
                    <a:pt x="41721" y="172882"/>
                  </a:lnTo>
                  <a:lnTo>
                    <a:pt x="35764" y="159877"/>
                  </a:lnTo>
                  <a:lnTo>
                    <a:pt x="31505" y="146447"/>
                  </a:lnTo>
                  <a:lnTo>
                    <a:pt x="28945" y="132593"/>
                  </a:lnTo>
                  <a:lnTo>
                    <a:pt x="28083" y="118313"/>
                  </a:lnTo>
                  <a:lnTo>
                    <a:pt x="28083" y="110547"/>
                  </a:lnTo>
                  <a:lnTo>
                    <a:pt x="40055" y="65875"/>
                  </a:lnTo>
                  <a:lnTo>
                    <a:pt x="68203" y="29186"/>
                  </a:lnTo>
                  <a:lnTo>
                    <a:pt x="108245" y="6067"/>
                  </a:lnTo>
                  <a:lnTo>
                    <a:pt x="138555" y="35"/>
                  </a:lnTo>
                  <a:lnTo>
                    <a:pt x="638485" y="35"/>
                  </a:lnTo>
                  <a:lnTo>
                    <a:pt x="646272" y="0"/>
                  </a:lnTo>
                  <a:lnTo>
                    <a:pt x="691104" y="11838"/>
                  </a:lnTo>
                  <a:lnTo>
                    <a:pt x="727962" y="39980"/>
                  </a:lnTo>
                  <a:lnTo>
                    <a:pt x="751202" y="80117"/>
                  </a:lnTo>
                  <a:lnTo>
                    <a:pt x="757266" y="110524"/>
                  </a:lnTo>
                  <a:lnTo>
                    <a:pt x="757266" y="126079"/>
                  </a:lnTo>
                  <a:lnTo>
                    <a:pt x="745294" y="170751"/>
                  </a:lnTo>
                  <a:lnTo>
                    <a:pt x="717145" y="207440"/>
                  </a:lnTo>
                  <a:lnTo>
                    <a:pt x="677104" y="230560"/>
                  </a:lnTo>
                  <a:lnTo>
                    <a:pt x="138542" y="236628"/>
                  </a:lnTo>
                  <a:lnTo>
                    <a:pt x="130314" y="235765"/>
                  </a:lnTo>
                  <a:lnTo>
                    <a:pt x="122181" y="233999"/>
                  </a:lnTo>
                  <a:lnTo>
                    <a:pt x="30402" y="273016"/>
                  </a:lnTo>
                  <a:lnTo>
                    <a:pt x="26236" y="274944"/>
                  </a:lnTo>
                  <a:lnTo>
                    <a:pt x="21902" y="275461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61076" y="8405363"/>
              <a:ext cx="83732" cy="8376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13665" y="8405345"/>
              <a:ext cx="83744" cy="8378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66413" y="8405363"/>
              <a:ext cx="83733" cy="8376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8865" y="8405345"/>
              <a:ext cx="83745" cy="8378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52398" y="9269953"/>
              <a:ext cx="840740" cy="627380"/>
            </a:xfrm>
            <a:custGeom>
              <a:avLst/>
              <a:gdLst/>
              <a:ahLst/>
              <a:cxnLst/>
              <a:rect l="l" t="t" r="r" b="b"/>
              <a:pathLst>
                <a:path w="840740" h="627379">
                  <a:moveTo>
                    <a:pt x="298661" y="627243"/>
                  </a:moveTo>
                  <a:lnTo>
                    <a:pt x="245640" y="621811"/>
                  </a:lnTo>
                  <a:lnTo>
                    <a:pt x="194390" y="607172"/>
                  </a:lnTo>
                  <a:lnTo>
                    <a:pt x="146498" y="583774"/>
                  </a:lnTo>
                  <a:lnTo>
                    <a:pt x="103444" y="552346"/>
                  </a:lnTo>
                  <a:lnTo>
                    <a:pt x="66561" y="513856"/>
                  </a:lnTo>
                  <a:lnTo>
                    <a:pt x="36988" y="469499"/>
                  </a:lnTo>
                  <a:lnTo>
                    <a:pt x="15644" y="420643"/>
                  </a:lnTo>
                  <a:lnTo>
                    <a:pt x="3185" y="368803"/>
                  </a:lnTo>
                  <a:lnTo>
                    <a:pt x="0" y="315580"/>
                  </a:lnTo>
                  <a:lnTo>
                    <a:pt x="1023" y="297817"/>
                  </a:lnTo>
                  <a:lnTo>
                    <a:pt x="10304" y="245313"/>
                  </a:lnTo>
                  <a:lnTo>
                    <a:pt x="28636" y="195249"/>
                  </a:lnTo>
                  <a:lnTo>
                    <a:pt x="55454" y="149172"/>
                  </a:lnTo>
                  <a:lnTo>
                    <a:pt x="89927" y="108508"/>
                  </a:lnTo>
                  <a:lnTo>
                    <a:pt x="130988" y="74516"/>
                  </a:lnTo>
                  <a:lnTo>
                    <a:pt x="177368" y="48246"/>
                  </a:lnTo>
                  <a:lnTo>
                    <a:pt x="227632" y="30512"/>
                  </a:lnTo>
                  <a:lnTo>
                    <a:pt x="280224" y="21861"/>
                  </a:lnTo>
                  <a:lnTo>
                    <a:pt x="297992" y="21052"/>
                  </a:lnTo>
                  <a:lnTo>
                    <a:pt x="315777" y="21286"/>
                  </a:lnTo>
                  <a:lnTo>
                    <a:pt x="368622" y="28229"/>
                  </a:lnTo>
                  <a:lnTo>
                    <a:pt x="419433" y="44325"/>
                  </a:lnTo>
                  <a:lnTo>
                    <a:pt x="466639" y="69080"/>
                  </a:lnTo>
                  <a:lnTo>
                    <a:pt x="508779" y="101724"/>
                  </a:lnTo>
                  <a:lnTo>
                    <a:pt x="544549" y="141250"/>
                  </a:lnTo>
                  <a:lnTo>
                    <a:pt x="572915" y="134566"/>
                  </a:lnTo>
                  <a:lnTo>
                    <a:pt x="634626" y="116247"/>
                  </a:lnTo>
                  <a:lnTo>
                    <a:pt x="693735" y="90750"/>
                  </a:lnTo>
                  <a:lnTo>
                    <a:pt x="749437" y="58477"/>
                  </a:lnTo>
                  <a:lnTo>
                    <a:pt x="800929" y="19835"/>
                  </a:lnTo>
                  <a:lnTo>
                    <a:pt x="822705" y="1360"/>
                  </a:lnTo>
                  <a:lnTo>
                    <a:pt x="825060" y="355"/>
                  </a:lnTo>
                  <a:lnTo>
                    <a:pt x="840412" y="11083"/>
                  </a:lnTo>
                  <a:lnTo>
                    <a:pt x="840280" y="13640"/>
                  </a:lnTo>
                  <a:lnTo>
                    <a:pt x="823714" y="57142"/>
                  </a:lnTo>
                  <a:lnTo>
                    <a:pt x="805065" y="96500"/>
                  </a:lnTo>
                  <a:lnTo>
                    <a:pt x="783304" y="134225"/>
                  </a:lnTo>
                  <a:lnTo>
                    <a:pt x="758431" y="170317"/>
                  </a:lnTo>
                  <a:lnTo>
                    <a:pt x="730781" y="204328"/>
                  </a:lnTo>
                  <a:lnTo>
                    <a:pt x="700691" y="235808"/>
                  </a:lnTo>
                  <a:lnTo>
                    <a:pt x="668161" y="264758"/>
                  </a:lnTo>
                  <a:lnTo>
                    <a:pt x="633191" y="291178"/>
                  </a:lnTo>
                  <a:lnTo>
                    <a:pt x="605917" y="310414"/>
                  </a:lnTo>
                  <a:lnTo>
                    <a:pt x="605400" y="341841"/>
                  </a:lnTo>
                  <a:lnTo>
                    <a:pt x="597621" y="394588"/>
                  </a:lnTo>
                  <a:lnTo>
                    <a:pt x="580724" y="445156"/>
                  </a:lnTo>
                  <a:lnTo>
                    <a:pt x="555231" y="491980"/>
                  </a:lnTo>
                  <a:lnTo>
                    <a:pt x="521932" y="533611"/>
                  </a:lnTo>
                  <a:lnTo>
                    <a:pt x="481856" y="568761"/>
                  </a:lnTo>
                  <a:lnTo>
                    <a:pt x="436245" y="596344"/>
                  </a:lnTo>
                  <a:lnTo>
                    <a:pt x="386507" y="615505"/>
                  </a:lnTo>
                  <a:lnTo>
                    <a:pt x="334183" y="625653"/>
                  </a:lnTo>
                  <a:lnTo>
                    <a:pt x="316446" y="626969"/>
                  </a:lnTo>
                  <a:lnTo>
                    <a:pt x="298661" y="627243"/>
                  </a:lnTo>
                  <a:close/>
                </a:path>
              </a:pathLst>
            </a:custGeom>
            <a:solidFill>
              <a:srgbClr val="458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0691" y="9394113"/>
              <a:ext cx="389890" cy="373380"/>
            </a:xfrm>
            <a:custGeom>
              <a:avLst/>
              <a:gdLst/>
              <a:ahLst/>
              <a:cxnLst/>
              <a:rect l="l" t="t" r="r" b="b"/>
              <a:pathLst>
                <a:path w="389890" h="373379">
                  <a:moveTo>
                    <a:pt x="296575" y="373168"/>
                  </a:moveTo>
                  <a:lnTo>
                    <a:pt x="292162" y="372224"/>
                  </a:lnTo>
                  <a:lnTo>
                    <a:pt x="198514" y="322847"/>
                  </a:lnTo>
                  <a:lnTo>
                    <a:pt x="190832" y="322847"/>
                  </a:lnTo>
                  <a:lnTo>
                    <a:pt x="97184" y="372224"/>
                  </a:lnTo>
                  <a:lnTo>
                    <a:pt x="92772" y="373168"/>
                  </a:lnTo>
                  <a:lnTo>
                    <a:pt x="83405" y="372523"/>
                  </a:lnTo>
                  <a:lnTo>
                    <a:pt x="64784" y="348719"/>
                  </a:lnTo>
                  <a:lnTo>
                    <a:pt x="82707" y="244182"/>
                  </a:lnTo>
                  <a:lnTo>
                    <a:pt x="80343" y="236906"/>
                  </a:lnTo>
                  <a:lnTo>
                    <a:pt x="4442" y="162781"/>
                  </a:lnTo>
                  <a:lnTo>
                    <a:pt x="2220" y="158869"/>
                  </a:lnTo>
                  <a:lnTo>
                    <a:pt x="0" y="149782"/>
                  </a:lnTo>
                  <a:lnTo>
                    <a:pt x="166" y="145285"/>
                  </a:lnTo>
                  <a:lnTo>
                    <a:pt x="121720" y="109047"/>
                  </a:lnTo>
                  <a:lnTo>
                    <a:pt x="127902" y="104500"/>
                  </a:lnTo>
                  <a:lnTo>
                    <a:pt x="174750" y="9389"/>
                  </a:lnTo>
                  <a:lnTo>
                    <a:pt x="177783" y="6094"/>
                  </a:lnTo>
                  <a:lnTo>
                    <a:pt x="185711" y="1219"/>
                  </a:lnTo>
                  <a:lnTo>
                    <a:pt x="190020" y="0"/>
                  </a:lnTo>
                  <a:lnTo>
                    <a:pt x="199326" y="0"/>
                  </a:lnTo>
                  <a:lnTo>
                    <a:pt x="261461" y="104479"/>
                  </a:lnTo>
                  <a:lnTo>
                    <a:pt x="267643" y="109026"/>
                  </a:lnTo>
                  <a:lnTo>
                    <a:pt x="372558" y="124741"/>
                  </a:lnTo>
                  <a:lnTo>
                    <a:pt x="389347" y="149782"/>
                  </a:lnTo>
                  <a:lnTo>
                    <a:pt x="387126" y="158870"/>
                  </a:lnTo>
                  <a:lnTo>
                    <a:pt x="384905" y="162782"/>
                  </a:lnTo>
                  <a:lnTo>
                    <a:pt x="309004" y="236906"/>
                  </a:lnTo>
                  <a:lnTo>
                    <a:pt x="306640" y="244182"/>
                  </a:lnTo>
                  <a:lnTo>
                    <a:pt x="324563" y="348719"/>
                  </a:lnTo>
                  <a:lnTo>
                    <a:pt x="324089" y="353208"/>
                  </a:lnTo>
                  <a:lnTo>
                    <a:pt x="320566" y="361914"/>
                  </a:lnTo>
                  <a:lnTo>
                    <a:pt x="317785" y="365469"/>
                  </a:lnTo>
                  <a:lnTo>
                    <a:pt x="310184" y="370984"/>
                  </a:lnTo>
                  <a:lnTo>
                    <a:pt x="305942" y="372524"/>
                  </a:lnTo>
                  <a:lnTo>
                    <a:pt x="296575" y="373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3664" y="8486671"/>
              <a:ext cx="792480" cy="205104"/>
            </a:xfrm>
            <a:custGeom>
              <a:avLst/>
              <a:gdLst/>
              <a:ahLst/>
              <a:cxnLst/>
              <a:rect l="l" t="t" r="r" b="b"/>
              <a:pathLst>
                <a:path w="792480" h="205104">
                  <a:moveTo>
                    <a:pt x="792049" y="204633"/>
                  </a:moveTo>
                  <a:lnTo>
                    <a:pt x="0" y="204633"/>
                  </a:lnTo>
                  <a:lnTo>
                    <a:pt x="0" y="0"/>
                  </a:lnTo>
                  <a:lnTo>
                    <a:pt x="792049" y="0"/>
                  </a:lnTo>
                  <a:lnTo>
                    <a:pt x="792049" y="204633"/>
                  </a:lnTo>
                  <a:close/>
                </a:path>
              </a:pathLst>
            </a:custGeom>
            <a:solidFill>
              <a:srgbClr val="45A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25793" y="8519413"/>
              <a:ext cx="704215" cy="137160"/>
            </a:xfrm>
            <a:custGeom>
              <a:avLst/>
              <a:gdLst/>
              <a:ahLst/>
              <a:cxnLst/>
              <a:rect l="l" t="t" r="r" b="b"/>
              <a:pathLst>
                <a:path w="704215" h="137159">
                  <a:moveTo>
                    <a:pt x="703961" y="0"/>
                  </a:moveTo>
                  <a:lnTo>
                    <a:pt x="669315" y="139"/>
                  </a:lnTo>
                  <a:lnTo>
                    <a:pt x="636181" y="92227"/>
                  </a:lnTo>
                  <a:lnTo>
                    <a:pt x="603859" y="139"/>
                  </a:lnTo>
                  <a:lnTo>
                    <a:pt x="570179" y="139"/>
                  </a:lnTo>
                  <a:lnTo>
                    <a:pt x="536765" y="92227"/>
                  </a:lnTo>
                  <a:lnTo>
                    <a:pt x="504710" y="139"/>
                  </a:lnTo>
                  <a:lnTo>
                    <a:pt x="470166" y="139"/>
                  </a:lnTo>
                  <a:lnTo>
                    <a:pt x="470217" y="0"/>
                  </a:lnTo>
                  <a:lnTo>
                    <a:pt x="435305" y="139"/>
                  </a:lnTo>
                  <a:lnTo>
                    <a:pt x="402170" y="92227"/>
                  </a:lnTo>
                  <a:lnTo>
                    <a:pt x="369849" y="139"/>
                  </a:lnTo>
                  <a:lnTo>
                    <a:pt x="336435" y="139"/>
                  </a:lnTo>
                  <a:lnTo>
                    <a:pt x="303022" y="92227"/>
                  </a:lnTo>
                  <a:lnTo>
                    <a:pt x="270979" y="139"/>
                  </a:lnTo>
                  <a:lnTo>
                    <a:pt x="236562" y="139"/>
                  </a:lnTo>
                  <a:lnTo>
                    <a:pt x="236613" y="0"/>
                  </a:lnTo>
                  <a:lnTo>
                    <a:pt x="201701" y="139"/>
                  </a:lnTo>
                  <a:lnTo>
                    <a:pt x="168554" y="92227"/>
                  </a:lnTo>
                  <a:lnTo>
                    <a:pt x="136105" y="139"/>
                  </a:lnTo>
                  <a:lnTo>
                    <a:pt x="102692" y="139"/>
                  </a:lnTo>
                  <a:lnTo>
                    <a:pt x="69418" y="92227"/>
                  </a:lnTo>
                  <a:lnTo>
                    <a:pt x="37236" y="139"/>
                  </a:lnTo>
                  <a:lnTo>
                    <a:pt x="0" y="139"/>
                  </a:lnTo>
                  <a:lnTo>
                    <a:pt x="49098" y="136563"/>
                  </a:lnTo>
                  <a:lnTo>
                    <a:pt x="87007" y="136563"/>
                  </a:lnTo>
                  <a:lnTo>
                    <a:pt x="118643" y="52120"/>
                  </a:lnTo>
                  <a:lnTo>
                    <a:pt x="149326" y="136423"/>
                  </a:lnTo>
                  <a:lnTo>
                    <a:pt x="187236" y="136423"/>
                  </a:lnTo>
                  <a:lnTo>
                    <a:pt x="235140" y="4051"/>
                  </a:lnTo>
                  <a:lnTo>
                    <a:pt x="282841" y="136563"/>
                  </a:lnTo>
                  <a:lnTo>
                    <a:pt x="320751" y="136563"/>
                  </a:lnTo>
                  <a:lnTo>
                    <a:pt x="352386" y="52120"/>
                  </a:lnTo>
                  <a:lnTo>
                    <a:pt x="382930" y="136423"/>
                  </a:lnTo>
                  <a:lnTo>
                    <a:pt x="420979" y="136423"/>
                  </a:lnTo>
                  <a:lnTo>
                    <a:pt x="468820" y="3860"/>
                  </a:lnTo>
                  <a:lnTo>
                    <a:pt x="516585" y="136563"/>
                  </a:lnTo>
                  <a:lnTo>
                    <a:pt x="554494" y="136563"/>
                  </a:lnTo>
                  <a:lnTo>
                    <a:pt x="586130" y="52120"/>
                  </a:lnTo>
                  <a:lnTo>
                    <a:pt x="616673" y="136423"/>
                  </a:lnTo>
                  <a:lnTo>
                    <a:pt x="654723" y="136423"/>
                  </a:lnTo>
                  <a:lnTo>
                    <a:pt x="703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1661" y="8486671"/>
              <a:ext cx="84455" cy="205104"/>
            </a:xfrm>
            <a:custGeom>
              <a:avLst/>
              <a:gdLst/>
              <a:ahLst/>
              <a:cxnLst/>
              <a:rect l="l" t="t" r="r" b="b"/>
              <a:pathLst>
                <a:path w="84454" h="205104">
                  <a:moveTo>
                    <a:pt x="0" y="0"/>
                  </a:moveTo>
                  <a:lnTo>
                    <a:pt x="83868" y="0"/>
                  </a:lnTo>
                </a:path>
                <a:path w="84454" h="205104">
                  <a:moveTo>
                    <a:pt x="0" y="204633"/>
                  </a:moveTo>
                  <a:lnTo>
                    <a:pt x="83868" y="204633"/>
                  </a:lnTo>
                </a:path>
                <a:path w="84454" h="205104">
                  <a:moveTo>
                    <a:pt x="42002" y="0"/>
                  </a:moveTo>
                  <a:lnTo>
                    <a:pt x="42002" y="204633"/>
                  </a:lnTo>
                </a:path>
              </a:pathLst>
            </a:custGeom>
            <a:ln w="272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48475" y="8457613"/>
              <a:ext cx="180011" cy="180213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15670418" y="359185"/>
            <a:ext cx="917575" cy="1334770"/>
            <a:chOff x="15670418" y="359185"/>
            <a:chExt cx="917575" cy="1334770"/>
          </a:xfrm>
        </p:grpSpPr>
        <p:sp>
          <p:nvSpPr>
            <p:cNvPr id="77" name="object 77"/>
            <p:cNvSpPr/>
            <p:nvPr/>
          </p:nvSpPr>
          <p:spPr>
            <a:xfrm>
              <a:off x="15698047" y="386750"/>
              <a:ext cx="862330" cy="1279525"/>
            </a:xfrm>
            <a:custGeom>
              <a:avLst/>
              <a:gdLst/>
              <a:ahLst/>
              <a:cxnLst/>
              <a:rect l="l" t="t" r="r" b="b"/>
              <a:pathLst>
                <a:path w="862330" h="1279525">
                  <a:moveTo>
                    <a:pt x="797425" y="1279482"/>
                  </a:moveTo>
                  <a:lnTo>
                    <a:pt x="757308" y="1265589"/>
                  </a:lnTo>
                  <a:lnTo>
                    <a:pt x="24777" y="690572"/>
                  </a:lnTo>
                  <a:lnTo>
                    <a:pt x="1655" y="654366"/>
                  </a:lnTo>
                  <a:lnTo>
                    <a:pt x="0" y="639741"/>
                  </a:lnTo>
                  <a:lnTo>
                    <a:pt x="1654" y="625114"/>
                  </a:lnTo>
                  <a:lnTo>
                    <a:pt x="24733" y="588800"/>
                  </a:lnTo>
                  <a:lnTo>
                    <a:pt x="757308" y="13892"/>
                  </a:lnTo>
                  <a:lnTo>
                    <a:pt x="797425" y="0"/>
                  </a:lnTo>
                  <a:lnTo>
                    <a:pt x="812099" y="1641"/>
                  </a:lnTo>
                  <a:lnTo>
                    <a:pt x="848373" y="24698"/>
                  </a:lnTo>
                  <a:lnTo>
                    <a:pt x="862142" y="59586"/>
                  </a:lnTo>
                  <a:lnTo>
                    <a:pt x="861856" y="72332"/>
                  </a:lnTo>
                  <a:lnTo>
                    <a:pt x="837542" y="115554"/>
                  </a:lnTo>
                  <a:lnTo>
                    <a:pt x="169917" y="639741"/>
                  </a:lnTo>
                  <a:lnTo>
                    <a:pt x="837542" y="1163817"/>
                  </a:lnTo>
                  <a:lnTo>
                    <a:pt x="861856" y="1207040"/>
                  </a:lnTo>
                  <a:lnTo>
                    <a:pt x="862142" y="1219834"/>
                  </a:lnTo>
                  <a:lnTo>
                    <a:pt x="859922" y="1232235"/>
                  </a:lnTo>
                  <a:lnTo>
                    <a:pt x="838050" y="1265248"/>
                  </a:lnTo>
                  <a:lnTo>
                    <a:pt x="812099" y="1277825"/>
                  </a:lnTo>
                  <a:lnTo>
                    <a:pt x="797425" y="1279482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5670418" y="359185"/>
              <a:ext cx="917575" cy="1334770"/>
            </a:xfrm>
            <a:custGeom>
              <a:avLst/>
              <a:gdLst/>
              <a:ahLst/>
              <a:cxnLst/>
              <a:rect l="l" t="t" r="r" b="b"/>
              <a:pathLst>
                <a:path w="917575" h="1334770">
                  <a:moveTo>
                    <a:pt x="825054" y="1334613"/>
                  </a:moveTo>
                  <a:lnTo>
                    <a:pt x="780746" y="1323310"/>
                  </a:lnTo>
                  <a:lnTo>
                    <a:pt x="35309" y="739859"/>
                  </a:lnTo>
                  <a:lnTo>
                    <a:pt x="9254" y="707635"/>
                  </a:lnTo>
                  <a:lnTo>
                    <a:pt x="0" y="667306"/>
                  </a:lnTo>
                  <a:lnTo>
                    <a:pt x="2354" y="646465"/>
                  </a:lnTo>
                  <a:lnTo>
                    <a:pt x="20304" y="609579"/>
                  </a:lnTo>
                  <a:lnTo>
                    <a:pt x="767917" y="19736"/>
                  </a:lnTo>
                  <a:lnTo>
                    <a:pt x="809692" y="1285"/>
                  </a:lnTo>
                  <a:lnTo>
                    <a:pt x="825054" y="0"/>
                  </a:lnTo>
                  <a:lnTo>
                    <a:pt x="845974" y="2347"/>
                  </a:lnTo>
                  <a:lnTo>
                    <a:pt x="883007" y="20234"/>
                  </a:lnTo>
                  <a:lnTo>
                    <a:pt x="907663" y="50547"/>
                  </a:lnTo>
                  <a:lnTo>
                    <a:pt x="909460" y="55131"/>
                  </a:lnTo>
                  <a:lnTo>
                    <a:pt x="825054" y="55131"/>
                  </a:lnTo>
                  <a:lnTo>
                    <a:pt x="816986" y="55131"/>
                  </a:lnTo>
                  <a:lnTo>
                    <a:pt x="808808" y="57667"/>
                  </a:lnTo>
                  <a:lnTo>
                    <a:pt x="801988" y="63132"/>
                  </a:lnTo>
                  <a:lnTo>
                    <a:pt x="69459" y="638087"/>
                  </a:lnTo>
                  <a:lnTo>
                    <a:pt x="63468" y="644017"/>
                  </a:lnTo>
                  <a:lnTo>
                    <a:pt x="59005" y="651043"/>
                  </a:lnTo>
                  <a:lnTo>
                    <a:pt x="56219" y="658896"/>
                  </a:lnTo>
                  <a:lnTo>
                    <a:pt x="55257" y="667307"/>
                  </a:lnTo>
                  <a:lnTo>
                    <a:pt x="56219" y="675671"/>
                  </a:lnTo>
                  <a:lnTo>
                    <a:pt x="808919" y="1276946"/>
                  </a:lnTo>
                  <a:lnTo>
                    <a:pt x="816986" y="1279483"/>
                  </a:lnTo>
                  <a:lnTo>
                    <a:pt x="909445" y="1279483"/>
                  </a:lnTo>
                  <a:lnTo>
                    <a:pt x="907663" y="1284018"/>
                  </a:lnTo>
                  <a:lnTo>
                    <a:pt x="897773" y="1299329"/>
                  </a:lnTo>
                  <a:lnTo>
                    <a:pt x="883023" y="1314285"/>
                  </a:lnTo>
                  <a:lnTo>
                    <a:pt x="865558" y="1325365"/>
                  </a:lnTo>
                  <a:lnTo>
                    <a:pt x="846021" y="1332248"/>
                  </a:lnTo>
                  <a:lnTo>
                    <a:pt x="825054" y="1334613"/>
                  </a:lnTo>
                  <a:close/>
                </a:path>
                <a:path w="917575" h="1334770">
                  <a:moveTo>
                    <a:pt x="909445" y="1279483"/>
                  </a:moveTo>
                  <a:lnTo>
                    <a:pt x="825054" y="1279483"/>
                  </a:lnTo>
                  <a:lnTo>
                    <a:pt x="833267" y="1278578"/>
                  </a:lnTo>
                  <a:lnTo>
                    <a:pt x="841106" y="1275885"/>
                  </a:lnTo>
                  <a:lnTo>
                    <a:pt x="848241" y="1271435"/>
                  </a:lnTo>
                  <a:lnTo>
                    <a:pt x="854341" y="1265259"/>
                  </a:lnTo>
                  <a:lnTo>
                    <a:pt x="861051" y="1252101"/>
                  </a:lnTo>
                  <a:lnTo>
                    <a:pt x="862104" y="1237900"/>
                  </a:lnTo>
                  <a:lnTo>
                    <a:pt x="857729" y="1224339"/>
                  </a:lnTo>
                  <a:lnTo>
                    <a:pt x="848152" y="1213105"/>
                  </a:lnTo>
                  <a:lnTo>
                    <a:pt x="152788" y="667306"/>
                  </a:lnTo>
                  <a:lnTo>
                    <a:pt x="848152" y="121509"/>
                  </a:lnTo>
                  <a:lnTo>
                    <a:pt x="857728" y="110272"/>
                  </a:lnTo>
                  <a:lnTo>
                    <a:pt x="862104" y="96699"/>
                  </a:lnTo>
                  <a:lnTo>
                    <a:pt x="861051" y="82465"/>
                  </a:lnTo>
                  <a:lnTo>
                    <a:pt x="833267" y="56033"/>
                  </a:lnTo>
                  <a:lnTo>
                    <a:pt x="825054" y="55131"/>
                  </a:lnTo>
                  <a:lnTo>
                    <a:pt x="909460" y="55131"/>
                  </a:lnTo>
                  <a:lnTo>
                    <a:pt x="914226" y="67287"/>
                  </a:lnTo>
                  <a:lnTo>
                    <a:pt x="917371" y="84977"/>
                  </a:lnTo>
                  <a:lnTo>
                    <a:pt x="917003" y="103205"/>
                  </a:lnTo>
                  <a:lnTo>
                    <a:pt x="895509" y="152187"/>
                  </a:lnTo>
                  <a:lnTo>
                    <a:pt x="242195" y="667306"/>
                  </a:lnTo>
                  <a:lnTo>
                    <a:pt x="882301" y="1169771"/>
                  </a:lnTo>
                  <a:lnTo>
                    <a:pt x="913057" y="1213590"/>
                  </a:lnTo>
                  <a:lnTo>
                    <a:pt x="917371" y="1249634"/>
                  </a:lnTo>
                  <a:lnTo>
                    <a:pt x="914226" y="1267312"/>
                  </a:lnTo>
                  <a:lnTo>
                    <a:pt x="909445" y="1279483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2209558" y="0"/>
            <a:ext cx="16078835" cy="10287000"/>
            <a:chOff x="2209558" y="0"/>
            <a:chExt cx="16078835" cy="10287000"/>
          </a:xfrm>
        </p:grpSpPr>
        <p:sp>
          <p:nvSpPr>
            <p:cNvPr id="80" name="object 80"/>
            <p:cNvSpPr/>
            <p:nvPr/>
          </p:nvSpPr>
          <p:spPr>
            <a:xfrm>
              <a:off x="17397598" y="386750"/>
              <a:ext cx="862330" cy="1279525"/>
            </a:xfrm>
            <a:custGeom>
              <a:avLst/>
              <a:gdLst/>
              <a:ahLst/>
              <a:cxnLst/>
              <a:rect l="l" t="t" r="r" b="b"/>
              <a:pathLst>
                <a:path w="862330" h="1279525">
                  <a:moveTo>
                    <a:pt x="64444" y="1279483"/>
                  </a:moveTo>
                  <a:lnTo>
                    <a:pt x="23819" y="1265248"/>
                  </a:lnTo>
                  <a:lnTo>
                    <a:pt x="1807" y="1231872"/>
                  </a:lnTo>
                  <a:lnTo>
                    <a:pt x="0" y="1207109"/>
                  </a:lnTo>
                  <a:lnTo>
                    <a:pt x="7620" y="1183442"/>
                  </a:lnTo>
                  <a:lnTo>
                    <a:pt x="24327" y="1163817"/>
                  </a:lnTo>
                  <a:lnTo>
                    <a:pt x="692062" y="639741"/>
                  </a:lnTo>
                  <a:lnTo>
                    <a:pt x="24327" y="115554"/>
                  </a:lnTo>
                  <a:lnTo>
                    <a:pt x="7620" y="95993"/>
                  </a:lnTo>
                  <a:lnTo>
                    <a:pt x="0" y="72359"/>
                  </a:lnTo>
                  <a:lnTo>
                    <a:pt x="1807" y="47609"/>
                  </a:lnTo>
                  <a:lnTo>
                    <a:pt x="23819" y="14187"/>
                  </a:lnTo>
                  <a:lnTo>
                    <a:pt x="64444" y="0"/>
                  </a:lnTo>
                  <a:lnTo>
                    <a:pt x="75219" y="899"/>
                  </a:lnTo>
                  <a:lnTo>
                    <a:pt x="837169" y="588800"/>
                  </a:lnTo>
                  <a:lnTo>
                    <a:pt x="860170" y="625114"/>
                  </a:lnTo>
                  <a:lnTo>
                    <a:pt x="861814" y="639741"/>
                  </a:lnTo>
                  <a:lnTo>
                    <a:pt x="860169" y="654366"/>
                  </a:lnTo>
                  <a:lnTo>
                    <a:pt x="837059" y="690572"/>
                  </a:lnTo>
                  <a:lnTo>
                    <a:pt x="104561" y="1265589"/>
                  </a:lnTo>
                  <a:lnTo>
                    <a:pt x="75219" y="1278583"/>
                  </a:lnTo>
                  <a:lnTo>
                    <a:pt x="64444" y="1279483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7370163" y="359185"/>
              <a:ext cx="916940" cy="1334770"/>
            </a:xfrm>
            <a:custGeom>
              <a:avLst/>
              <a:gdLst/>
              <a:ahLst/>
              <a:cxnLst/>
              <a:rect l="l" t="t" r="r" b="b"/>
              <a:pathLst>
                <a:path w="916940" h="1334770">
                  <a:moveTo>
                    <a:pt x="91880" y="1334614"/>
                  </a:moveTo>
                  <a:lnTo>
                    <a:pt x="51458" y="1325365"/>
                  </a:lnTo>
                  <a:lnTo>
                    <a:pt x="19160" y="1299330"/>
                  </a:lnTo>
                  <a:lnTo>
                    <a:pt x="0" y="1231367"/>
                  </a:lnTo>
                  <a:lnTo>
                    <a:pt x="10846" y="1197659"/>
                  </a:lnTo>
                  <a:lnTo>
                    <a:pt x="34632" y="1169772"/>
                  </a:lnTo>
                  <a:lnTo>
                    <a:pt x="674739" y="667306"/>
                  </a:lnTo>
                  <a:lnTo>
                    <a:pt x="34632" y="164841"/>
                  </a:lnTo>
                  <a:lnTo>
                    <a:pt x="10846" y="136906"/>
                  </a:lnTo>
                  <a:lnTo>
                    <a:pt x="0" y="103191"/>
                  </a:lnTo>
                  <a:lnTo>
                    <a:pt x="2602" y="67885"/>
                  </a:lnTo>
                  <a:lnTo>
                    <a:pt x="33973" y="20234"/>
                  </a:lnTo>
                  <a:lnTo>
                    <a:pt x="70975" y="2348"/>
                  </a:lnTo>
                  <a:lnTo>
                    <a:pt x="91880" y="0"/>
                  </a:lnTo>
                  <a:lnTo>
                    <a:pt x="107259" y="1285"/>
                  </a:lnTo>
                  <a:lnTo>
                    <a:pt x="122161" y="5072"/>
                  </a:lnTo>
                  <a:lnTo>
                    <a:pt x="136235" y="11257"/>
                  </a:lnTo>
                  <a:lnTo>
                    <a:pt x="149127" y="19737"/>
                  </a:lnTo>
                  <a:lnTo>
                    <a:pt x="194221" y="55130"/>
                  </a:lnTo>
                  <a:lnTo>
                    <a:pt x="91876" y="55131"/>
                  </a:lnTo>
                  <a:lnTo>
                    <a:pt x="83713" y="56033"/>
                  </a:lnTo>
                  <a:lnTo>
                    <a:pt x="55929" y="82465"/>
                  </a:lnTo>
                  <a:lnTo>
                    <a:pt x="54870" y="96699"/>
                  </a:lnTo>
                  <a:lnTo>
                    <a:pt x="59220" y="110272"/>
                  </a:lnTo>
                  <a:lnTo>
                    <a:pt x="68782" y="121508"/>
                  </a:lnTo>
                  <a:lnTo>
                    <a:pt x="764146" y="667306"/>
                  </a:lnTo>
                  <a:lnTo>
                    <a:pt x="68782" y="1213104"/>
                  </a:lnTo>
                  <a:lnTo>
                    <a:pt x="59221" y="1224339"/>
                  </a:lnTo>
                  <a:lnTo>
                    <a:pt x="54871" y="1237900"/>
                  </a:lnTo>
                  <a:lnTo>
                    <a:pt x="55929" y="1252101"/>
                  </a:lnTo>
                  <a:lnTo>
                    <a:pt x="83667" y="1278578"/>
                  </a:lnTo>
                  <a:lnTo>
                    <a:pt x="91880" y="1279482"/>
                  </a:lnTo>
                  <a:lnTo>
                    <a:pt x="194111" y="1279482"/>
                  </a:lnTo>
                  <a:lnTo>
                    <a:pt x="149016" y="1314877"/>
                  </a:lnTo>
                  <a:lnTo>
                    <a:pt x="136141" y="1323310"/>
                  </a:lnTo>
                  <a:lnTo>
                    <a:pt x="122106" y="1329500"/>
                  </a:lnTo>
                  <a:lnTo>
                    <a:pt x="107241" y="1333313"/>
                  </a:lnTo>
                  <a:lnTo>
                    <a:pt x="91880" y="1334614"/>
                  </a:lnTo>
                  <a:close/>
                </a:path>
                <a:path w="916940" h="1334770">
                  <a:moveTo>
                    <a:pt x="194111" y="1279482"/>
                  </a:moveTo>
                  <a:lnTo>
                    <a:pt x="99947" y="1279482"/>
                  </a:lnTo>
                  <a:lnTo>
                    <a:pt x="108125" y="1276946"/>
                  </a:lnTo>
                  <a:lnTo>
                    <a:pt x="114867" y="1271543"/>
                  </a:lnTo>
                  <a:lnTo>
                    <a:pt x="847475" y="696526"/>
                  </a:lnTo>
                  <a:lnTo>
                    <a:pt x="861621" y="667306"/>
                  </a:lnTo>
                  <a:lnTo>
                    <a:pt x="860669" y="658896"/>
                  </a:lnTo>
                  <a:lnTo>
                    <a:pt x="857905" y="651043"/>
                  </a:lnTo>
                  <a:lnTo>
                    <a:pt x="853462" y="644017"/>
                  </a:lnTo>
                  <a:lnTo>
                    <a:pt x="847475" y="638087"/>
                  </a:lnTo>
                  <a:lnTo>
                    <a:pt x="114867" y="63070"/>
                  </a:lnTo>
                  <a:lnTo>
                    <a:pt x="108125" y="57667"/>
                  </a:lnTo>
                  <a:lnTo>
                    <a:pt x="99947" y="55131"/>
                  </a:lnTo>
                  <a:lnTo>
                    <a:pt x="91880" y="55131"/>
                  </a:lnTo>
                  <a:lnTo>
                    <a:pt x="194221" y="55131"/>
                  </a:lnTo>
                  <a:lnTo>
                    <a:pt x="881735" y="594754"/>
                  </a:lnTo>
                  <a:lnTo>
                    <a:pt x="907679" y="627020"/>
                  </a:lnTo>
                  <a:lnTo>
                    <a:pt x="916879" y="667307"/>
                  </a:lnTo>
                  <a:lnTo>
                    <a:pt x="914525" y="688163"/>
                  </a:lnTo>
                  <a:lnTo>
                    <a:pt x="907665" y="707635"/>
                  </a:lnTo>
                  <a:lnTo>
                    <a:pt x="896598" y="725081"/>
                  </a:lnTo>
                  <a:lnTo>
                    <a:pt x="881625" y="739859"/>
                  </a:lnTo>
                  <a:lnTo>
                    <a:pt x="194111" y="1279482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549791" y="39755"/>
              <a:ext cx="845819" cy="1973580"/>
            </a:xfrm>
            <a:custGeom>
              <a:avLst/>
              <a:gdLst/>
              <a:ahLst/>
              <a:cxnLst/>
              <a:rect l="l" t="t" r="r" b="b"/>
              <a:pathLst>
                <a:path w="845819" h="1973580">
                  <a:moveTo>
                    <a:pt x="64927" y="1973473"/>
                  </a:moveTo>
                  <a:lnTo>
                    <a:pt x="56860" y="1973473"/>
                  </a:lnTo>
                  <a:lnTo>
                    <a:pt x="49013" y="1971929"/>
                  </a:lnTo>
                  <a:lnTo>
                    <a:pt x="11861" y="1945990"/>
                  </a:lnTo>
                  <a:lnTo>
                    <a:pt x="0" y="1910210"/>
                  </a:lnTo>
                  <a:lnTo>
                    <a:pt x="949" y="1897668"/>
                  </a:lnTo>
                  <a:lnTo>
                    <a:pt x="719843" y="41348"/>
                  </a:lnTo>
                  <a:lnTo>
                    <a:pt x="743728" y="11412"/>
                  </a:lnTo>
                  <a:lnTo>
                    <a:pt x="780295" y="0"/>
                  </a:lnTo>
                  <a:lnTo>
                    <a:pt x="788363" y="0"/>
                  </a:lnTo>
                  <a:lnTo>
                    <a:pt x="825472" y="18263"/>
                  </a:lnTo>
                  <a:lnTo>
                    <a:pt x="845206" y="62882"/>
                  </a:lnTo>
                  <a:lnTo>
                    <a:pt x="840858" y="88209"/>
                  </a:lnTo>
                  <a:lnTo>
                    <a:pt x="125490" y="1932124"/>
                  </a:lnTo>
                  <a:lnTo>
                    <a:pt x="101550" y="1962061"/>
                  </a:lnTo>
                  <a:lnTo>
                    <a:pt x="64928" y="1973473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6522190" y="12189"/>
              <a:ext cx="900430" cy="2028825"/>
            </a:xfrm>
            <a:custGeom>
              <a:avLst/>
              <a:gdLst/>
              <a:ahLst/>
              <a:cxnLst/>
              <a:rect l="l" t="t" r="r" b="b"/>
              <a:pathLst>
                <a:path w="900430" h="2028825">
                  <a:moveTo>
                    <a:pt x="92529" y="2028604"/>
                  </a:moveTo>
                  <a:lnTo>
                    <a:pt x="42810" y="2014146"/>
                  </a:lnTo>
                  <a:lnTo>
                    <a:pt x="7874" y="1973583"/>
                  </a:lnTo>
                  <a:lnTo>
                    <a:pt x="0" y="1938409"/>
                  </a:lnTo>
                  <a:lnTo>
                    <a:pt x="1346" y="1920492"/>
                  </a:lnTo>
                  <a:lnTo>
                    <a:pt x="721694" y="58990"/>
                  </a:lnTo>
                  <a:lnTo>
                    <a:pt x="755678" y="16305"/>
                  </a:lnTo>
                  <a:lnTo>
                    <a:pt x="807896" y="0"/>
                  </a:lnTo>
                  <a:lnTo>
                    <a:pt x="816468" y="393"/>
                  </a:lnTo>
                  <a:lnTo>
                    <a:pt x="872234" y="25982"/>
                  </a:lnTo>
                  <a:lnTo>
                    <a:pt x="892546" y="55131"/>
                  </a:lnTo>
                  <a:lnTo>
                    <a:pt x="807896" y="55131"/>
                  </a:lnTo>
                  <a:lnTo>
                    <a:pt x="796988" y="56774"/>
                  </a:lnTo>
                  <a:lnTo>
                    <a:pt x="57827" y="1922862"/>
                  </a:lnTo>
                  <a:lnTo>
                    <a:pt x="55267" y="1937382"/>
                  </a:lnTo>
                  <a:lnTo>
                    <a:pt x="58407" y="1951282"/>
                  </a:lnTo>
                  <a:lnTo>
                    <a:pt x="66561" y="1962991"/>
                  </a:lnTo>
                  <a:lnTo>
                    <a:pt x="79046" y="1970937"/>
                  </a:lnTo>
                  <a:lnTo>
                    <a:pt x="83466" y="1972701"/>
                  </a:lnTo>
                  <a:lnTo>
                    <a:pt x="87997" y="1973473"/>
                  </a:lnTo>
                  <a:lnTo>
                    <a:pt x="176610" y="1973473"/>
                  </a:lnTo>
                  <a:lnTo>
                    <a:pt x="164904" y="1993716"/>
                  </a:lnTo>
                  <a:lnTo>
                    <a:pt x="144761" y="2012340"/>
                  </a:lnTo>
                  <a:lnTo>
                    <a:pt x="120080" y="2024349"/>
                  </a:lnTo>
                  <a:lnTo>
                    <a:pt x="92529" y="2028604"/>
                  </a:lnTo>
                  <a:close/>
                </a:path>
                <a:path w="900430" h="2028825">
                  <a:moveTo>
                    <a:pt x="176610" y="1973473"/>
                  </a:moveTo>
                  <a:lnTo>
                    <a:pt x="92529" y="1973473"/>
                  </a:lnTo>
                  <a:lnTo>
                    <a:pt x="103452" y="1971829"/>
                  </a:lnTo>
                  <a:lnTo>
                    <a:pt x="113361" y="1967105"/>
                  </a:lnTo>
                  <a:lnTo>
                    <a:pt x="121529" y="1959611"/>
                  </a:lnTo>
                  <a:lnTo>
                    <a:pt x="127230" y="1949656"/>
                  </a:lnTo>
                  <a:lnTo>
                    <a:pt x="842709" y="105741"/>
                  </a:lnTo>
                  <a:lnTo>
                    <a:pt x="845204" y="91174"/>
                  </a:lnTo>
                  <a:lnTo>
                    <a:pt x="842032" y="77280"/>
                  </a:lnTo>
                  <a:lnTo>
                    <a:pt x="833866" y="65597"/>
                  </a:lnTo>
                  <a:lnTo>
                    <a:pt x="821379" y="57667"/>
                  </a:lnTo>
                  <a:lnTo>
                    <a:pt x="816959" y="56013"/>
                  </a:lnTo>
                  <a:lnTo>
                    <a:pt x="812427" y="55131"/>
                  </a:lnTo>
                  <a:lnTo>
                    <a:pt x="892546" y="55131"/>
                  </a:lnTo>
                  <a:lnTo>
                    <a:pt x="900422" y="89565"/>
                  </a:lnTo>
                  <a:lnTo>
                    <a:pt x="894209" y="125699"/>
                  </a:lnTo>
                  <a:lnTo>
                    <a:pt x="178841" y="1969614"/>
                  </a:lnTo>
                  <a:lnTo>
                    <a:pt x="176610" y="1973473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09558" y="0"/>
              <a:ext cx="16078440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77700" y="0"/>
            <a:ext cx="6210300" cy="10287000"/>
            <a:chOff x="12077700" y="0"/>
            <a:chExt cx="6210300" cy="10287000"/>
          </a:xfrm>
        </p:grpSpPr>
        <p:sp>
          <p:nvSpPr>
            <p:cNvPr id="3" name="object 3"/>
            <p:cNvSpPr/>
            <p:nvPr/>
          </p:nvSpPr>
          <p:spPr>
            <a:xfrm>
              <a:off x="12077700" y="17488"/>
              <a:ext cx="6210300" cy="10269855"/>
            </a:xfrm>
            <a:custGeom>
              <a:avLst/>
              <a:gdLst/>
              <a:ahLst/>
              <a:cxnLst/>
              <a:rect l="l" t="t" r="r" b="b"/>
              <a:pathLst>
                <a:path w="6210300" h="10269855">
                  <a:moveTo>
                    <a:pt x="6210298" y="10269511"/>
                  </a:moveTo>
                  <a:lnTo>
                    <a:pt x="0" y="10269511"/>
                  </a:lnTo>
                  <a:lnTo>
                    <a:pt x="0" y="0"/>
                  </a:lnTo>
                  <a:lnTo>
                    <a:pt x="6210298" y="0"/>
                  </a:lnTo>
                  <a:lnTo>
                    <a:pt x="6210298" y="10269511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77700" y="0"/>
              <a:ext cx="6210299" cy="512444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5" y="6188190"/>
            <a:ext cx="3669923" cy="40894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125976" y="6189688"/>
            <a:ext cx="2162175" cy="4089400"/>
          </a:xfrm>
          <a:custGeom>
            <a:avLst/>
            <a:gdLst/>
            <a:ahLst/>
            <a:cxnLst/>
            <a:rect l="l" t="t" r="r" b="b"/>
            <a:pathLst>
              <a:path w="2162175" h="4089400">
                <a:moveTo>
                  <a:pt x="1158744" y="4000500"/>
                </a:moveTo>
                <a:lnTo>
                  <a:pt x="1138781" y="4000500"/>
                </a:lnTo>
                <a:lnTo>
                  <a:pt x="1138781" y="139700"/>
                </a:lnTo>
                <a:lnTo>
                  <a:pt x="1137117" y="139700"/>
                </a:lnTo>
                <a:lnTo>
                  <a:pt x="1113240" y="127000"/>
                </a:lnTo>
                <a:lnTo>
                  <a:pt x="1093965" y="114300"/>
                </a:lnTo>
                <a:lnTo>
                  <a:pt x="1081085" y="88900"/>
                </a:lnTo>
                <a:lnTo>
                  <a:pt x="1076393" y="63500"/>
                </a:lnTo>
                <a:lnTo>
                  <a:pt x="1081943" y="38100"/>
                </a:lnTo>
                <a:lnTo>
                  <a:pt x="1097085" y="12700"/>
                </a:lnTo>
                <a:lnTo>
                  <a:pt x="1119557" y="0"/>
                </a:lnTo>
                <a:lnTo>
                  <a:pt x="1174640" y="0"/>
                </a:lnTo>
                <a:lnTo>
                  <a:pt x="1197113" y="12700"/>
                </a:lnTo>
                <a:lnTo>
                  <a:pt x="1126277" y="12700"/>
                </a:lnTo>
                <a:lnTo>
                  <a:pt x="1109874" y="25400"/>
                </a:lnTo>
                <a:lnTo>
                  <a:pt x="1098774" y="38100"/>
                </a:lnTo>
                <a:lnTo>
                  <a:pt x="1094693" y="63500"/>
                </a:lnTo>
                <a:lnTo>
                  <a:pt x="1097917" y="76200"/>
                </a:lnTo>
                <a:lnTo>
                  <a:pt x="1106755" y="101600"/>
                </a:lnTo>
                <a:lnTo>
                  <a:pt x="1119960" y="114300"/>
                </a:lnTo>
                <a:lnTo>
                  <a:pt x="1200232" y="114300"/>
                </a:lnTo>
                <a:lnTo>
                  <a:pt x="1180957" y="127000"/>
                </a:lnTo>
                <a:lnTo>
                  <a:pt x="1157081" y="139700"/>
                </a:lnTo>
                <a:lnTo>
                  <a:pt x="1157081" y="482600"/>
                </a:lnTo>
                <a:lnTo>
                  <a:pt x="1182346" y="508000"/>
                </a:lnTo>
                <a:lnTo>
                  <a:pt x="1156249" y="508000"/>
                </a:lnTo>
                <a:lnTo>
                  <a:pt x="1156249" y="2197100"/>
                </a:lnTo>
                <a:lnTo>
                  <a:pt x="1158744" y="2197100"/>
                </a:lnTo>
                <a:lnTo>
                  <a:pt x="1156249" y="2209800"/>
                </a:lnTo>
                <a:lnTo>
                  <a:pt x="1156249" y="2476500"/>
                </a:lnTo>
                <a:lnTo>
                  <a:pt x="1184010" y="2476500"/>
                </a:lnTo>
                <a:lnTo>
                  <a:pt x="1158744" y="2501900"/>
                </a:lnTo>
                <a:lnTo>
                  <a:pt x="1158744" y="4000500"/>
                </a:lnTo>
                <a:close/>
              </a:path>
              <a:path w="2162175" h="4089400">
                <a:moveTo>
                  <a:pt x="1200232" y="114300"/>
                </a:moveTo>
                <a:lnTo>
                  <a:pt x="1172574" y="114300"/>
                </a:lnTo>
                <a:lnTo>
                  <a:pt x="1185779" y="101600"/>
                </a:lnTo>
                <a:lnTo>
                  <a:pt x="1194617" y="76200"/>
                </a:lnTo>
                <a:lnTo>
                  <a:pt x="1197841" y="63500"/>
                </a:lnTo>
                <a:lnTo>
                  <a:pt x="1193760" y="38100"/>
                </a:lnTo>
                <a:lnTo>
                  <a:pt x="1182660" y="25400"/>
                </a:lnTo>
                <a:lnTo>
                  <a:pt x="1166257" y="12700"/>
                </a:lnTo>
                <a:lnTo>
                  <a:pt x="1197113" y="12700"/>
                </a:lnTo>
                <a:lnTo>
                  <a:pt x="1212255" y="38100"/>
                </a:lnTo>
                <a:lnTo>
                  <a:pt x="1217805" y="63500"/>
                </a:lnTo>
                <a:lnTo>
                  <a:pt x="1213112" y="88900"/>
                </a:lnTo>
                <a:lnTo>
                  <a:pt x="1200232" y="114300"/>
                </a:lnTo>
                <a:close/>
              </a:path>
              <a:path w="2162175" h="4089400">
                <a:moveTo>
                  <a:pt x="1154585" y="114300"/>
                </a:moveTo>
                <a:lnTo>
                  <a:pt x="1136285" y="114300"/>
                </a:lnTo>
                <a:lnTo>
                  <a:pt x="1136285" y="63500"/>
                </a:lnTo>
                <a:lnTo>
                  <a:pt x="1140444" y="50800"/>
                </a:lnTo>
                <a:lnTo>
                  <a:pt x="1150426" y="50800"/>
                </a:lnTo>
                <a:lnTo>
                  <a:pt x="1154585" y="63500"/>
                </a:lnTo>
                <a:lnTo>
                  <a:pt x="1154585" y="114300"/>
                </a:lnTo>
                <a:close/>
              </a:path>
              <a:path w="2162175" h="4089400">
                <a:moveTo>
                  <a:pt x="1184010" y="2476500"/>
                </a:moveTo>
                <a:lnTo>
                  <a:pt x="1156249" y="2476500"/>
                </a:lnTo>
                <a:lnTo>
                  <a:pt x="1901573" y="1727200"/>
                </a:lnTo>
                <a:lnTo>
                  <a:pt x="1901573" y="1257300"/>
                </a:lnTo>
                <a:lnTo>
                  <a:pt x="1156249" y="508000"/>
                </a:lnTo>
                <a:lnTo>
                  <a:pt x="1182346" y="508000"/>
                </a:lnTo>
                <a:lnTo>
                  <a:pt x="1902404" y="1231900"/>
                </a:lnTo>
                <a:lnTo>
                  <a:pt x="1925695" y="1231900"/>
                </a:lnTo>
                <a:lnTo>
                  <a:pt x="1925695" y="1257300"/>
                </a:lnTo>
                <a:lnTo>
                  <a:pt x="1951944" y="1282700"/>
                </a:lnTo>
                <a:lnTo>
                  <a:pt x="1923200" y="1282700"/>
                </a:lnTo>
                <a:lnTo>
                  <a:pt x="1923200" y="1701800"/>
                </a:lnTo>
                <a:lnTo>
                  <a:pt x="1951944" y="1701800"/>
                </a:lnTo>
                <a:lnTo>
                  <a:pt x="1925695" y="1727200"/>
                </a:lnTo>
                <a:lnTo>
                  <a:pt x="1925695" y="1752600"/>
                </a:lnTo>
                <a:lnTo>
                  <a:pt x="1904068" y="1752600"/>
                </a:lnTo>
                <a:lnTo>
                  <a:pt x="1184010" y="2476500"/>
                </a:lnTo>
                <a:close/>
              </a:path>
              <a:path w="2162175" h="4089400">
                <a:moveTo>
                  <a:pt x="1197009" y="825500"/>
                </a:moveTo>
                <a:lnTo>
                  <a:pt x="1176213" y="825500"/>
                </a:lnTo>
                <a:lnTo>
                  <a:pt x="1176213" y="812800"/>
                </a:lnTo>
                <a:lnTo>
                  <a:pt x="1197009" y="812800"/>
                </a:lnTo>
                <a:lnTo>
                  <a:pt x="1197009" y="825500"/>
                </a:lnTo>
                <a:close/>
              </a:path>
              <a:path w="2162175" h="4089400">
                <a:moveTo>
                  <a:pt x="1230282" y="876300"/>
                </a:moveTo>
                <a:lnTo>
                  <a:pt x="1223627" y="876300"/>
                </a:lnTo>
                <a:lnTo>
                  <a:pt x="1220300" y="863600"/>
                </a:lnTo>
                <a:lnTo>
                  <a:pt x="1216973" y="863600"/>
                </a:lnTo>
                <a:lnTo>
                  <a:pt x="1220300" y="850900"/>
                </a:lnTo>
                <a:lnTo>
                  <a:pt x="1230282" y="850900"/>
                </a:lnTo>
                <a:lnTo>
                  <a:pt x="1236937" y="863600"/>
                </a:lnTo>
                <a:lnTo>
                  <a:pt x="1230282" y="876300"/>
                </a:lnTo>
                <a:close/>
              </a:path>
              <a:path w="2162175" h="4089400">
                <a:moveTo>
                  <a:pt x="1271042" y="914400"/>
                </a:moveTo>
                <a:lnTo>
                  <a:pt x="1261060" y="914400"/>
                </a:lnTo>
                <a:lnTo>
                  <a:pt x="1257733" y="901700"/>
                </a:lnTo>
                <a:lnTo>
                  <a:pt x="1264387" y="889000"/>
                </a:lnTo>
                <a:lnTo>
                  <a:pt x="1271042" y="889000"/>
                </a:lnTo>
                <a:lnTo>
                  <a:pt x="1277697" y="901700"/>
                </a:lnTo>
                <a:lnTo>
                  <a:pt x="1271042" y="914400"/>
                </a:lnTo>
                <a:close/>
              </a:path>
              <a:path w="2162175" h="4089400">
                <a:moveTo>
                  <a:pt x="1311802" y="952500"/>
                </a:moveTo>
                <a:lnTo>
                  <a:pt x="1301820" y="952500"/>
                </a:lnTo>
                <a:lnTo>
                  <a:pt x="1297661" y="939800"/>
                </a:lnTo>
                <a:lnTo>
                  <a:pt x="1301820" y="939800"/>
                </a:lnTo>
                <a:lnTo>
                  <a:pt x="1305147" y="927100"/>
                </a:lnTo>
                <a:lnTo>
                  <a:pt x="1311802" y="927100"/>
                </a:lnTo>
                <a:lnTo>
                  <a:pt x="1318457" y="939800"/>
                </a:lnTo>
                <a:lnTo>
                  <a:pt x="1311802" y="952500"/>
                </a:lnTo>
                <a:close/>
              </a:path>
              <a:path w="2162175" h="4089400">
                <a:moveTo>
                  <a:pt x="1941188" y="977900"/>
                </a:moveTo>
                <a:lnTo>
                  <a:pt x="1886911" y="977900"/>
                </a:lnTo>
                <a:lnTo>
                  <a:pt x="1882401" y="965200"/>
                </a:lnTo>
                <a:lnTo>
                  <a:pt x="1880776" y="952500"/>
                </a:lnTo>
                <a:lnTo>
                  <a:pt x="1883402" y="939800"/>
                </a:lnTo>
                <a:lnTo>
                  <a:pt x="1890550" y="927100"/>
                </a:lnTo>
                <a:lnTo>
                  <a:pt x="1937549" y="927100"/>
                </a:lnTo>
                <a:lnTo>
                  <a:pt x="1944698" y="939800"/>
                </a:lnTo>
                <a:lnTo>
                  <a:pt x="1947323" y="952500"/>
                </a:lnTo>
                <a:lnTo>
                  <a:pt x="1945698" y="965200"/>
                </a:lnTo>
                <a:lnTo>
                  <a:pt x="1941188" y="977900"/>
                </a:lnTo>
                <a:close/>
              </a:path>
              <a:path w="2162175" h="4089400">
                <a:moveTo>
                  <a:pt x="1359217" y="990600"/>
                </a:moveTo>
                <a:lnTo>
                  <a:pt x="1338421" y="990600"/>
                </a:lnTo>
                <a:lnTo>
                  <a:pt x="1338421" y="977900"/>
                </a:lnTo>
                <a:lnTo>
                  <a:pt x="1359217" y="977900"/>
                </a:lnTo>
                <a:lnTo>
                  <a:pt x="1359217" y="990600"/>
                </a:lnTo>
                <a:close/>
              </a:path>
              <a:path w="2162175" h="4089400">
                <a:moveTo>
                  <a:pt x="1925695" y="1231900"/>
                </a:moveTo>
                <a:lnTo>
                  <a:pt x="1902404" y="1231900"/>
                </a:lnTo>
                <a:lnTo>
                  <a:pt x="1902404" y="990600"/>
                </a:lnTo>
                <a:lnTo>
                  <a:pt x="1893761" y="977900"/>
                </a:lnTo>
                <a:lnTo>
                  <a:pt x="1934339" y="977900"/>
                </a:lnTo>
                <a:lnTo>
                  <a:pt x="1925695" y="990600"/>
                </a:lnTo>
                <a:lnTo>
                  <a:pt x="1925695" y="1231900"/>
                </a:lnTo>
                <a:close/>
              </a:path>
              <a:path w="2162175" h="4089400">
                <a:moveTo>
                  <a:pt x="1399144" y="1028700"/>
                </a:moveTo>
                <a:lnTo>
                  <a:pt x="1379181" y="1028700"/>
                </a:lnTo>
                <a:lnTo>
                  <a:pt x="1379181" y="1016000"/>
                </a:lnTo>
                <a:lnTo>
                  <a:pt x="1399144" y="1016000"/>
                </a:lnTo>
                <a:lnTo>
                  <a:pt x="1399144" y="1028700"/>
                </a:lnTo>
                <a:close/>
              </a:path>
              <a:path w="2162175" h="4089400">
                <a:moveTo>
                  <a:pt x="1433250" y="1079500"/>
                </a:moveTo>
                <a:lnTo>
                  <a:pt x="1426595" y="1079500"/>
                </a:lnTo>
                <a:lnTo>
                  <a:pt x="1423268" y="1066800"/>
                </a:lnTo>
                <a:lnTo>
                  <a:pt x="1419940" y="1066800"/>
                </a:lnTo>
                <a:lnTo>
                  <a:pt x="1426595" y="1054100"/>
                </a:lnTo>
                <a:lnTo>
                  <a:pt x="1433250" y="1054100"/>
                </a:lnTo>
                <a:lnTo>
                  <a:pt x="1439904" y="1066800"/>
                </a:lnTo>
                <a:lnTo>
                  <a:pt x="1433250" y="1079500"/>
                </a:lnTo>
                <a:close/>
              </a:path>
              <a:path w="2162175" h="4089400">
                <a:moveTo>
                  <a:pt x="1474010" y="1117600"/>
                </a:moveTo>
                <a:lnTo>
                  <a:pt x="1464028" y="1117600"/>
                </a:lnTo>
                <a:lnTo>
                  <a:pt x="1459868" y="1104900"/>
                </a:lnTo>
                <a:lnTo>
                  <a:pt x="1464028" y="1092200"/>
                </a:lnTo>
                <a:lnTo>
                  <a:pt x="1474010" y="1092200"/>
                </a:lnTo>
                <a:lnTo>
                  <a:pt x="1480664" y="1104900"/>
                </a:lnTo>
                <a:lnTo>
                  <a:pt x="1474010" y="1117600"/>
                </a:lnTo>
                <a:close/>
              </a:path>
              <a:path w="2162175" h="4089400">
                <a:moveTo>
                  <a:pt x="1514770" y="1155700"/>
                </a:moveTo>
                <a:lnTo>
                  <a:pt x="1504788" y="1155700"/>
                </a:lnTo>
                <a:lnTo>
                  <a:pt x="1500628" y="1143000"/>
                </a:lnTo>
                <a:lnTo>
                  <a:pt x="1504788" y="1143000"/>
                </a:lnTo>
                <a:lnTo>
                  <a:pt x="1508115" y="1130300"/>
                </a:lnTo>
                <a:lnTo>
                  <a:pt x="1514770" y="1130300"/>
                </a:lnTo>
                <a:lnTo>
                  <a:pt x="1521424" y="1143000"/>
                </a:lnTo>
                <a:lnTo>
                  <a:pt x="1514770" y="1155700"/>
                </a:lnTo>
                <a:close/>
              </a:path>
              <a:path w="2162175" h="4089400">
                <a:moveTo>
                  <a:pt x="1561352" y="1193800"/>
                </a:moveTo>
                <a:lnTo>
                  <a:pt x="1541388" y="1193800"/>
                </a:lnTo>
                <a:lnTo>
                  <a:pt x="1541388" y="1181100"/>
                </a:lnTo>
                <a:lnTo>
                  <a:pt x="1561352" y="1181100"/>
                </a:lnTo>
                <a:lnTo>
                  <a:pt x="1561352" y="1193800"/>
                </a:lnTo>
                <a:close/>
              </a:path>
              <a:path w="2162175" h="4089400">
                <a:moveTo>
                  <a:pt x="1602112" y="1231900"/>
                </a:moveTo>
                <a:lnTo>
                  <a:pt x="1582148" y="1231900"/>
                </a:lnTo>
                <a:lnTo>
                  <a:pt x="1582148" y="1219200"/>
                </a:lnTo>
                <a:lnTo>
                  <a:pt x="1602112" y="1219200"/>
                </a:lnTo>
                <a:lnTo>
                  <a:pt x="1602112" y="1231900"/>
                </a:lnTo>
                <a:close/>
              </a:path>
              <a:path w="2162175" h="4089400">
                <a:moveTo>
                  <a:pt x="1636217" y="1282700"/>
                </a:moveTo>
                <a:lnTo>
                  <a:pt x="1629563" y="1282700"/>
                </a:lnTo>
                <a:lnTo>
                  <a:pt x="1626235" y="1270000"/>
                </a:lnTo>
                <a:lnTo>
                  <a:pt x="1622076" y="1270000"/>
                </a:lnTo>
                <a:lnTo>
                  <a:pt x="1626235" y="1257300"/>
                </a:lnTo>
                <a:lnTo>
                  <a:pt x="1636217" y="1257300"/>
                </a:lnTo>
                <a:lnTo>
                  <a:pt x="1642872" y="1270000"/>
                </a:lnTo>
                <a:lnTo>
                  <a:pt x="1636217" y="1282700"/>
                </a:lnTo>
                <a:close/>
              </a:path>
              <a:path w="2162175" h="4089400">
                <a:moveTo>
                  <a:pt x="1951944" y="1701800"/>
                </a:moveTo>
                <a:lnTo>
                  <a:pt x="1923200" y="1701800"/>
                </a:lnTo>
                <a:lnTo>
                  <a:pt x="2135318" y="1485900"/>
                </a:lnTo>
                <a:lnTo>
                  <a:pt x="1923200" y="1282700"/>
                </a:lnTo>
                <a:lnTo>
                  <a:pt x="1951944" y="1282700"/>
                </a:lnTo>
                <a:lnTo>
                  <a:pt x="2161936" y="1485900"/>
                </a:lnTo>
                <a:lnTo>
                  <a:pt x="2161936" y="1498600"/>
                </a:lnTo>
                <a:lnTo>
                  <a:pt x="1951944" y="1701800"/>
                </a:lnTo>
                <a:close/>
              </a:path>
              <a:path w="2162175" h="4089400">
                <a:moveTo>
                  <a:pt x="1676977" y="1320800"/>
                </a:moveTo>
                <a:lnTo>
                  <a:pt x="1666995" y="1320800"/>
                </a:lnTo>
                <a:lnTo>
                  <a:pt x="1662836" y="1308100"/>
                </a:lnTo>
                <a:lnTo>
                  <a:pt x="1666995" y="1295400"/>
                </a:lnTo>
                <a:lnTo>
                  <a:pt x="1676977" y="1295400"/>
                </a:lnTo>
                <a:lnTo>
                  <a:pt x="1683632" y="1308100"/>
                </a:lnTo>
                <a:lnTo>
                  <a:pt x="1676977" y="1320800"/>
                </a:lnTo>
                <a:close/>
              </a:path>
              <a:path w="2162175" h="4089400">
                <a:moveTo>
                  <a:pt x="1716905" y="1358900"/>
                </a:moveTo>
                <a:lnTo>
                  <a:pt x="1706923" y="1358900"/>
                </a:lnTo>
                <a:lnTo>
                  <a:pt x="1703596" y="1346200"/>
                </a:lnTo>
                <a:lnTo>
                  <a:pt x="1710250" y="1333500"/>
                </a:lnTo>
                <a:lnTo>
                  <a:pt x="1716905" y="1333500"/>
                </a:lnTo>
                <a:lnTo>
                  <a:pt x="1723560" y="1346200"/>
                </a:lnTo>
                <a:lnTo>
                  <a:pt x="1716905" y="1358900"/>
                </a:lnTo>
                <a:close/>
              </a:path>
              <a:path w="2162175" h="4089400">
                <a:moveTo>
                  <a:pt x="1764320" y="1397000"/>
                </a:moveTo>
                <a:lnTo>
                  <a:pt x="1744356" y="1397000"/>
                </a:lnTo>
                <a:lnTo>
                  <a:pt x="1744356" y="1384300"/>
                </a:lnTo>
                <a:lnTo>
                  <a:pt x="1764320" y="1384300"/>
                </a:lnTo>
                <a:lnTo>
                  <a:pt x="1764320" y="1397000"/>
                </a:lnTo>
                <a:close/>
              </a:path>
              <a:path w="2162175" h="4089400">
                <a:moveTo>
                  <a:pt x="1805080" y="1435100"/>
                </a:moveTo>
                <a:lnTo>
                  <a:pt x="1784284" y="1435100"/>
                </a:lnTo>
                <a:lnTo>
                  <a:pt x="1784284" y="1422400"/>
                </a:lnTo>
                <a:lnTo>
                  <a:pt x="1805080" y="1422400"/>
                </a:lnTo>
                <a:lnTo>
                  <a:pt x="1805080" y="1435100"/>
                </a:lnTo>
                <a:close/>
              </a:path>
              <a:path w="2162175" h="4089400">
                <a:moveTo>
                  <a:pt x="1845840" y="1473200"/>
                </a:moveTo>
                <a:lnTo>
                  <a:pt x="1825044" y="1473200"/>
                </a:lnTo>
                <a:lnTo>
                  <a:pt x="1825044" y="1460500"/>
                </a:lnTo>
                <a:lnTo>
                  <a:pt x="1845840" y="1460500"/>
                </a:lnTo>
                <a:lnTo>
                  <a:pt x="1845840" y="1473200"/>
                </a:lnTo>
                <a:close/>
              </a:path>
              <a:path w="2162175" h="4089400">
                <a:moveTo>
                  <a:pt x="1841680" y="1524000"/>
                </a:moveTo>
                <a:lnTo>
                  <a:pt x="1835026" y="1524000"/>
                </a:lnTo>
                <a:lnTo>
                  <a:pt x="1828371" y="1511300"/>
                </a:lnTo>
                <a:lnTo>
                  <a:pt x="1831698" y="1498600"/>
                </a:lnTo>
                <a:lnTo>
                  <a:pt x="1845008" y="1498600"/>
                </a:lnTo>
                <a:lnTo>
                  <a:pt x="1848335" y="1511300"/>
                </a:lnTo>
                <a:lnTo>
                  <a:pt x="1841680" y="1524000"/>
                </a:lnTo>
                <a:close/>
              </a:path>
              <a:path w="2162175" h="4089400">
                <a:moveTo>
                  <a:pt x="1804248" y="1549400"/>
                </a:moveTo>
                <a:lnTo>
                  <a:pt x="1790938" y="1549400"/>
                </a:lnTo>
                <a:lnTo>
                  <a:pt x="1794266" y="1536700"/>
                </a:lnTo>
                <a:lnTo>
                  <a:pt x="1800920" y="1536700"/>
                </a:lnTo>
                <a:lnTo>
                  <a:pt x="1804248" y="1549400"/>
                </a:lnTo>
                <a:close/>
              </a:path>
              <a:path w="2162175" h="4089400">
                <a:moveTo>
                  <a:pt x="1800920" y="1562100"/>
                </a:moveTo>
                <a:lnTo>
                  <a:pt x="1794266" y="1562100"/>
                </a:lnTo>
                <a:lnTo>
                  <a:pt x="1787611" y="1549400"/>
                </a:lnTo>
                <a:lnTo>
                  <a:pt x="1807575" y="1549400"/>
                </a:lnTo>
                <a:lnTo>
                  <a:pt x="1800920" y="1562100"/>
                </a:lnTo>
                <a:close/>
              </a:path>
              <a:path w="2162175" h="4089400">
                <a:moveTo>
                  <a:pt x="1766815" y="1600200"/>
                </a:moveTo>
                <a:lnTo>
                  <a:pt x="1746851" y="1600200"/>
                </a:lnTo>
                <a:lnTo>
                  <a:pt x="1746851" y="1587500"/>
                </a:lnTo>
                <a:lnTo>
                  <a:pt x="1750179" y="1587500"/>
                </a:lnTo>
                <a:lnTo>
                  <a:pt x="1753506" y="1574800"/>
                </a:lnTo>
                <a:lnTo>
                  <a:pt x="1760160" y="1574800"/>
                </a:lnTo>
                <a:lnTo>
                  <a:pt x="1766815" y="1587500"/>
                </a:lnTo>
                <a:lnTo>
                  <a:pt x="1766815" y="1600200"/>
                </a:lnTo>
                <a:close/>
              </a:path>
              <a:path w="2162175" h="4089400">
                <a:moveTo>
                  <a:pt x="1726055" y="1638300"/>
                </a:moveTo>
                <a:lnTo>
                  <a:pt x="1706091" y="1638300"/>
                </a:lnTo>
                <a:lnTo>
                  <a:pt x="1706091" y="1625600"/>
                </a:lnTo>
                <a:lnTo>
                  <a:pt x="1726055" y="1625600"/>
                </a:lnTo>
                <a:lnTo>
                  <a:pt x="1726055" y="1638300"/>
                </a:lnTo>
                <a:close/>
              </a:path>
              <a:path w="2162175" h="4089400">
                <a:moveTo>
                  <a:pt x="1686127" y="1676400"/>
                </a:moveTo>
                <a:lnTo>
                  <a:pt x="1666163" y="1676400"/>
                </a:lnTo>
                <a:lnTo>
                  <a:pt x="1666163" y="1663700"/>
                </a:lnTo>
                <a:lnTo>
                  <a:pt x="1686127" y="1663700"/>
                </a:lnTo>
                <a:lnTo>
                  <a:pt x="1686127" y="1676400"/>
                </a:lnTo>
                <a:close/>
              </a:path>
              <a:path w="2162175" h="4089400">
                <a:moveTo>
                  <a:pt x="1638713" y="1727200"/>
                </a:moveTo>
                <a:lnTo>
                  <a:pt x="1632058" y="1727200"/>
                </a:lnTo>
                <a:lnTo>
                  <a:pt x="1625403" y="1714500"/>
                </a:lnTo>
                <a:lnTo>
                  <a:pt x="1628731" y="1701800"/>
                </a:lnTo>
                <a:lnTo>
                  <a:pt x="1642040" y="1701800"/>
                </a:lnTo>
                <a:lnTo>
                  <a:pt x="1645367" y="1714500"/>
                </a:lnTo>
                <a:lnTo>
                  <a:pt x="1638713" y="1727200"/>
                </a:lnTo>
                <a:close/>
              </a:path>
              <a:path w="2162175" h="4089400">
                <a:moveTo>
                  <a:pt x="1597953" y="1765300"/>
                </a:moveTo>
                <a:lnTo>
                  <a:pt x="1591298" y="1765300"/>
                </a:lnTo>
                <a:lnTo>
                  <a:pt x="1584644" y="1752600"/>
                </a:lnTo>
                <a:lnTo>
                  <a:pt x="1587971" y="1739900"/>
                </a:lnTo>
                <a:lnTo>
                  <a:pt x="1597953" y="1739900"/>
                </a:lnTo>
                <a:lnTo>
                  <a:pt x="1604608" y="1752600"/>
                </a:lnTo>
                <a:lnTo>
                  <a:pt x="1597953" y="1765300"/>
                </a:lnTo>
                <a:close/>
              </a:path>
              <a:path w="2162175" h="4089400">
                <a:moveTo>
                  <a:pt x="1925695" y="3187700"/>
                </a:moveTo>
                <a:lnTo>
                  <a:pt x="1904068" y="3187700"/>
                </a:lnTo>
                <a:lnTo>
                  <a:pt x="1904068" y="1752600"/>
                </a:lnTo>
                <a:lnTo>
                  <a:pt x="1925695" y="1752600"/>
                </a:lnTo>
                <a:lnTo>
                  <a:pt x="1925695" y="3187700"/>
                </a:lnTo>
                <a:close/>
              </a:path>
              <a:path w="2162175" h="4089400">
                <a:moveTo>
                  <a:pt x="1557193" y="1803400"/>
                </a:moveTo>
                <a:lnTo>
                  <a:pt x="1550538" y="1803400"/>
                </a:lnTo>
                <a:lnTo>
                  <a:pt x="1543884" y="1790700"/>
                </a:lnTo>
                <a:lnTo>
                  <a:pt x="1547211" y="1790700"/>
                </a:lnTo>
                <a:lnTo>
                  <a:pt x="1551370" y="1778000"/>
                </a:lnTo>
                <a:lnTo>
                  <a:pt x="1557193" y="1778000"/>
                </a:lnTo>
                <a:lnTo>
                  <a:pt x="1563848" y="1790700"/>
                </a:lnTo>
                <a:lnTo>
                  <a:pt x="1557193" y="1803400"/>
                </a:lnTo>
                <a:close/>
              </a:path>
              <a:path w="2162175" h="4089400">
                <a:moveTo>
                  <a:pt x="1523920" y="1841500"/>
                </a:moveTo>
                <a:lnTo>
                  <a:pt x="1503956" y="1841500"/>
                </a:lnTo>
                <a:lnTo>
                  <a:pt x="1503956" y="1828800"/>
                </a:lnTo>
                <a:lnTo>
                  <a:pt x="1523920" y="1828800"/>
                </a:lnTo>
                <a:lnTo>
                  <a:pt x="1523920" y="1841500"/>
                </a:lnTo>
                <a:close/>
              </a:path>
              <a:path w="2162175" h="4089400">
                <a:moveTo>
                  <a:pt x="1483160" y="1879600"/>
                </a:moveTo>
                <a:lnTo>
                  <a:pt x="1463196" y="1879600"/>
                </a:lnTo>
                <a:lnTo>
                  <a:pt x="1463196" y="1866900"/>
                </a:lnTo>
                <a:lnTo>
                  <a:pt x="1483160" y="1866900"/>
                </a:lnTo>
                <a:lnTo>
                  <a:pt x="1483160" y="1879600"/>
                </a:lnTo>
                <a:close/>
              </a:path>
              <a:path w="2162175" h="4089400">
                <a:moveTo>
                  <a:pt x="1435745" y="1930400"/>
                </a:moveTo>
                <a:lnTo>
                  <a:pt x="1429091" y="1930400"/>
                </a:lnTo>
                <a:lnTo>
                  <a:pt x="1422436" y="1917700"/>
                </a:lnTo>
                <a:lnTo>
                  <a:pt x="1425763" y="1905000"/>
                </a:lnTo>
                <a:lnTo>
                  <a:pt x="1435745" y="1905000"/>
                </a:lnTo>
                <a:lnTo>
                  <a:pt x="1442400" y="1917700"/>
                </a:lnTo>
                <a:lnTo>
                  <a:pt x="1435745" y="1930400"/>
                </a:lnTo>
                <a:close/>
              </a:path>
              <a:path w="2162175" h="4089400">
                <a:moveTo>
                  <a:pt x="1394986" y="1968500"/>
                </a:moveTo>
                <a:lnTo>
                  <a:pt x="1388331" y="1968500"/>
                </a:lnTo>
                <a:lnTo>
                  <a:pt x="1381676" y="1955800"/>
                </a:lnTo>
                <a:lnTo>
                  <a:pt x="1385003" y="1943100"/>
                </a:lnTo>
                <a:lnTo>
                  <a:pt x="1394985" y="1943100"/>
                </a:lnTo>
                <a:lnTo>
                  <a:pt x="1401640" y="1955800"/>
                </a:lnTo>
                <a:lnTo>
                  <a:pt x="1394986" y="1968500"/>
                </a:lnTo>
                <a:close/>
              </a:path>
              <a:path w="2162175" h="4089400">
                <a:moveTo>
                  <a:pt x="1355057" y="2006600"/>
                </a:moveTo>
                <a:lnTo>
                  <a:pt x="1348403" y="2006600"/>
                </a:lnTo>
                <a:lnTo>
                  <a:pt x="1341748" y="1993900"/>
                </a:lnTo>
                <a:lnTo>
                  <a:pt x="1345075" y="1993900"/>
                </a:lnTo>
                <a:lnTo>
                  <a:pt x="1348403" y="1981200"/>
                </a:lnTo>
                <a:lnTo>
                  <a:pt x="1354225" y="1981200"/>
                </a:lnTo>
                <a:lnTo>
                  <a:pt x="1361712" y="1993900"/>
                </a:lnTo>
                <a:lnTo>
                  <a:pt x="1355057" y="2006600"/>
                </a:lnTo>
                <a:close/>
              </a:path>
              <a:path w="2162175" h="4089400">
                <a:moveTo>
                  <a:pt x="1320952" y="2044700"/>
                </a:moveTo>
                <a:lnTo>
                  <a:pt x="1300988" y="2044700"/>
                </a:lnTo>
                <a:lnTo>
                  <a:pt x="1300988" y="2032000"/>
                </a:lnTo>
                <a:lnTo>
                  <a:pt x="1320952" y="2032000"/>
                </a:lnTo>
                <a:lnTo>
                  <a:pt x="1320952" y="2044700"/>
                </a:lnTo>
                <a:close/>
              </a:path>
              <a:path w="2162175" h="4089400">
                <a:moveTo>
                  <a:pt x="1280192" y="2082800"/>
                </a:moveTo>
                <a:lnTo>
                  <a:pt x="1260228" y="2082800"/>
                </a:lnTo>
                <a:lnTo>
                  <a:pt x="1260228" y="2070100"/>
                </a:lnTo>
                <a:lnTo>
                  <a:pt x="1280192" y="2070100"/>
                </a:lnTo>
                <a:lnTo>
                  <a:pt x="1280192" y="2082800"/>
                </a:lnTo>
                <a:close/>
              </a:path>
              <a:path w="2162175" h="4089400">
                <a:moveTo>
                  <a:pt x="1232778" y="2133600"/>
                </a:moveTo>
                <a:lnTo>
                  <a:pt x="1226123" y="2133600"/>
                </a:lnTo>
                <a:lnTo>
                  <a:pt x="1219469" y="2120900"/>
                </a:lnTo>
                <a:lnTo>
                  <a:pt x="1222796" y="2108200"/>
                </a:lnTo>
                <a:lnTo>
                  <a:pt x="1232778" y="2108200"/>
                </a:lnTo>
                <a:lnTo>
                  <a:pt x="1239432" y="2120900"/>
                </a:lnTo>
                <a:lnTo>
                  <a:pt x="1232778" y="2133600"/>
                </a:lnTo>
                <a:close/>
              </a:path>
              <a:path w="2162175" h="4089400">
                <a:moveTo>
                  <a:pt x="1192850" y="2171700"/>
                </a:moveTo>
                <a:lnTo>
                  <a:pt x="1186195" y="2171700"/>
                </a:lnTo>
                <a:lnTo>
                  <a:pt x="1179540" y="2159000"/>
                </a:lnTo>
                <a:lnTo>
                  <a:pt x="1182868" y="2146300"/>
                </a:lnTo>
                <a:lnTo>
                  <a:pt x="1192018" y="2146300"/>
                </a:lnTo>
                <a:lnTo>
                  <a:pt x="1199504" y="2159000"/>
                </a:lnTo>
                <a:lnTo>
                  <a:pt x="1192850" y="2171700"/>
                </a:lnTo>
                <a:close/>
              </a:path>
              <a:path w="2162175" h="4089400">
                <a:moveTo>
                  <a:pt x="1568839" y="2438400"/>
                </a:moveTo>
                <a:lnTo>
                  <a:pt x="1558857" y="2438400"/>
                </a:lnTo>
                <a:lnTo>
                  <a:pt x="1558025" y="2425700"/>
                </a:lnTo>
                <a:lnTo>
                  <a:pt x="1564693" y="2425700"/>
                </a:lnTo>
                <a:lnTo>
                  <a:pt x="1568839" y="2438400"/>
                </a:lnTo>
                <a:close/>
              </a:path>
              <a:path w="2162175" h="4089400">
                <a:moveTo>
                  <a:pt x="1579652" y="2438400"/>
                </a:moveTo>
                <a:lnTo>
                  <a:pt x="1570528" y="2438400"/>
                </a:lnTo>
                <a:lnTo>
                  <a:pt x="1574245" y="2425700"/>
                </a:lnTo>
                <a:lnTo>
                  <a:pt x="1579652" y="2425700"/>
                </a:lnTo>
                <a:lnTo>
                  <a:pt x="1579652" y="2438400"/>
                </a:lnTo>
                <a:close/>
              </a:path>
              <a:path w="2162175" h="4089400">
                <a:moveTo>
                  <a:pt x="1579652" y="2501900"/>
                </a:moveTo>
                <a:lnTo>
                  <a:pt x="1558025" y="2501900"/>
                </a:lnTo>
                <a:lnTo>
                  <a:pt x="1558025" y="2489200"/>
                </a:lnTo>
                <a:lnTo>
                  <a:pt x="1579652" y="2489200"/>
                </a:lnTo>
                <a:lnTo>
                  <a:pt x="1579652" y="2501900"/>
                </a:lnTo>
                <a:close/>
              </a:path>
              <a:path w="2162175" h="4089400">
                <a:moveTo>
                  <a:pt x="1574662" y="2578100"/>
                </a:moveTo>
                <a:lnTo>
                  <a:pt x="1563016" y="2578100"/>
                </a:lnTo>
                <a:lnTo>
                  <a:pt x="1558025" y="2565400"/>
                </a:lnTo>
                <a:lnTo>
                  <a:pt x="1558025" y="2552700"/>
                </a:lnTo>
                <a:lnTo>
                  <a:pt x="1579652" y="2552700"/>
                </a:lnTo>
                <a:lnTo>
                  <a:pt x="1579652" y="2565400"/>
                </a:lnTo>
                <a:lnTo>
                  <a:pt x="1574662" y="2578100"/>
                </a:lnTo>
                <a:close/>
              </a:path>
              <a:path w="2162175" h="4089400">
                <a:moveTo>
                  <a:pt x="1574662" y="2641600"/>
                </a:moveTo>
                <a:lnTo>
                  <a:pt x="1563016" y="2641600"/>
                </a:lnTo>
                <a:lnTo>
                  <a:pt x="1558025" y="2628900"/>
                </a:lnTo>
                <a:lnTo>
                  <a:pt x="1558025" y="2616200"/>
                </a:lnTo>
                <a:lnTo>
                  <a:pt x="1579652" y="2616200"/>
                </a:lnTo>
                <a:lnTo>
                  <a:pt x="1579652" y="2628900"/>
                </a:lnTo>
                <a:lnTo>
                  <a:pt x="1574662" y="2641600"/>
                </a:lnTo>
                <a:close/>
              </a:path>
              <a:path w="2162175" h="4089400">
                <a:moveTo>
                  <a:pt x="1574662" y="2705100"/>
                </a:moveTo>
                <a:lnTo>
                  <a:pt x="1563016" y="2705100"/>
                </a:lnTo>
                <a:lnTo>
                  <a:pt x="1558025" y="2692400"/>
                </a:lnTo>
                <a:lnTo>
                  <a:pt x="1563016" y="2679700"/>
                </a:lnTo>
                <a:lnTo>
                  <a:pt x="1574661" y="2679700"/>
                </a:lnTo>
                <a:lnTo>
                  <a:pt x="1579652" y="2692400"/>
                </a:lnTo>
                <a:lnTo>
                  <a:pt x="1574662" y="2705100"/>
                </a:lnTo>
                <a:close/>
              </a:path>
              <a:path w="2162175" h="4089400">
                <a:moveTo>
                  <a:pt x="1579652" y="2768600"/>
                </a:moveTo>
                <a:lnTo>
                  <a:pt x="1558025" y="2768600"/>
                </a:lnTo>
                <a:lnTo>
                  <a:pt x="1558025" y="2755900"/>
                </a:lnTo>
                <a:lnTo>
                  <a:pt x="1563016" y="2743200"/>
                </a:lnTo>
                <a:lnTo>
                  <a:pt x="1574661" y="2743200"/>
                </a:lnTo>
                <a:lnTo>
                  <a:pt x="1579652" y="2755900"/>
                </a:lnTo>
                <a:lnTo>
                  <a:pt x="1579652" y="2768600"/>
                </a:lnTo>
                <a:close/>
              </a:path>
              <a:path w="2162175" h="4089400">
                <a:moveTo>
                  <a:pt x="1579652" y="2832100"/>
                </a:moveTo>
                <a:lnTo>
                  <a:pt x="1558025" y="2832100"/>
                </a:lnTo>
                <a:lnTo>
                  <a:pt x="1558025" y="2819400"/>
                </a:lnTo>
                <a:lnTo>
                  <a:pt x="1579652" y="2819400"/>
                </a:lnTo>
                <a:lnTo>
                  <a:pt x="1579652" y="2832100"/>
                </a:lnTo>
                <a:close/>
              </a:path>
              <a:path w="2162175" h="4089400">
                <a:moveTo>
                  <a:pt x="1579652" y="2895600"/>
                </a:moveTo>
                <a:lnTo>
                  <a:pt x="1558025" y="2895600"/>
                </a:lnTo>
                <a:lnTo>
                  <a:pt x="1558025" y="2882900"/>
                </a:lnTo>
                <a:lnTo>
                  <a:pt x="1579652" y="2882900"/>
                </a:lnTo>
                <a:lnTo>
                  <a:pt x="1579652" y="2895600"/>
                </a:lnTo>
                <a:close/>
              </a:path>
              <a:path w="2162175" h="4089400">
                <a:moveTo>
                  <a:pt x="1574662" y="2971800"/>
                </a:moveTo>
                <a:lnTo>
                  <a:pt x="1563016" y="2971800"/>
                </a:lnTo>
                <a:lnTo>
                  <a:pt x="1558025" y="2959100"/>
                </a:lnTo>
                <a:lnTo>
                  <a:pt x="1558025" y="2946400"/>
                </a:lnTo>
                <a:lnTo>
                  <a:pt x="1579652" y="2946400"/>
                </a:lnTo>
                <a:lnTo>
                  <a:pt x="1579652" y="2959100"/>
                </a:lnTo>
                <a:lnTo>
                  <a:pt x="1574662" y="2971800"/>
                </a:lnTo>
                <a:close/>
              </a:path>
              <a:path w="2162175" h="4089400">
                <a:moveTo>
                  <a:pt x="1574662" y="3035300"/>
                </a:moveTo>
                <a:lnTo>
                  <a:pt x="1563016" y="3035300"/>
                </a:lnTo>
                <a:lnTo>
                  <a:pt x="1558025" y="3022600"/>
                </a:lnTo>
                <a:lnTo>
                  <a:pt x="1563016" y="3009900"/>
                </a:lnTo>
                <a:lnTo>
                  <a:pt x="1574661" y="3009900"/>
                </a:lnTo>
                <a:lnTo>
                  <a:pt x="1579652" y="3022600"/>
                </a:lnTo>
                <a:lnTo>
                  <a:pt x="1574662" y="3035300"/>
                </a:lnTo>
                <a:close/>
              </a:path>
              <a:path w="2162175" h="4089400">
                <a:moveTo>
                  <a:pt x="1579652" y="3098800"/>
                </a:moveTo>
                <a:lnTo>
                  <a:pt x="1558025" y="3098800"/>
                </a:lnTo>
                <a:lnTo>
                  <a:pt x="1558025" y="3086100"/>
                </a:lnTo>
                <a:lnTo>
                  <a:pt x="1563016" y="3073400"/>
                </a:lnTo>
                <a:lnTo>
                  <a:pt x="1574661" y="3073400"/>
                </a:lnTo>
                <a:lnTo>
                  <a:pt x="1579652" y="3086100"/>
                </a:lnTo>
                <a:lnTo>
                  <a:pt x="1579652" y="3098800"/>
                </a:lnTo>
                <a:close/>
              </a:path>
              <a:path w="2162175" h="4089400">
                <a:moveTo>
                  <a:pt x="1579652" y="3162300"/>
                </a:moveTo>
                <a:lnTo>
                  <a:pt x="1558025" y="3162300"/>
                </a:lnTo>
                <a:lnTo>
                  <a:pt x="1558025" y="3149600"/>
                </a:lnTo>
                <a:lnTo>
                  <a:pt x="1579652" y="3149600"/>
                </a:lnTo>
                <a:lnTo>
                  <a:pt x="1579652" y="3162300"/>
                </a:lnTo>
                <a:close/>
              </a:path>
              <a:path w="2162175" h="4089400">
                <a:moveTo>
                  <a:pt x="1579652" y="3225800"/>
                </a:moveTo>
                <a:lnTo>
                  <a:pt x="1558025" y="3225800"/>
                </a:lnTo>
                <a:lnTo>
                  <a:pt x="1558025" y="3213100"/>
                </a:lnTo>
                <a:lnTo>
                  <a:pt x="1579652" y="3213100"/>
                </a:lnTo>
                <a:lnTo>
                  <a:pt x="1579652" y="3225800"/>
                </a:lnTo>
                <a:close/>
              </a:path>
              <a:path w="2162175" h="4089400">
                <a:moveTo>
                  <a:pt x="1574662" y="3302000"/>
                </a:moveTo>
                <a:lnTo>
                  <a:pt x="1563016" y="3302000"/>
                </a:lnTo>
                <a:lnTo>
                  <a:pt x="1558025" y="3289300"/>
                </a:lnTo>
                <a:lnTo>
                  <a:pt x="1558025" y="3276600"/>
                </a:lnTo>
                <a:lnTo>
                  <a:pt x="1579652" y="3276600"/>
                </a:lnTo>
                <a:lnTo>
                  <a:pt x="1579652" y="3289300"/>
                </a:lnTo>
                <a:lnTo>
                  <a:pt x="1574662" y="3302000"/>
                </a:lnTo>
                <a:close/>
              </a:path>
              <a:path w="2162175" h="4089400">
                <a:moveTo>
                  <a:pt x="1574662" y="3365500"/>
                </a:moveTo>
                <a:lnTo>
                  <a:pt x="1563016" y="3365500"/>
                </a:lnTo>
                <a:lnTo>
                  <a:pt x="1558025" y="3352800"/>
                </a:lnTo>
                <a:lnTo>
                  <a:pt x="1563016" y="3340100"/>
                </a:lnTo>
                <a:lnTo>
                  <a:pt x="1574661" y="3340100"/>
                </a:lnTo>
                <a:lnTo>
                  <a:pt x="1579652" y="3352800"/>
                </a:lnTo>
                <a:lnTo>
                  <a:pt x="1574662" y="3365500"/>
                </a:lnTo>
                <a:close/>
              </a:path>
              <a:path w="2162175" h="4089400">
                <a:moveTo>
                  <a:pt x="1579652" y="3429000"/>
                </a:moveTo>
                <a:lnTo>
                  <a:pt x="1558025" y="3429000"/>
                </a:lnTo>
                <a:lnTo>
                  <a:pt x="1558025" y="3416300"/>
                </a:lnTo>
                <a:lnTo>
                  <a:pt x="1563016" y="3403600"/>
                </a:lnTo>
                <a:lnTo>
                  <a:pt x="1574661" y="3403600"/>
                </a:lnTo>
                <a:lnTo>
                  <a:pt x="1579652" y="3416300"/>
                </a:lnTo>
                <a:lnTo>
                  <a:pt x="1579652" y="3429000"/>
                </a:lnTo>
                <a:close/>
              </a:path>
              <a:path w="2162175" h="4089400">
                <a:moveTo>
                  <a:pt x="1579652" y="3492500"/>
                </a:moveTo>
                <a:lnTo>
                  <a:pt x="1558025" y="3492500"/>
                </a:lnTo>
                <a:lnTo>
                  <a:pt x="1558025" y="3479800"/>
                </a:lnTo>
                <a:lnTo>
                  <a:pt x="1563016" y="3467100"/>
                </a:lnTo>
                <a:lnTo>
                  <a:pt x="1568839" y="3479800"/>
                </a:lnTo>
                <a:lnTo>
                  <a:pt x="1579652" y="3479800"/>
                </a:lnTo>
                <a:lnTo>
                  <a:pt x="1579652" y="3492500"/>
                </a:lnTo>
                <a:close/>
              </a:path>
              <a:path w="2162175" h="4089400">
                <a:moveTo>
                  <a:pt x="1579652" y="3556000"/>
                </a:moveTo>
                <a:lnTo>
                  <a:pt x="1558025" y="3556000"/>
                </a:lnTo>
                <a:lnTo>
                  <a:pt x="1558025" y="3543300"/>
                </a:lnTo>
                <a:lnTo>
                  <a:pt x="1579652" y="3543300"/>
                </a:lnTo>
                <a:lnTo>
                  <a:pt x="1579652" y="3556000"/>
                </a:lnTo>
                <a:close/>
              </a:path>
              <a:path w="2162175" h="4089400">
                <a:moveTo>
                  <a:pt x="1574662" y="3632200"/>
                </a:moveTo>
                <a:lnTo>
                  <a:pt x="1563016" y="3632200"/>
                </a:lnTo>
                <a:lnTo>
                  <a:pt x="1558025" y="3619500"/>
                </a:lnTo>
                <a:lnTo>
                  <a:pt x="1558025" y="3606800"/>
                </a:lnTo>
                <a:lnTo>
                  <a:pt x="1579652" y="3606800"/>
                </a:lnTo>
                <a:lnTo>
                  <a:pt x="1579652" y="3619500"/>
                </a:lnTo>
                <a:lnTo>
                  <a:pt x="1574662" y="3632200"/>
                </a:lnTo>
                <a:close/>
              </a:path>
              <a:path w="2162175" h="4089400">
                <a:moveTo>
                  <a:pt x="1582109" y="3670300"/>
                </a:moveTo>
                <a:lnTo>
                  <a:pt x="1555919" y="3670300"/>
                </a:lnTo>
                <a:lnTo>
                  <a:pt x="1568839" y="3657600"/>
                </a:lnTo>
                <a:lnTo>
                  <a:pt x="1582109" y="3670300"/>
                </a:lnTo>
                <a:close/>
              </a:path>
              <a:path w="2162175" h="4089400">
                <a:moveTo>
                  <a:pt x="1592338" y="3721100"/>
                </a:moveTo>
                <a:lnTo>
                  <a:pt x="1545339" y="3721100"/>
                </a:lnTo>
                <a:lnTo>
                  <a:pt x="1538191" y="3708400"/>
                </a:lnTo>
                <a:lnTo>
                  <a:pt x="1535565" y="3695700"/>
                </a:lnTo>
                <a:lnTo>
                  <a:pt x="1538191" y="3683000"/>
                </a:lnTo>
                <a:lnTo>
                  <a:pt x="1545339" y="3670300"/>
                </a:lnTo>
                <a:lnTo>
                  <a:pt x="1592650" y="3670300"/>
                </a:lnTo>
                <a:lnTo>
                  <a:pt x="1599603" y="3683000"/>
                </a:lnTo>
                <a:lnTo>
                  <a:pt x="1602112" y="3695700"/>
                </a:lnTo>
                <a:lnTo>
                  <a:pt x="1599487" y="3708400"/>
                </a:lnTo>
                <a:lnTo>
                  <a:pt x="1592338" y="3721100"/>
                </a:lnTo>
                <a:close/>
              </a:path>
              <a:path w="2162175" h="4089400">
                <a:moveTo>
                  <a:pt x="1568839" y="3733800"/>
                </a:moveTo>
                <a:lnTo>
                  <a:pt x="1555919" y="3721100"/>
                </a:lnTo>
                <a:lnTo>
                  <a:pt x="1581758" y="3721100"/>
                </a:lnTo>
                <a:lnTo>
                  <a:pt x="1568839" y="3733800"/>
                </a:lnTo>
                <a:close/>
              </a:path>
              <a:path w="2162175" h="4089400">
                <a:moveTo>
                  <a:pt x="1189750" y="4089400"/>
                </a:moveTo>
                <a:lnTo>
                  <a:pt x="1107775" y="4089400"/>
                </a:lnTo>
                <a:lnTo>
                  <a:pt x="1095889" y="4076700"/>
                </a:lnTo>
                <a:lnTo>
                  <a:pt x="1091366" y="4051300"/>
                </a:lnTo>
                <a:lnTo>
                  <a:pt x="1095031" y="4025900"/>
                </a:lnTo>
                <a:lnTo>
                  <a:pt x="1105091" y="4013200"/>
                </a:lnTo>
                <a:lnTo>
                  <a:pt x="1120142" y="4000500"/>
                </a:lnTo>
                <a:lnTo>
                  <a:pt x="1177734" y="4000500"/>
                </a:lnTo>
                <a:lnTo>
                  <a:pt x="1192746" y="4013200"/>
                </a:lnTo>
                <a:lnTo>
                  <a:pt x="1202611" y="4025900"/>
                </a:lnTo>
                <a:lnTo>
                  <a:pt x="1206159" y="4051300"/>
                </a:lnTo>
                <a:lnTo>
                  <a:pt x="1201636" y="4076700"/>
                </a:lnTo>
                <a:lnTo>
                  <a:pt x="1189750" y="4089400"/>
                </a:lnTo>
                <a:close/>
              </a:path>
              <a:path w="2162175" h="4089400">
                <a:moveTo>
                  <a:pt x="746155" y="1381581"/>
                </a:moveTo>
                <a:lnTo>
                  <a:pt x="733235" y="1378955"/>
                </a:lnTo>
                <a:lnTo>
                  <a:pt x="722656" y="1371807"/>
                </a:lnTo>
                <a:lnTo>
                  <a:pt x="715507" y="1361228"/>
                </a:lnTo>
                <a:lnTo>
                  <a:pt x="712881" y="1348310"/>
                </a:lnTo>
                <a:lnTo>
                  <a:pt x="715468" y="1338120"/>
                </a:lnTo>
                <a:lnTo>
                  <a:pt x="720472" y="1329179"/>
                </a:lnTo>
                <a:lnTo>
                  <a:pt x="727503" y="1322109"/>
                </a:lnTo>
                <a:lnTo>
                  <a:pt x="736173" y="1317534"/>
                </a:lnTo>
                <a:lnTo>
                  <a:pt x="736173" y="76523"/>
                </a:lnTo>
                <a:lnTo>
                  <a:pt x="741164" y="71532"/>
                </a:lnTo>
                <a:lnTo>
                  <a:pt x="752809" y="71532"/>
                </a:lnTo>
                <a:lnTo>
                  <a:pt x="757800" y="76523"/>
                </a:lnTo>
                <a:lnTo>
                  <a:pt x="757800" y="1317534"/>
                </a:lnTo>
                <a:lnTo>
                  <a:pt x="766444" y="1322109"/>
                </a:lnTo>
                <a:lnTo>
                  <a:pt x="773293" y="1329179"/>
                </a:lnTo>
                <a:lnTo>
                  <a:pt x="777803" y="1338120"/>
                </a:lnTo>
                <a:lnTo>
                  <a:pt x="779428" y="1348310"/>
                </a:lnTo>
                <a:lnTo>
                  <a:pt x="776803" y="1361228"/>
                </a:lnTo>
                <a:lnTo>
                  <a:pt x="769654" y="1371807"/>
                </a:lnTo>
                <a:lnTo>
                  <a:pt x="759074" y="1378955"/>
                </a:lnTo>
                <a:lnTo>
                  <a:pt x="746155" y="1381581"/>
                </a:lnTo>
                <a:close/>
              </a:path>
              <a:path w="2162175" h="4089400">
                <a:moveTo>
                  <a:pt x="1013173" y="1476403"/>
                </a:moveTo>
                <a:lnTo>
                  <a:pt x="994886" y="1472738"/>
                </a:lnTo>
                <a:lnTo>
                  <a:pt x="979796" y="1462679"/>
                </a:lnTo>
                <a:lnTo>
                  <a:pt x="969541" y="1447629"/>
                </a:lnTo>
                <a:lnTo>
                  <a:pt x="965759" y="1428992"/>
                </a:lnTo>
                <a:lnTo>
                  <a:pt x="969541" y="1410706"/>
                </a:lnTo>
                <a:lnTo>
                  <a:pt x="979796" y="1395617"/>
                </a:lnTo>
                <a:lnTo>
                  <a:pt x="994886" y="1385363"/>
                </a:lnTo>
                <a:lnTo>
                  <a:pt x="1013173" y="1381581"/>
                </a:lnTo>
                <a:lnTo>
                  <a:pt x="1031461" y="1385246"/>
                </a:lnTo>
                <a:lnTo>
                  <a:pt x="1046551" y="1395305"/>
                </a:lnTo>
                <a:lnTo>
                  <a:pt x="1056806" y="1410355"/>
                </a:lnTo>
                <a:lnTo>
                  <a:pt x="1060588" y="1428992"/>
                </a:lnTo>
                <a:lnTo>
                  <a:pt x="1056806" y="1447629"/>
                </a:lnTo>
                <a:lnTo>
                  <a:pt x="1046551" y="1462679"/>
                </a:lnTo>
                <a:lnTo>
                  <a:pt x="1031461" y="1472738"/>
                </a:lnTo>
                <a:lnTo>
                  <a:pt x="1013173" y="1476403"/>
                </a:lnTo>
                <a:close/>
              </a:path>
              <a:path w="2162175" h="4089400">
                <a:moveTo>
                  <a:pt x="1017333" y="1524646"/>
                </a:moveTo>
                <a:lnTo>
                  <a:pt x="1007351" y="1524646"/>
                </a:lnTo>
                <a:lnTo>
                  <a:pt x="1003191" y="1520487"/>
                </a:lnTo>
                <a:lnTo>
                  <a:pt x="1003191" y="1509674"/>
                </a:lnTo>
                <a:lnTo>
                  <a:pt x="1008182" y="1505516"/>
                </a:lnTo>
                <a:lnTo>
                  <a:pt x="1012342" y="1506347"/>
                </a:lnTo>
                <a:lnTo>
                  <a:pt x="1017333" y="1506347"/>
                </a:lnTo>
                <a:lnTo>
                  <a:pt x="1021492" y="1510506"/>
                </a:lnTo>
                <a:lnTo>
                  <a:pt x="1021492" y="1520487"/>
                </a:lnTo>
                <a:lnTo>
                  <a:pt x="1017333" y="1524646"/>
                </a:lnTo>
                <a:close/>
              </a:path>
              <a:path w="2162175" h="4089400">
                <a:moveTo>
                  <a:pt x="1017333" y="1582039"/>
                </a:moveTo>
                <a:lnTo>
                  <a:pt x="1007351" y="1582039"/>
                </a:lnTo>
                <a:lnTo>
                  <a:pt x="1003191" y="1577880"/>
                </a:lnTo>
                <a:lnTo>
                  <a:pt x="1003191" y="1567067"/>
                </a:lnTo>
                <a:lnTo>
                  <a:pt x="1008182" y="1562908"/>
                </a:lnTo>
                <a:lnTo>
                  <a:pt x="1012342" y="1563740"/>
                </a:lnTo>
                <a:lnTo>
                  <a:pt x="1017333" y="1563740"/>
                </a:lnTo>
                <a:lnTo>
                  <a:pt x="1021492" y="1567899"/>
                </a:lnTo>
                <a:lnTo>
                  <a:pt x="1021492" y="1577880"/>
                </a:lnTo>
                <a:lnTo>
                  <a:pt x="1017333" y="1582039"/>
                </a:lnTo>
                <a:close/>
              </a:path>
              <a:path w="2162175" h="4089400">
                <a:moveTo>
                  <a:pt x="494109" y="783148"/>
                </a:moveTo>
                <a:lnTo>
                  <a:pt x="469154" y="783148"/>
                </a:lnTo>
                <a:lnTo>
                  <a:pt x="464163" y="770448"/>
                </a:lnTo>
                <a:lnTo>
                  <a:pt x="464163" y="757748"/>
                </a:lnTo>
                <a:lnTo>
                  <a:pt x="499100" y="757748"/>
                </a:lnTo>
                <a:lnTo>
                  <a:pt x="499100" y="770448"/>
                </a:lnTo>
                <a:lnTo>
                  <a:pt x="494109" y="783148"/>
                </a:lnTo>
                <a:close/>
              </a:path>
              <a:path w="2162175" h="4089400">
                <a:moveTo>
                  <a:pt x="487454" y="1875348"/>
                </a:moveTo>
                <a:lnTo>
                  <a:pt x="475809" y="1875348"/>
                </a:lnTo>
                <a:lnTo>
                  <a:pt x="475809" y="783148"/>
                </a:lnTo>
                <a:lnTo>
                  <a:pt x="487454" y="783148"/>
                </a:lnTo>
                <a:lnTo>
                  <a:pt x="487454" y="1875348"/>
                </a:lnTo>
                <a:close/>
              </a:path>
              <a:path w="2162175" h="4089400">
                <a:moveTo>
                  <a:pt x="1018996" y="3627948"/>
                </a:moveTo>
                <a:lnTo>
                  <a:pt x="1006519" y="3627948"/>
                </a:lnTo>
                <a:lnTo>
                  <a:pt x="0" y="2611948"/>
                </a:lnTo>
                <a:lnTo>
                  <a:pt x="1009846" y="1595948"/>
                </a:lnTo>
                <a:lnTo>
                  <a:pt x="1016501" y="1595948"/>
                </a:lnTo>
                <a:lnTo>
                  <a:pt x="1023156" y="1608648"/>
                </a:lnTo>
                <a:lnTo>
                  <a:pt x="1018996" y="1621348"/>
                </a:lnTo>
                <a:lnTo>
                  <a:pt x="1022324" y="1621348"/>
                </a:lnTo>
                <a:lnTo>
                  <a:pt x="1022324" y="1634048"/>
                </a:lnTo>
                <a:lnTo>
                  <a:pt x="1005687" y="1634048"/>
                </a:lnTo>
                <a:lnTo>
                  <a:pt x="23291" y="2611948"/>
                </a:lnTo>
                <a:lnTo>
                  <a:pt x="1022324" y="3615248"/>
                </a:lnTo>
                <a:lnTo>
                  <a:pt x="1018996" y="3627948"/>
                </a:lnTo>
                <a:close/>
              </a:path>
              <a:path w="2162175" h="4089400">
                <a:moveTo>
                  <a:pt x="1021492" y="1684848"/>
                </a:moveTo>
                <a:lnTo>
                  <a:pt x="1003191" y="1684848"/>
                </a:lnTo>
                <a:lnTo>
                  <a:pt x="1003191" y="1672148"/>
                </a:lnTo>
                <a:lnTo>
                  <a:pt x="1021492" y="1672148"/>
                </a:lnTo>
                <a:lnTo>
                  <a:pt x="1021492" y="1684848"/>
                </a:lnTo>
                <a:close/>
              </a:path>
              <a:path w="2162175" h="4089400">
                <a:moveTo>
                  <a:pt x="1021492" y="1748348"/>
                </a:moveTo>
                <a:lnTo>
                  <a:pt x="1003191" y="1748348"/>
                </a:lnTo>
                <a:lnTo>
                  <a:pt x="1003191" y="1735648"/>
                </a:lnTo>
                <a:lnTo>
                  <a:pt x="1008182" y="1722948"/>
                </a:lnTo>
                <a:lnTo>
                  <a:pt x="1017333" y="1722948"/>
                </a:lnTo>
                <a:lnTo>
                  <a:pt x="1021492" y="1735648"/>
                </a:lnTo>
                <a:lnTo>
                  <a:pt x="1021492" y="1748348"/>
                </a:lnTo>
                <a:close/>
              </a:path>
              <a:path w="2162175" h="4089400">
                <a:moveTo>
                  <a:pt x="1021492" y="1799148"/>
                </a:moveTo>
                <a:lnTo>
                  <a:pt x="1003191" y="1799148"/>
                </a:lnTo>
                <a:lnTo>
                  <a:pt x="1003191" y="1786448"/>
                </a:lnTo>
                <a:lnTo>
                  <a:pt x="1021492" y="1786448"/>
                </a:lnTo>
                <a:lnTo>
                  <a:pt x="1021492" y="1799148"/>
                </a:lnTo>
                <a:close/>
              </a:path>
              <a:path w="2162175" h="4089400">
                <a:moveTo>
                  <a:pt x="1021492" y="1862648"/>
                </a:moveTo>
                <a:lnTo>
                  <a:pt x="1003191" y="1862648"/>
                </a:lnTo>
                <a:lnTo>
                  <a:pt x="1003191" y="1849948"/>
                </a:lnTo>
                <a:lnTo>
                  <a:pt x="1008182" y="1837248"/>
                </a:lnTo>
                <a:lnTo>
                  <a:pt x="1017333" y="1837248"/>
                </a:lnTo>
                <a:lnTo>
                  <a:pt x="1021492" y="1849948"/>
                </a:lnTo>
                <a:lnTo>
                  <a:pt x="1021492" y="1862648"/>
                </a:lnTo>
                <a:close/>
              </a:path>
              <a:path w="2162175" h="4089400">
                <a:moveTo>
                  <a:pt x="491614" y="1913448"/>
                </a:moveTo>
                <a:lnTo>
                  <a:pt x="472481" y="1913448"/>
                </a:lnTo>
                <a:lnTo>
                  <a:pt x="464163" y="1900748"/>
                </a:lnTo>
                <a:lnTo>
                  <a:pt x="464163" y="1888048"/>
                </a:lnTo>
                <a:lnTo>
                  <a:pt x="469154" y="1875348"/>
                </a:lnTo>
                <a:lnTo>
                  <a:pt x="494109" y="1875348"/>
                </a:lnTo>
                <a:lnTo>
                  <a:pt x="499100" y="1888048"/>
                </a:lnTo>
                <a:lnTo>
                  <a:pt x="499100" y="1900748"/>
                </a:lnTo>
                <a:lnTo>
                  <a:pt x="491614" y="1913448"/>
                </a:lnTo>
                <a:close/>
              </a:path>
              <a:path w="2162175" h="4089400">
                <a:moveTo>
                  <a:pt x="1021492" y="1913448"/>
                </a:moveTo>
                <a:lnTo>
                  <a:pt x="1003191" y="1913448"/>
                </a:lnTo>
                <a:lnTo>
                  <a:pt x="1003191" y="1900748"/>
                </a:lnTo>
                <a:lnTo>
                  <a:pt x="1021492" y="1900748"/>
                </a:lnTo>
                <a:lnTo>
                  <a:pt x="1021492" y="1913448"/>
                </a:lnTo>
                <a:close/>
              </a:path>
              <a:path w="2162175" h="4089400">
                <a:moveTo>
                  <a:pt x="964095" y="3310448"/>
                </a:moveTo>
                <a:lnTo>
                  <a:pt x="264523" y="2611948"/>
                </a:lnTo>
                <a:lnTo>
                  <a:pt x="964095" y="1913448"/>
                </a:lnTo>
                <a:lnTo>
                  <a:pt x="964095" y="3310448"/>
                </a:lnTo>
                <a:close/>
              </a:path>
              <a:path w="2162175" h="4089400">
                <a:moveTo>
                  <a:pt x="1021492" y="1976948"/>
                </a:moveTo>
                <a:lnTo>
                  <a:pt x="1003191" y="1976948"/>
                </a:lnTo>
                <a:lnTo>
                  <a:pt x="1003191" y="1964248"/>
                </a:lnTo>
                <a:lnTo>
                  <a:pt x="1021492" y="1964248"/>
                </a:lnTo>
                <a:lnTo>
                  <a:pt x="1021492" y="1976948"/>
                </a:lnTo>
                <a:close/>
              </a:path>
              <a:path w="2162175" h="4089400">
                <a:moveTo>
                  <a:pt x="1021492" y="2027748"/>
                </a:moveTo>
                <a:lnTo>
                  <a:pt x="1003191" y="2027748"/>
                </a:lnTo>
                <a:lnTo>
                  <a:pt x="1003191" y="2015048"/>
                </a:lnTo>
                <a:lnTo>
                  <a:pt x="1021492" y="2015048"/>
                </a:lnTo>
                <a:lnTo>
                  <a:pt x="1021492" y="2027748"/>
                </a:lnTo>
                <a:close/>
              </a:path>
              <a:path w="2162175" h="4089400">
                <a:moveTo>
                  <a:pt x="1021492" y="2091248"/>
                </a:moveTo>
                <a:lnTo>
                  <a:pt x="1003191" y="2091248"/>
                </a:lnTo>
                <a:lnTo>
                  <a:pt x="1003191" y="2078548"/>
                </a:lnTo>
                <a:lnTo>
                  <a:pt x="1021492" y="2078548"/>
                </a:lnTo>
                <a:lnTo>
                  <a:pt x="1021492" y="2091248"/>
                </a:lnTo>
                <a:close/>
              </a:path>
              <a:path w="2162175" h="4089400">
                <a:moveTo>
                  <a:pt x="1017333" y="2154748"/>
                </a:moveTo>
                <a:lnTo>
                  <a:pt x="1007351" y="2154748"/>
                </a:lnTo>
                <a:lnTo>
                  <a:pt x="1003191" y="2142048"/>
                </a:lnTo>
                <a:lnTo>
                  <a:pt x="1003191" y="2129348"/>
                </a:lnTo>
                <a:lnTo>
                  <a:pt x="1021492" y="2129348"/>
                </a:lnTo>
                <a:lnTo>
                  <a:pt x="1021492" y="2142048"/>
                </a:lnTo>
                <a:lnTo>
                  <a:pt x="1017333" y="2154748"/>
                </a:lnTo>
                <a:close/>
              </a:path>
              <a:path w="2162175" h="4089400">
                <a:moveTo>
                  <a:pt x="1021492" y="2205548"/>
                </a:moveTo>
                <a:lnTo>
                  <a:pt x="1003191" y="2205548"/>
                </a:lnTo>
                <a:lnTo>
                  <a:pt x="1003191" y="2192848"/>
                </a:lnTo>
                <a:lnTo>
                  <a:pt x="1021492" y="2192848"/>
                </a:lnTo>
                <a:lnTo>
                  <a:pt x="1021492" y="2205548"/>
                </a:lnTo>
                <a:close/>
              </a:path>
              <a:path w="2162175" h="4089400">
                <a:moveTo>
                  <a:pt x="1017333" y="2269048"/>
                </a:moveTo>
                <a:lnTo>
                  <a:pt x="1007351" y="2269048"/>
                </a:lnTo>
                <a:lnTo>
                  <a:pt x="1003191" y="2256348"/>
                </a:lnTo>
                <a:lnTo>
                  <a:pt x="1003191" y="2243648"/>
                </a:lnTo>
                <a:lnTo>
                  <a:pt x="1021492" y="2243648"/>
                </a:lnTo>
                <a:lnTo>
                  <a:pt x="1021492" y="2256348"/>
                </a:lnTo>
                <a:lnTo>
                  <a:pt x="1017333" y="2269048"/>
                </a:lnTo>
                <a:close/>
              </a:path>
              <a:path w="2162175" h="4089400">
                <a:moveTo>
                  <a:pt x="1021492" y="2319848"/>
                </a:moveTo>
                <a:lnTo>
                  <a:pt x="1003191" y="2319848"/>
                </a:lnTo>
                <a:lnTo>
                  <a:pt x="1003191" y="2307148"/>
                </a:lnTo>
                <a:lnTo>
                  <a:pt x="1021492" y="2307148"/>
                </a:lnTo>
                <a:lnTo>
                  <a:pt x="1021492" y="2319848"/>
                </a:lnTo>
                <a:close/>
              </a:path>
              <a:path w="2162175" h="4089400">
                <a:moveTo>
                  <a:pt x="1017333" y="2383348"/>
                </a:moveTo>
                <a:lnTo>
                  <a:pt x="1007351" y="2383348"/>
                </a:lnTo>
                <a:lnTo>
                  <a:pt x="1003191" y="2370648"/>
                </a:lnTo>
                <a:lnTo>
                  <a:pt x="1003191" y="2357948"/>
                </a:lnTo>
                <a:lnTo>
                  <a:pt x="1021492" y="2357948"/>
                </a:lnTo>
                <a:lnTo>
                  <a:pt x="1021492" y="2370648"/>
                </a:lnTo>
                <a:lnTo>
                  <a:pt x="1017333" y="2383348"/>
                </a:lnTo>
                <a:close/>
              </a:path>
              <a:path w="2162175" h="4089400">
                <a:moveTo>
                  <a:pt x="1021492" y="2434148"/>
                </a:moveTo>
                <a:lnTo>
                  <a:pt x="1003191" y="2434148"/>
                </a:lnTo>
                <a:lnTo>
                  <a:pt x="1003191" y="2421448"/>
                </a:lnTo>
                <a:lnTo>
                  <a:pt x="1021492" y="2421448"/>
                </a:lnTo>
                <a:lnTo>
                  <a:pt x="1021492" y="2434148"/>
                </a:lnTo>
                <a:close/>
              </a:path>
              <a:path w="2162175" h="4089400">
                <a:moveTo>
                  <a:pt x="1017333" y="2497648"/>
                </a:moveTo>
                <a:lnTo>
                  <a:pt x="1007351" y="2497648"/>
                </a:lnTo>
                <a:lnTo>
                  <a:pt x="1003191" y="2484948"/>
                </a:lnTo>
                <a:lnTo>
                  <a:pt x="1003191" y="2472248"/>
                </a:lnTo>
                <a:lnTo>
                  <a:pt x="1017333" y="2472248"/>
                </a:lnTo>
                <a:lnTo>
                  <a:pt x="1021492" y="2484948"/>
                </a:lnTo>
                <a:lnTo>
                  <a:pt x="1017333" y="2497648"/>
                </a:lnTo>
                <a:close/>
              </a:path>
              <a:path w="2162175" h="4089400">
                <a:moveTo>
                  <a:pt x="1021492" y="2548448"/>
                </a:moveTo>
                <a:lnTo>
                  <a:pt x="1003191" y="2548448"/>
                </a:lnTo>
                <a:lnTo>
                  <a:pt x="1003191" y="2535748"/>
                </a:lnTo>
                <a:lnTo>
                  <a:pt x="1021492" y="2535748"/>
                </a:lnTo>
                <a:lnTo>
                  <a:pt x="1021492" y="2548448"/>
                </a:lnTo>
                <a:close/>
              </a:path>
              <a:path w="2162175" h="4089400">
                <a:moveTo>
                  <a:pt x="1017333" y="2611948"/>
                </a:moveTo>
                <a:lnTo>
                  <a:pt x="1007351" y="2611948"/>
                </a:lnTo>
                <a:lnTo>
                  <a:pt x="1003191" y="2599248"/>
                </a:lnTo>
                <a:lnTo>
                  <a:pt x="1008182" y="2586548"/>
                </a:lnTo>
                <a:lnTo>
                  <a:pt x="1017333" y="2586548"/>
                </a:lnTo>
                <a:lnTo>
                  <a:pt x="1021492" y="2599248"/>
                </a:lnTo>
                <a:lnTo>
                  <a:pt x="1017333" y="2611948"/>
                </a:lnTo>
                <a:close/>
              </a:path>
              <a:path w="2162175" h="4089400">
                <a:moveTo>
                  <a:pt x="1021492" y="2662748"/>
                </a:moveTo>
                <a:lnTo>
                  <a:pt x="1003191" y="2662748"/>
                </a:lnTo>
                <a:lnTo>
                  <a:pt x="1003191" y="2650048"/>
                </a:lnTo>
                <a:lnTo>
                  <a:pt x="1021492" y="2650048"/>
                </a:lnTo>
                <a:lnTo>
                  <a:pt x="1021492" y="2662748"/>
                </a:lnTo>
                <a:close/>
              </a:path>
              <a:path w="2162175" h="4089400">
                <a:moveTo>
                  <a:pt x="1017333" y="2726248"/>
                </a:moveTo>
                <a:lnTo>
                  <a:pt x="1007351" y="2726248"/>
                </a:lnTo>
                <a:lnTo>
                  <a:pt x="1003191" y="2713548"/>
                </a:lnTo>
                <a:lnTo>
                  <a:pt x="1008182" y="2700848"/>
                </a:lnTo>
                <a:lnTo>
                  <a:pt x="1017333" y="2700848"/>
                </a:lnTo>
                <a:lnTo>
                  <a:pt x="1021492" y="2713548"/>
                </a:lnTo>
                <a:lnTo>
                  <a:pt x="1017333" y="2726248"/>
                </a:lnTo>
                <a:close/>
              </a:path>
              <a:path w="2162175" h="4089400">
                <a:moveTo>
                  <a:pt x="1021492" y="2777048"/>
                </a:moveTo>
                <a:lnTo>
                  <a:pt x="1003191" y="2777048"/>
                </a:lnTo>
                <a:lnTo>
                  <a:pt x="1003191" y="2764348"/>
                </a:lnTo>
                <a:lnTo>
                  <a:pt x="1021492" y="2764348"/>
                </a:lnTo>
                <a:lnTo>
                  <a:pt x="1021492" y="2777048"/>
                </a:lnTo>
                <a:close/>
              </a:path>
              <a:path w="2162175" h="4089400">
                <a:moveTo>
                  <a:pt x="1017333" y="2840548"/>
                </a:moveTo>
                <a:lnTo>
                  <a:pt x="1007351" y="2840548"/>
                </a:lnTo>
                <a:lnTo>
                  <a:pt x="1003191" y="2827848"/>
                </a:lnTo>
                <a:lnTo>
                  <a:pt x="1008182" y="2815148"/>
                </a:lnTo>
                <a:lnTo>
                  <a:pt x="1017333" y="2815148"/>
                </a:lnTo>
                <a:lnTo>
                  <a:pt x="1021492" y="2827848"/>
                </a:lnTo>
                <a:lnTo>
                  <a:pt x="1017333" y="2840548"/>
                </a:lnTo>
                <a:close/>
              </a:path>
              <a:path w="2162175" h="4089400">
                <a:moveTo>
                  <a:pt x="1021492" y="2891348"/>
                </a:moveTo>
                <a:lnTo>
                  <a:pt x="1003191" y="2891348"/>
                </a:lnTo>
                <a:lnTo>
                  <a:pt x="1003191" y="2878648"/>
                </a:lnTo>
                <a:lnTo>
                  <a:pt x="1021492" y="2878648"/>
                </a:lnTo>
                <a:lnTo>
                  <a:pt x="1021492" y="2891348"/>
                </a:lnTo>
                <a:close/>
              </a:path>
              <a:path w="2162175" h="4089400">
                <a:moveTo>
                  <a:pt x="1017333" y="2954848"/>
                </a:moveTo>
                <a:lnTo>
                  <a:pt x="1007351" y="2954848"/>
                </a:lnTo>
                <a:lnTo>
                  <a:pt x="1003191" y="2942148"/>
                </a:lnTo>
                <a:lnTo>
                  <a:pt x="1008182" y="2929448"/>
                </a:lnTo>
                <a:lnTo>
                  <a:pt x="1017333" y="2929448"/>
                </a:lnTo>
                <a:lnTo>
                  <a:pt x="1021492" y="2942148"/>
                </a:lnTo>
                <a:lnTo>
                  <a:pt x="1017333" y="2954848"/>
                </a:lnTo>
                <a:close/>
              </a:path>
              <a:path w="2162175" h="4089400">
                <a:moveTo>
                  <a:pt x="1021492" y="3005648"/>
                </a:moveTo>
                <a:lnTo>
                  <a:pt x="1003191" y="3005648"/>
                </a:lnTo>
                <a:lnTo>
                  <a:pt x="1003191" y="2992948"/>
                </a:lnTo>
                <a:lnTo>
                  <a:pt x="1021492" y="2992948"/>
                </a:lnTo>
                <a:lnTo>
                  <a:pt x="1021492" y="3005648"/>
                </a:lnTo>
                <a:close/>
              </a:path>
              <a:path w="2162175" h="4089400">
                <a:moveTo>
                  <a:pt x="1017333" y="3069148"/>
                </a:moveTo>
                <a:lnTo>
                  <a:pt x="1007351" y="3069148"/>
                </a:lnTo>
                <a:lnTo>
                  <a:pt x="1003191" y="3056448"/>
                </a:lnTo>
                <a:lnTo>
                  <a:pt x="1008182" y="3043748"/>
                </a:lnTo>
                <a:lnTo>
                  <a:pt x="1017333" y="3043748"/>
                </a:lnTo>
                <a:lnTo>
                  <a:pt x="1021492" y="3056448"/>
                </a:lnTo>
                <a:lnTo>
                  <a:pt x="1017333" y="3069148"/>
                </a:lnTo>
                <a:close/>
              </a:path>
              <a:path w="2162175" h="4089400">
                <a:moveTo>
                  <a:pt x="1021492" y="3119948"/>
                </a:moveTo>
                <a:lnTo>
                  <a:pt x="1003191" y="3119948"/>
                </a:lnTo>
                <a:lnTo>
                  <a:pt x="1003191" y="3107248"/>
                </a:lnTo>
                <a:lnTo>
                  <a:pt x="1021492" y="3107248"/>
                </a:lnTo>
                <a:lnTo>
                  <a:pt x="1021492" y="3119948"/>
                </a:lnTo>
                <a:close/>
              </a:path>
              <a:path w="2162175" h="4089400">
                <a:moveTo>
                  <a:pt x="1017333" y="3183448"/>
                </a:moveTo>
                <a:lnTo>
                  <a:pt x="1007351" y="3183448"/>
                </a:lnTo>
                <a:lnTo>
                  <a:pt x="1003191" y="3170748"/>
                </a:lnTo>
                <a:lnTo>
                  <a:pt x="1008182" y="3158048"/>
                </a:lnTo>
                <a:lnTo>
                  <a:pt x="1017333" y="3158048"/>
                </a:lnTo>
                <a:lnTo>
                  <a:pt x="1021492" y="3170748"/>
                </a:lnTo>
                <a:lnTo>
                  <a:pt x="1017333" y="3183448"/>
                </a:lnTo>
                <a:close/>
              </a:path>
              <a:path w="2162175" h="4089400">
                <a:moveTo>
                  <a:pt x="1021492" y="3234248"/>
                </a:moveTo>
                <a:lnTo>
                  <a:pt x="1003191" y="3234248"/>
                </a:lnTo>
                <a:lnTo>
                  <a:pt x="1003191" y="3221548"/>
                </a:lnTo>
                <a:lnTo>
                  <a:pt x="1021492" y="3221548"/>
                </a:lnTo>
                <a:lnTo>
                  <a:pt x="1021492" y="3234248"/>
                </a:lnTo>
                <a:close/>
              </a:path>
              <a:path w="2162175" h="4089400">
                <a:moveTo>
                  <a:pt x="1021492" y="3297748"/>
                </a:moveTo>
                <a:lnTo>
                  <a:pt x="1003191" y="3297748"/>
                </a:lnTo>
                <a:lnTo>
                  <a:pt x="1003191" y="3285048"/>
                </a:lnTo>
                <a:lnTo>
                  <a:pt x="1008182" y="3272348"/>
                </a:lnTo>
                <a:lnTo>
                  <a:pt x="1017333" y="3272348"/>
                </a:lnTo>
                <a:lnTo>
                  <a:pt x="1021492" y="3285048"/>
                </a:lnTo>
                <a:lnTo>
                  <a:pt x="1021492" y="3297748"/>
                </a:lnTo>
                <a:close/>
              </a:path>
              <a:path w="2162175" h="4089400">
                <a:moveTo>
                  <a:pt x="1021492" y="3348548"/>
                </a:moveTo>
                <a:lnTo>
                  <a:pt x="1003191" y="3348548"/>
                </a:lnTo>
                <a:lnTo>
                  <a:pt x="1003191" y="3335848"/>
                </a:lnTo>
                <a:lnTo>
                  <a:pt x="1021492" y="3335848"/>
                </a:lnTo>
                <a:lnTo>
                  <a:pt x="1021492" y="3348548"/>
                </a:lnTo>
                <a:close/>
              </a:path>
              <a:path w="2162175" h="4089400">
                <a:moveTo>
                  <a:pt x="1021492" y="3412048"/>
                </a:moveTo>
                <a:lnTo>
                  <a:pt x="1003191" y="3412048"/>
                </a:lnTo>
                <a:lnTo>
                  <a:pt x="1003191" y="3399348"/>
                </a:lnTo>
                <a:lnTo>
                  <a:pt x="1008182" y="3386648"/>
                </a:lnTo>
                <a:lnTo>
                  <a:pt x="1017333" y="3386648"/>
                </a:lnTo>
                <a:lnTo>
                  <a:pt x="1021492" y="3399348"/>
                </a:lnTo>
                <a:lnTo>
                  <a:pt x="1021492" y="3412048"/>
                </a:lnTo>
                <a:close/>
              </a:path>
              <a:path w="2162175" h="4089400">
                <a:moveTo>
                  <a:pt x="1021492" y="3462848"/>
                </a:moveTo>
                <a:lnTo>
                  <a:pt x="1003191" y="3462848"/>
                </a:lnTo>
                <a:lnTo>
                  <a:pt x="1003191" y="3450148"/>
                </a:lnTo>
                <a:lnTo>
                  <a:pt x="1021492" y="3450148"/>
                </a:lnTo>
                <a:lnTo>
                  <a:pt x="1021492" y="3462848"/>
                </a:lnTo>
                <a:close/>
              </a:path>
              <a:path w="2162175" h="4089400">
                <a:moveTo>
                  <a:pt x="1021492" y="3526348"/>
                </a:moveTo>
                <a:lnTo>
                  <a:pt x="1003191" y="3526348"/>
                </a:lnTo>
                <a:lnTo>
                  <a:pt x="1003191" y="3513648"/>
                </a:lnTo>
                <a:lnTo>
                  <a:pt x="1008182" y="3500948"/>
                </a:lnTo>
                <a:lnTo>
                  <a:pt x="1017333" y="3500948"/>
                </a:lnTo>
                <a:lnTo>
                  <a:pt x="1021492" y="3513648"/>
                </a:lnTo>
                <a:lnTo>
                  <a:pt x="1021492" y="3526348"/>
                </a:lnTo>
                <a:close/>
              </a:path>
              <a:path w="2162175" h="4089400">
                <a:moveTo>
                  <a:pt x="1021492" y="3577148"/>
                </a:moveTo>
                <a:lnTo>
                  <a:pt x="1003191" y="3577148"/>
                </a:lnTo>
                <a:lnTo>
                  <a:pt x="1003191" y="3564448"/>
                </a:lnTo>
                <a:lnTo>
                  <a:pt x="1021492" y="3564448"/>
                </a:lnTo>
                <a:lnTo>
                  <a:pt x="1021492" y="3577148"/>
                </a:lnTo>
                <a:close/>
              </a:path>
              <a:path w="2162175" h="4089400">
                <a:moveTo>
                  <a:pt x="1021492" y="3640648"/>
                </a:moveTo>
                <a:lnTo>
                  <a:pt x="1003191" y="3640648"/>
                </a:lnTo>
                <a:lnTo>
                  <a:pt x="1003191" y="3627948"/>
                </a:lnTo>
                <a:lnTo>
                  <a:pt x="1021492" y="3627948"/>
                </a:lnTo>
                <a:lnTo>
                  <a:pt x="1021492" y="3640648"/>
                </a:lnTo>
                <a:close/>
              </a:path>
              <a:path w="2162175" h="4089400">
                <a:moveTo>
                  <a:pt x="1017333" y="3703070"/>
                </a:moveTo>
                <a:lnTo>
                  <a:pt x="1007351" y="3703070"/>
                </a:lnTo>
                <a:lnTo>
                  <a:pt x="1003191" y="3698911"/>
                </a:lnTo>
                <a:lnTo>
                  <a:pt x="1003191" y="3688930"/>
                </a:lnTo>
                <a:lnTo>
                  <a:pt x="1008182" y="3684771"/>
                </a:lnTo>
                <a:lnTo>
                  <a:pt x="1017333" y="3684771"/>
                </a:lnTo>
                <a:lnTo>
                  <a:pt x="1021492" y="3688930"/>
                </a:lnTo>
                <a:lnTo>
                  <a:pt x="1021492" y="3698911"/>
                </a:lnTo>
                <a:lnTo>
                  <a:pt x="1017333" y="3703070"/>
                </a:lnTo>
                <a:close/>
              </a:path>
              <a:path w="2162175" h="4089400">
                <a:moveTo>
                  <a:pt x="1012342" y="3854454"/>
                </a:moveTo>
                <a:lnTo>
                  <a:pt x="994054" y="3850672"/>
                </a:lnTo>
                <a:lnTo>
                  <a:pt x="978964" y="3840417"/>
                </a:lnTo>
                <a:lnTo>
                  <a:pt x="968709" y="3825328"/>
                </a:lnTo>
                <a:lnTo>
                  <a:pt x="964927" y="3807042"/>
                </a:lnTo>
                <a:lnTo>
                  <a:pt x="968644" y="3789809"/>
                </a:lnTo>
                <a:lnTo>
                  <a:pt x="977821" y="3775227"/>
                </a:lnTo>
                <a:lnTo>
                  <a:pt x="991364" y="3764699"/>
                </a:lnTo>
                <a:lnTo>
                  <a:pt x="1008182" y="3759631"/>
                </a:lnTo>
                <a:lnTo>
                  <a:pt x="1004855" y="3757967"/>
                </a:lnTo>
                <a:lnTo>
                  <a:pt x="1003191" y="3754640"/>
                </a:lnTo>
                <a:lnTo>
                  <a:pt x="1003191" y="3746322"/>
                </a:lnTo>
                <a:lnTo>
                  <a:pt x="1007351" y="3742163"/>
                </a:lnTo>
                <a:lnTo>
                  <a:pt x="1017333" y="3742163"/>
                </a:lnTo>
                <a:lnTo>
                  <a:pt x="1021492" y="3746322"/>
                </a:lnTo>
                <a:lnTo>
                  <a:pt x="1021492" y="3754640"/>
                </a:lnTo>
                <a:lnTo>
                  <a:pt x="1019828" y="3757967"/>
                </a:lnTo>
                <a:lnTo>
                  <a:pt x="1016501" y="3759631"/>
                </a:lnTo>
                <a:lnTo>
                  <a:pt x="1033436" y="3764582"/>
                </a:lnTo>
                <a:lnTo>
                  <a:pt x="1047175" y="3774915"/>
                </a:lnTo>
                <a:lnTo>
                  <a:pt x="1056390" y="3789458"/>
                </a:lnTo>
                <a:lnTo>
                  <a:pt x="1059756" y="3807042"/>
                </a:lnTo>
                <a:lnTo>
                  <a:pt x="1055974" y="3825679"/>
                </a:lnTo>
                <a:lnTo>
                  <a:pt x="1045719" y="3840729"/>
                </a:lnTo>
                <a:lnTo>
                  <a:pt x="1030629" y="3850789"/>
                </a:lnTo>
                <a:lnTo>
                  <a:pt x="1012342" y="3854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58634" y="126287"/>
            <a:ext cx="6498590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700" spc="135" dirty="0"/>
              <a:t>Ц</a:t>
            </a:r>
            <a:r>
              <a:rPr sz="4700" spc="65" dirty="0"/>
              <a:t>е</a:t>
            </a:r>
            <a:r>
              <a:rPr sz="4700" spc="-55" dirty="0"/>
              <a:t>л</a:t>
            </a:r>
            <a:r>
              <a:rPr sz="4700" spc="-10" dirty="0"/>
              <a:t>ь</a:t>
            </a:r>
            <a:r>
              <a:rPr sz="4700" spc="-320" dirty="0"/>
              <a:t> </a:t>
            </a:r>
            <a:r>
              <a:rPr sz="4700" spc="35" dirty="0"/>
              <a:t>д</a:t>
            </a:r>
            <a:r>
              <a:rPr sz="4700" spc="125" dirty="0"/>
              <a:t>а</a:t>
            </a:r>
            <a:r>
              <a:rPr sz="4700" spc="170" dirty="0"/>
              <a:t>нн</a:t>
            </a:r>
            <a:r>
              <a:rPr sz="4700" spc="-60" dirty="0"/>
              <a:t>о</a:t>
            </a:r>
            <a:r>
              <a:rPr sz="4700" spc="490" dirty="0"/>
              <a:t>й</a:t>
            </a:r>
            <a:r>
              <a:rPr sz="4700" spc="-320" dirty="0"/>
              <a:t> </a:t>
            </a:r>
            <a:r>
              <a:rPr sz="4700" spc="5" dirty="0"/>
              <a:t>р</a:t>
            </a:r>
            <a:r>
              <a:rPr sz="4700" spc="125" dirty="0"/>
              <a:t>а</a:t>
            </a:r>
            <a:r>
              <a:rPr sz="4700" spc="-80" dirty="0"/>
              <a:t>б</a:t>
            </a:r>
            <a:r>
              <a:rPr sz="4700" spc="-60" dirty="0"/>
              <a:t>о</a:t>
            </a:r>
            <a:r>
              <a:rPr sz="4700" spc="200" dirty="0"/>
              <a:t>т</a:t>
            </a:r>
            <a:r>
              <a:rPr sz="4700" spc="-120" dirty="0"/>
              <a:t>ы</a:t>
            </a:r>
            <a:r>
              <a:rPr sz="4700" i="1" spc="-25" dirty="0">
                <a:latin typeface="Calibri"/>
                <a:cs typeface="Calibri"/>
              </a:rPr>
              <a:t>: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0035" y="2251143"/>
            <a:ext cx="10530205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При</a:t>
            </a:r>
            <a:r>
              <a:rPr sz="4700" b="1" spc="-7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минимальных</a:t>
            </a:r>
            <a:r>
              <a:rPr sz="4700" b="1" spc="-7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700" b="1" spc="90" dirty="0">
                <a:solidFill>
                  <a:srgbClr val="181818"/>
                </a:solidFill>
                <a:latin typeface="Arial"/>
                <a:cs typeface="Arial"/>
              </a:rPr>
              <a:t>трудозатратах</a:t>
            </a:r>
            <a:endParaRPr sz="4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6356" y="2959427"/>
            <a:ext cx="5089525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05250" algn="l"/>
              </a:tabLst>
            </a:pP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п</a:t>
            </a:r>
            <a:r>
              <a:rPr sz="4700" b="1" spc="5" dirty="0">
                <a:solidFill>
                  <a:srgbClr val="181818"/>
                </a:solidFill>
                <a:latin typeface="Arial"/>
                <a:cs typeface="Arial"/>
              </a:rPr>
              <a:t>р</a:t>
            </a:r>
            <a:r>
              <a:rPr sz="4700" b="1" spc="395" dirty="0">
                <a:solidFill>
                  <a:srgbClr val="181818"/>
                </a:solidFill>
                <a:latin typeface="Arial"/>
                <a:cs typeface="Arial"/>
              </a:rPr>
              <a:t>и</a:t>
            </a: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н</a:t>
            </a:r>
            <a:r>
              <a:rPr sz="4700" b="1" spc="65" dirty="0">
                <a:solidFill>
                  <a:srgbClr val="181818"/>
                </a:solidFill>
                <a:latin typeface="Arial"/>
                <a:cs typeface="Arial"/>
              </a:rPr>
              <a:t>е</a:t>
            </a:r>
            <a:r>
              <a:rPr sz="4700" b="1" spc="-300" dirty="0">
                <a:solidFill>
                  <a:srgbClr val="181818"/>
                </a:solidFill>
                <a:latin typeface="Arial"/>
                <a:cs typeface="Arial"/>
              </a:rPr>
              <a:t>с</a:t>
            </a:r>
            <a:r>
              <a:rPr sz="4700" b="1" spc="200" dirty="0">
                <a:solidFill>
                  <a:srgbClr val="181818"/>
                </a:solidFill>
                <a:latin typeface="Arial"/>
                <a:cs typeface="Arial"/>
              </a:rPr>
              <a:t>т</a:t>
            </a:r>
            <a:r>
              <a:rPr sz="4700" b="1" spc="490" dirty="0">
                <a:solidFill>
                  <a:srgbClr val="181818"/>
                </a:solidFill>
                <a:latin typeface="Arial"/>
                <a:cs typeface="Arial"/>
              </a:rPr>
              <a:t>и</a:t>
            </a:r>
            <a:r>
              <a:rPr sz="4700" b="1" dirty="0">
                <a:solidFill>
                  <a:srgbClr val="181818"/>
                </a:solidFill>
                <a:latin typeface="Arial"/>
                <a:cs typeface="Arial"/>
              </a:rPr>
              <a:t>	</a:t>
            </a:r>
            <a:r>
              <a:rPr sz="4700" b="1" spc="65" dirty="0">
                <a:solidFill>
                  <a:srgbClr val="181818"/>
                </a:solidFill>
                <a:latin typeface="Arial"/>
                <a:cs typeface="Arial"/>
              </a:rPr>
              <a:t>е</a:t>
            </a:r>
            <a:r>
              <a:rPr sz="4700" b="1" spc="390" dirty="0">
                <a:solidFill>
                  <a:srgbClr val="181818"/>
                </a:solidFill>
                <a:latin typeface="Arial"/>
                <a:cs typeface="Arial"/>
              </a:rPr>
              <a:t>м</a:t>
            </a:r>
            <a:r>
              <a:rPr sz="4700" b="1" spc="55" dirty="0">
                <a:solidFill>
                  <a:srgbClr val="181818"/>
                </a:solidFill>
                <a:latin typeface="Arial"/>
                <a:cs typeface="Arial"/>
              </a:rPr>
              <a:t>у</a:t>
            </a:r>
            <a:endParaRPr sz="4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2516" y="3667712"/>
            <a:ext cx="6356985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87525" algn="l"/>
              </a:tabLst>
            </a:pPr>
            <a:r>
              <a:rPr sz="4700" b="1" spc="60" dirty="0">
                <a:solidFill>
                  <a:srgbClr val="181818"/>
                </a:solidFill>
                <a:latin typeface="Arial"/>
                <a:cs typeface="Arial"/>
              </a:rPr>
              <a:t>в	</a:t>
            </a:r>
            <a:r>
              <a:rPr sz="4700" b="1" spc="-60" dirty="0">
                <a:solidFill>
                  <a:srgbClr val="181818"/>
                </a:solidFill>
                <a:latin typeface="Arial"/>
                <a:cs typeface="Arial"/>
              </a:rPr>
              <a:t>о</a:t>
            </a:r>
            <a:r>
              <a:rPr sz="4700" b="1" spc="175" dirty="0">
                <a:solidFill>
                  <a:srgbClr val="181818"/>
                </a:solidFill>
                <a:latin typeface="Arial"/>
                <a:cs typeface="Arial"/>
              </a:rPr>
              <a:t>з</a:t>
            </a: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н</a:t>
            </a: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а</a:t>
            </a:r>
            <a:r>
              <a:rPr sz="4700" b="1" spc="455" dirty="0">
                <a:solidFill>
                  <a:srgbClr val="181818"/>
                </a:solidFill>
                <a:latin typeface="Arial"/>
                <a:cs typeface="Arial"/>
              </a:rPr>
              <a:t>к</a:t>
            </a:r>
            <a:r>
              <a:rPr sz="4700" b="1" spc="-60" dirty="0">
                <a:solidFill>
                  <a:srgbClr val="181818"/>
                </a:solidFill>
                <a:latin typeface="Arial"/>
                <a:cs typeface="Arial"/>
              </a:rPr>
              <a:t>о</a:t>
            </a:r>
            <a:r>
              <a:rPr sz="4700" b="1" spc="390" dirty="0">
                <a:solidFill>
                  <a:srgbClr val="181818"/>
                </a:solidFill>
                <a:latin typeface="Arial"/>
                <a:cs typeface="Arial"/>
              </a:rPr>
              <a:t>м</a:t>
            </a:r>
            <a:r>
              <a:rPr sz="4700" b="1" spc="-55" dirty="0">
                <a:solidFill>
                  <a:srgbClr val="181818"/>
                </a:solidFill>
                <a:latin typeface="Arial"/>
                <a:cs typeface="Arial"/>
              </a:rPr>
              <a:t>л</a:t>
            </a:r>
            <a:r>
              <a:rPr sz="4700" b="1" spc="65" dirty="0">
                <a:solidFill>
                  <a:srgbClr val="181818"/>
                </a:solidFill>
                <a:latin typeface="Arial"/>
                <a:cs typeface="Arial"/>
              </a:rPr>
              <a:t>е</a:t>
            </a: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н</a:t>
            </a:r>
            <a:r>
              <a:rPr sz="4700" b="1" spc="395" dirty="0">
                <a:solidFill>
                  <a:srgbClr val="181818"/>
                </a:solidFill>
                <a:latin typeface="Arial"/>
                <a:cs typeface="Arial"/>
              </a:rPr>
              <a:t>и</a:t>
            </a:r>
            <a:r>
              <a:rPr sz="4700" b="1" spc="490" dirty="0">
                <a:solidFill>
                  <a:srgbClr val="181818"/>
                </a:solidFill>
                <a:latin typeface="Arial"/>
                <a:cs typeface="Arial"/>
              </a:rPr>
              <a:t>и</a:t>
            </a:r>
            <a:endParaRPr sz="4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18390" y="4375998"/>
            <a:ext cx="4322445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08250" algn="l"/>
              </a:tabLst>
            </a:pPr>
            <a:r>
              <a:rPr sz="4700" b="1" spc="35" dirty="0">
                <a:solidFill>
                  <a:srgbClr val="181818"/>
                </a:solidFill>
                <a:latin typeface="Arial"/>
                <a:cs typeface="Arial"/>
              </a:rPr>
              <a:t>о	</a:t>
            </a: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па</a:t>
            </a:r>
            <a:r>
              <a:rPr sz="4700" b="1" spc="5" dirty="0">
                <a:solidFill>
                  <a:srgbClr val="181818"/>
                </a:solidFill>
                <a:latin typeface="Arial"/>
                <a:cs typeface="Arial"/>
              </a:rPr>
              <a:t>р</a:t>
            </a:r>
            <a:r>
              <a:rPr sz="4700" b="1" spc="455" dirty="0">
                <a:solidFill>
                  <a:srgbClr val="181818"/>
                </a:solidFill>
                <a:latin typeface="Arial"/>
                <a:cs typeface="Arial"/>
              </a:rPr>
              <a:t>к</a:t>
            </a:r>
            <a:r>
              <a:rPr sz="4700" b="1" spc="160" dirty="0">
                <a:solidFill>
                  <a:srgbClr val="181818"/>
                </a:solidFill>
                <a:latin typeface="Arial"/>
                <a:cs typeface="Arial"/>
              </a:rPr>
              <a:t>е</a:t>
            </a:r>
            <a:endParaRPr sz="4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0035" y="2959427"/>
            <a:ext cx="4146550" cy="28663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5580"/>
              </a:lnSpc>
              <a:spcBef>
                <a:spcPts val="245"/>
              </a:spcBef>
            </a:pPr>
            <a:r>
              <a:rPr sz="4700" b="1" spc="65" dirty="0">
                <a:solidFill>
                  <a:srgbClr val="181818"/>
                </a:solidFill>
                <a:latin typeface="Arial"/>
                <a:cs typeface="Arial"/>
              </a:rPr>
              <a:t>посетителя </a:t>
            </a:r>
            <a:r>
              <a:rPr sz="4700" b="1" spc="7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700" b="1" spc="-30" dirty="0">
                <a:solidFill>
                  <a:srgbClr val="181818"/>
                </a:solidFill>
                <a:latin typeface="Arial"/>
                <a:cs typeface="Arial"/>
              </a:rPr>
              <a:t>удобство </a:t>
            </a:r>
            <a:r>
              <a:rPr sz="4700" b="1" spc="-2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700" b="1" spc="175" dirty="0">
                <a:solidFill>
                  <a:srgbClr val="181818"/>
                </a:solidFill>
                <a:latin typeface="Arial"/>
                <a:cs typeface="Arial"/>
              </a:rPr>
              <a:t>информации </a:t>
            </a:r>
            <a:r>
              <a:rPr sz="4700" b="1" spc="-129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а</a:t>
            </a:r>
            <a:r>
              <a:rPr sz="4700" b="1" spc="200" dirty="0">
                <a:solidFill>
                  <a:srgbClr val="181818"/>
                </a:solidFill>
                <a:latin typeface="Arial"/>
                <a:cs typeface="Arial"/>
              </a:rPr>
              <a:t>тт</a:t>
            </a:r>
            <a:r>
              <a:rPr sz="4700" b="1" spc="5" dirty="0">
                <a:solidFill>
                  <a:srgbClr val="181818"/>
                </a:solidFill>
                <a:latin typeface="Arial"/>
                <a:cs typeface="Arial"/>
              </a:rPr>
              <a:t>р</a:t>
            </a: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а</a:t>
            </a:r>
            <a:r>
              <a:rPr sz="4700" b="1" spc="455" dirty="0">
                <a:solidFill>
                  <a:srgbClr val="181818"/>
                </a:solidFill>
                <a:latin typeface="Arial"/>
                <a:cs typeface="Arial"/>
              </a:rPr>
              <a:t>к</a:t>
            </a:r>
            <a:r>
              <a:rPr sz="4700" b="1" spc="245" dirty="0">
                <a:solidFill>
                  <a:srgbClr val="181818"/>
                </a:solidFill>
                <a:latin typeface="Arial"/>
                <a:cs typeface="Arial"/>
              </a:rPr>
              <a:t>ц</a:t>
            </a:r>
            <a:r>
              <a:rPr sz="4700" b="1" spc="395" dirty="0">
                <a:solidFill>
                  <a:srgbClr val="181818"/>
                </a:solidFill>
                <a:latin typeface="Arial"/>
                <a:cs typeface="Arial"/>
              </a:rPr>
              <a:t>и</a:t>
            </a:r>
            <a:r>
              <a:rPr sz="4700" b="1" spc="-60" dirty="0">
                <a:solidFill>
                  <a:srgbClr val="181818"/>
                </a:solidFill>
                <a:latin typeface="Arial"/>
                <a:cs typeface="Arial"/>
              </a:rPr>
              <a:t>о</a:t>
            </a:r>
            <a:r>
              <a:rPr sz="4700" b="1" spc="170" dirty="0">
                <a:solidFill>
                  <a:srgbClr val="181818"/>
                </a:solidFill>
                <a:latin typeface="Arial"/>
                <a:cs typeface="Arial"/>
              </a:rPr>
              <a:t>н</a:t>
            </a:r>
            <a:r>
              <a:rPr sz="4700" b="1" spc="125" dirty="0">
                <a:solidFill>
                  <a:srgbClr val="181818"/>
                </a:solidFill>
                <a:latin typeface="Arial"/>
                <a:cs typeface="Arial"/>
              </a:rPr>
              <a:t>а</a:t>
            </a:r>
            <a:r>
              <a:rPr sz="4700" b="1" i="1" spc="15" dirty="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endParaRPr sz="4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7809" y="1"/>
            <a:ext cx="8428990" cy="10287000"/>
            <a:chOff x="9857809" y="1"/>
            <a:chExt cx="8428990" cy="10287000"/>
          </a:xfrm>
        </p:grpSpPr>
        <p:sp>
          <p:nvSpPr>
            <p:cNvPr id="3" name="object 3"/>
            <p:cNvSpPr/>
            <p:nvPr/>
          </p:nvSpPr>
          <p:spPr>
            <a:xfrm>
              <a:off x="10552393" y="1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>
                  <a:moveTo>
                    <a:pt x="773429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7734299" y="0"/>
                  </a:lnTo>
                  <a:lnTo>
                    <a:pt x="7734299" y="10286999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60016" y="6172227"/>
              <a:ext cx="5924550" cy="4114800"/>
            </a:xfrm>
            <a:custGeom>
              <a:avLst/>
              <a:gdLst/>
              <a:ahLst/>
              <a:cxnLst/>
              <a:rect l="l" t="t" r="r" b="b"/>
              <a:pathLst>
                <a:path w="5924550" h="4114800">
                  <a:moveTo>
                    <a:pt x="5924548" y="4114705"/>
                  </a:moveTo>
                  <a:lnTo>
                    <a:pt x="0" y="4114705"/>
                  </a:lnTo>
                  <a:lnTo>
                    <a:pt x="0" y="0"/>
                  </a:lnTo>
                  <a:lnTo>
                    <a:pt x="5924548" y="0"/>
                  </a:lnTo>
                  <a:lnTo>
                    <a:pt x="5924548" y="4114705"/>
                  </a:lnTo>
                  <a:close/>
                </a:path>
              </a:pathLst>
            </a:custGeom>
            <a:solidFill>
              <a:srgbClr val="CFD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50173" y="6401841"/>
              <a:ext cx="29845" cy="72390"/>
            </a:xfrm>
            <a:custGeom>
              <a:avLst/>
              <a:gdLst/>
              <a:ahLst/>
              <a:cxnLst/>
              <a:rect l="l" t="t" r="r" b="b"/>
              <a:pathLst>
                <a:path w="29844" h="72389">
                  <a:moveTo>
                    <a:pt x="29297" y="71909"/>
                  </a:moveTo>
                  <a:lnTo>
                    <a:pt x="16583" y="71909"/>
                  </a:lnTo>
                  <a:lnTo>
                    <a:pt x="16583" y="16628"/>
                  </a:lnTo>
                  <a:lnTo>
                    <a:pt x="0" y="16628"/>
                  </a:lnTo>
                  <a:lnTo>
                    <a:pt x="0" y="11640"/>
                  </a:lnTo>
                  <a:lnTo>
                    <a:pt x="10134" y="11640"/>
                  </a:lnTo>
                  <a:lnTo>
                    <a:pt x="14188" y="10532"/>
                  </a:lnTo>
                  <a:lnTo>
                    <a:pt x="17136" y="8313"/>
                  </a:lnTo>
                  <a:lnTo>
                    <a:pt x="20452" y="5819"/>
                  </a:lnTo>
                  <a:lnTo>
                    <a:pt x="22295" y="3048"/>
                  </a:lnTo>
                  <a:lnTo>
                    <a:pt x="22664" y="0"/>
                  </a:lnTo>
                  <a:lnTo>
                    <a:pt x="29297" y="0"/>
                  </a:lnTo>
                  <a:lnTo>
                    <a:pt x="29297" y="71909"/>
                  </a:lnTo>
                  <a:close/>
                </a:path>
              </a:pathLst>
            </a:custGeom>
            <a:solidFill>
              <a:srgbClr val="4559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10996" y="6401842"/>
              <a:ext cx="197897" cy="8771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760918" y="6392315"/>
              <a:ext cx="2498090" cy="1290320"/>
            </a:xfrm>
            <a:custGeom>
              <a:avLst/>
              <a:gdLst/>
              <a:ahLst/>
              <a:cxnLst/>
              <a:rect l="l" t="t" r="r" b="b"/>
              <a:pathLst>
                <a:path w="2498090" h="1290320">
                  <a:moveTo>
                    <a:pt x="11049" y="808863"/>
                  </a:moveTo>
                  <a:lnTo>
                    <a:pt x="0" y="808863"/>
                  </a:lnTo>
                  <a:lnTo>
                    <a:pt x="0" y="879944"/>
                  </a:lnTo>
                  <a:lnTo>
                    <a:pt x="11049" y="879944"/>
                  </a:lnTo>
                  <a:lnTo>
                    <a:pt x="11049" y="808863"/>
                  </a:lnTo>
                  <a:close/>
                </a:path>
                <a:path w="2498090" h="1290320">
                  <a:moveTo>
                    <a:pt x="1925383" y="43649"/>
                  </a:moveTo>
                  <a:lnTo>
                    <a:pt x="1922805" y="43649"/>
                  </a:lnTo>
                  <a:lnTo>
                    <a:pt x="1920963" y="43230"/>
                  </a:lnTo>
                  <a:lnTo>
                    <a:pt x="1918754" y="41567"/>
                  </a:lnTo>
                  <a:lnTo>
                    <a:pt x="1918195" y="40728"/>
                  </a:lnTo>
                  <a:lnTo>
                    <a:pt x="1918195" y="6235"/>
                  </a:lnTo>
                  <a:lnTo>
                    <a:pt x="1917090" y="4152"/>
                  </a:lnTo>
                  <a:lnTo>
                    <a:pt x="1912670" y="825"/>
                  </a:lnTo>
                  <a:lnTo>
                    <a:pt x="1910092" y="0"/>
                  </a:lnTo>
                  <a:lnTo>
                    <a:pt x="1896084" y="0"/>
                  </a:lnTo>
                  <a:lnTo>
                    <a:pt x="1896084" y="4991"/>
                  </a:lnTo>
                  <a:lnTo>
                    <a:pt x="1904199" y="4991"/>
                  </a:lnTo>
                  <a:lnTo>
                    <a:pt x="1905304" y="5257"/>
                  </a:lnTo>
                  <a:lnTo>
                    <a:pt x="1906778" y="6375"/>
                  </a:lnTo>
                  <a:lnTo>
                    <a:pt x="1907146" y="7340"/>
                  </a:lnTo>
                  <a:lnTo>
                    <a:pt x="1907146" y="41706"/>
                  </a:lnTo>
                  <a:lnTo>
                    <a:pt x="1908619" y="44335"/>
                  </a:lnTo>
                  <a:lnTo>
                    <a:pt x="1911565" y="46558"/>
                  </a:lnTo>
                  <a:lnTo>
                    <a:pt x="1908619" y="48768"/>
                  </a:lnTo>
                  <a:lnTo>
                    <a:pt x="1907146" y="51676"/>
                  </a:lnTo>
                  <a:lnTo>
                    <a:pt x="1907146" y="85077"/>
                  </a:lnTo>
                  <a:lnTo>
                    <a:pt x="1906778" y="85902"/>
                  </a:lnTo>
                  <a:lnTo>
                    <a:pt x="1904936" y="87287"/>
                  </a:lnTo>
                  <a:lnTo>
                    <a:pt x="1903831" y="87706"/>
                  </a:lnTo>
                  <a:lnTo>
                    <a:pt x="1896084" y="87706"/>
                  </a:lnTo>
                  <a:lnTo>
                    <a:pt x="1896084" y="92697"/>
                  </a:lnTo>
                  <a:lnTo>
                    <a:pt x="1910092" y="92697"/>
                  </a:lnTo>
                  <a:lnTo>
                    <a:pt x="1912670" y="91859"/>
                  </a:lnTo>
                  <a:lnTo>
                    <a:pt x="1917090" y="88531"/>
                  </a:lnTo>
                  <a:lnTo>
                    <a:pt x="1918195" y="86461"/>
                  </a:lnTo>
                  <a:lnTo>
                    <a:pt x="1918195" y="52374"/>
                  </a:lnTo>
                  <a:lnTo>
                    <a:pt x="1918754" y="51536"/>
                  </a:lnTo>
                  <a:lnTo>
                    <a:pt x="1920963" y="49872"/>
                  </a:lnTo>
                  <a:lnTo>
                    <a:pt x="1922805" y="49466"/>
                  </a:lnTo>
                  <a:lnTo>
                    <a:pt x="1925383" y="49466"/>
                  </a:lnTo>
                  <a:lnTo>
                    <a:pt x="1925383" y="43649"/>
                  </a:lnTo>
                  <a:close/>
                </a:path>
                <a:path w="2498090" h="1290320">
                  <a:moveTo>
                    <a:pt x="2215019" y="1239088"/>
                  </a:moveTo>
                  <a:lnTo>
                    <a:pt x="2152002" y="1239088"/>
                  </a:lnTo>
                  <a:lnTo>
                    <a:pt x="2152002" y="1245743"/>
                  </a:lnTo>
                  <a:lnTo>
                    <a:pt x="2215019" y="1245743"/>
                  </a:lnTo>
                  <a:lnTo>
                    <a:pt x="2215019" y="1239088"/>
                  </a:lnTo>
                  <a:close/>
                </a:path>
                <a:path w="2498090" h="1290320">
                  <a:moveTo>
                    <a:pt x="2277516" y="1262621"/>
                  </a:moveTo>
                  <a:lnTo>
                    <a:pt x="2246553" y="1250988"/>
                  </a:lnTo>
                  <a:lnTo>
                    <a:pt x="2241956" y="1249743"/>
                  </a:lnTo>
                  <a:lnTo>
                    <a:pt x="2239378" y="1247800"/>
                  </a:lnTo>
                  <a:lnTo>
                    <a:pt x="2238819" y="1246835"/>
                  </a:lnTo>
                  <a:lnTo>
                    <a:pt x="2238819" y="1244053"/>
                  </a:lnTo>
                  <a:lnTo>
                    <a:pt x="2239746" y="1242529"/>
                  </a:lnTo>
                  <a:lnTo>
                    <a:pt x="2243798" y="1239481"/>
                  </a:lnTo>
                  <a:lnTo>
                    <a:pt x="2246744" y="1238656"/>
                  </a:lnTo>
                  <a:lnTo>
                    <a:pt x="2256320" y="1238656"/>
                  </a:lnTo>
                  <a:lnTo>
                    <a:pt x="2260384" y="1239481"/>
                  </a:lnTo>
                  <a:lnTo>
                    <a:pt x="2263698" y="1241983"/>
                  </a:lnTo>
                  <a:lnTo>
                    <a:pt x="2264435" y="1243368"/>
                  </a:lnTo>
                  <a:lnTo>
                    <a:pt x="2264803" y="1245311"/>
                  </a:lnTo>
                  <a:lnTo>
                    <a:pt x="2275852" y="1245311"/>
                  </a:lnTo>
                  <a:lnTo>
                    <a:pt x="2275852" y="1241983"/>
                  </a:lnTo>
                  <a:lnTo>
                    <a:pt x="2274011" y="1238935"/>
                  </a:lnTo>
                  <a:lnTo>
                    <a:pt x="2266277" y="1233119"/>
                  </a:lnTo>
                  <a:lnTo>
                    <a:pt x="2259825" y="1231595"/>
                  </a:lnTo>
                  <a:lnTo>
                    <a:pt x="2242870" y="1231595"/>
                  </a:lnTo>
                  <a:lnTo>
                    <a:pt x="2236609" y="1233246"/>
                  </a:lnTo>
                  <a:lnTo>
                    <a:pt x="2228875" y="1239075"/>
                  </a:lnTo>
                  <a:lnTo>
                    <a:pt x="2227211" y="1242123"/>
                  </a:lnTo>
                  <a:lnTo>
                    <a:pt x="2227211" y="1245717"/>
                  </a:lnTo>
                  <a:lnTo>
                    <a:pt x="2227211" y="1248498"/>
                  </a:lnTo>
                  <a:lnTo>
                    <a:pt x="2228862" y="1251127"/>
                  </a:lnTo>
                  <a:lnTo>
                    <a:pt x="2234031" y="1255001"/>
                  </a:lnTo>
                  <a:lnTo>
                    <a:pt x="2236978" y="1256118"/>
                  </a:lnTo>
                  <a:lnTo>
                    <a:pt x="2241029" y="1256944"/>
                  </a:lnTo>
                  <a:lnTo>
                    <a:pt x="2244344" y="1257769"/>
                  </a:lnTo>
                  <a:lnTo>
                    <a:pt x="2249322" y="1258747"/>
                  </a:lnTo>
                  <a:lnTo>
                    <a:pt x="2259266" y="1260411"/>
                  </a:lnTo>
                  <a:lnTo>
                    <a:pt x="2261666" y="1261237"/>
                  </a:lnTo>
                  <a:lnTo>
                    <a:pt x="2264981" y="1263738"/>
                  </a:lnTo>
                  <a:lnTo>
                    <a:pt x="2265908" y="1264983"/>
                  </a:lnTo>
                  <a:lnTo>
                    <a:pt x="2265908" y="1267752"/>
                  </a:lnTo>
                  <a:lnTo>
                    <a:pt x="2265172" y="1269136"/>
                  </a:lnTo>
                  <a:lnTo>
                    <a:pt x="2261489" y="1271905"/>
                  </a:lnTo>
                  <a:lnTo>
                    <a:pt x="2257247" y="1272743"/>
                  </a:lnTo>
                  <a:lnTo>
                    <a:pt x="2245817" y="1272743"/>
                  </a:lnTo>
                  <a:lnTo>
                    <a:pt x="2241956" y="1271765"/>
                  </a:lnTo>
                  <a:lnTo>
                    <a:pt x="2237892" y="1268717"/>
                  </a:lnTo>
                  <a:lnTo>
                    <a:pt x="2236978" y="1266926"/>
                  </a:lnTo>
                  <a:lnTo>
                    <a:pt x="2236609" y="1264424"/>
                  </a:lnTo>
                  <a:lnTo>
                    <a:pt x="2225548" y="1264424"/>
                  </a:lnTo>
                  <a:lnTo>
                    <a:pt x="2225548" y="1268577"/>
                  </a:lnTo>
                  <a:lnTo>
                    <a:pt x="2227389" y="1272044"/>
                  </a:lnTo>
                  <a:lnTo>
                    <a:pt x="2235504" y="1278140"/>
                  </a:lnTo>
                  <a:lnTo>
                    <a:pt x="2242324" y="1279804"/>
                  </a:lnTo>
                  <a:lnTo>
                    <a:pt x="2260752" y="1279804"/>
                  </a:lnTo>
                  <a:lnTo>
                    <a:pt x="2267559" y="1278140"/>
                  </a:lnTo>
                  <a:lnTo>
                    <a:pt x="2275675" y="1272044"/>
                  </a:lnTo>
                  <a:lnTo>
                    <a:pt x="2277516" y="1268996"/>
                  </a:lnTo>
                  <a:lnTo>
                    <a:pt x="2277516" y="1262621"/>
                  </a:lnTo>
                  <a:close/>
                </a:path>
                <a:path w="2498090" h="1290320">
                  <a:moveTo>
                    <a:pt x="2348242" y="1263167"/>
                  </a:moveTo>
                  <a:lnTo>
                    <a:pt x="2336076" y="1263167"/>
                  </a:lnTo>
                  <a:lnTo>
                    <a:pt x="2336000" y="1265796"/>
                  </a:lnTo>
                  <a:lnTo>
                    <a:pt x="2334780" y="1267879"/>
                  </a:lnTo>
                  <a:lnTo>
                    <a:pt x="2329992" y="1271473"/>
                  </a:lnTo>
                  <a:lnTo>
                    <a:pt x="2326309" y="1272311"/>
                  </a:lnTo>
                  <a:lnTo>
                    <a:pt x="2315984" y="1272311"/>
                  </a:lnTo>
                  <a:lnTo>
                    <a:pt x="2311755" y="1271066"/>
                  </a:lnTo>
                  <a:lnTo>
                    <a:pt x="2304745" y="1265796"/>
                  </a:lnTo>
                  <a:lnTo>
                    <a:pt x="2302903" y="1261503"/>
                  </a:lnTo>
                  <a:lnTo>
                    <a:pt x="2302903" y="1255687"/>
                  </a:lnTo>
                  <a:lnTo>
                    <a:pt x="2347684" y="1255687"/>
                  </a:lnTo>
                  <a:lnTo>
                    <a:pt x="2347684" y="1249032"/>
                  </a:lnTo>
                  <a:lnTo>
                    <a:pt x="2347684" y="1247648"/>
                  </a:lnTo>
                  <a:lnTo>
                    <a:pt x="2345105" y="1241691"/>
                  </a:lnTo>
                  <a:lnTo>
                    <a:pt x="2341054" y="1238643"/>
                  </a:lnTo>
                  <a:lnTo>
                    <a:pt x="2334971" y="1234084"/>
                  </a:lnTo>
                  <a:lnTo>
                    <a:pt x="2334971" y="1246263"/>
                  </a:lnTo>
                  <a:lnTo>
                    <a:pt x="2334971" y="1249032"/>
                  </a:lnTo>
                  <a:lnTo>
                    <a:pt x="2303462" y="1249032"/>
                  </a:lnTo>
                  <a:lnTo>
                    <a:pt x="2304199" y="1246263"/>
                  </a:lnTo>
                  <a:lnTo>
                    <a:pt x="2305862" y="1243901"/>
                  </a:lnTo>
                  <a:lnTo>
                    <a:pt x="2311387" y="1239748"/>
                  </a:lnTo>
                  <a:lnTo>
                    <a:pt x="2315070" y="1238643"/>
                  </a:lnTo>
                  <a:lnTo>
                    <a:pt x="2324277" y="1238643"/>
                  </a:lnTo>
                  <a:lnTo>
                    <a:pt x="2327973" y="1239608"/>
                  </a:lnTo>
                  <a:lnTo>
                    <a:pt x="2333498" y="1243774"/>
                  </a:lnTo>
                  <a:lnTo>
                    <a:pt x="2334971" y="1246263"/>
                  </a:lnTo>
                  <a:lnTo>
                    <a:pt x="2334971" y="1234084"/>
                  </a:lnTo>
                  <a:lnTo>
                    <a:pt x="2334412" y="1233652"/>
                  </a:lnTo>
                  <a:lnTo>
                    <a:pt x="2327783" y="1231569"/>
                  </a:lnTo>
                  <a:lnTo>
                    <a:pt x="2311933" y="1231569"/>
                  </a:lnTo>
                  <a:lnTo>
                    <a:pt x="2305304" y="1233512"/>
                  </a:lnTo>
                  <a:lnTo>
                    <a:pt x="2293874" y="1242110"/>
                  </a:lnTo>
                  <a:lnTo>
                    <a:pt x="2290749" y="1248206"/>
                  </a:lnTo>
                  <a:lnTo>
                    <a:pt x="2290749" y="1263167"/>
                  </a:lnTo>
                  <a:lnTo>
                    <a:pt x="2293696" y="1269123"/>
                  </a:lnTo>
                  <a:lnTo>
                    <a:pt x="2305113" y="1277708"/>
                  </a:lnTo>
                  <a:lnTo>
                    <a:pt x="2312301" y="1279791"/>
                  </a:lnTo>
                  <a:lnTo>
                    <a:pt x="2329624" y="1279791"/>
                  </a:lnTo>
                  <a:lnTo>
                    <a:pt x="2336254" y="1277988"/>
                  </a:lnTo>
                  <a:lnTo>
                    <a:pt x="2343810" y="1272311"/>
                  </a:lnTo>
                  <a:lnTo>
                    <a:pt x="2344369" y="1271892"/>
                  </a:lnTo>
                  <a:lnTo>
                    <a:pt x="2346756" y="1268158"/>
                  </a:lnTo>
                  <a:lnTo>
                    <a:pt x="2348242" y="1263167"/>
                  </a:lnTo>
                  <a:close/>
                </a:path>
                <a:path w="2498090" h="1290320">
                  <a:moveTo>
                    <a:pt x="2403513" y="1231595"/>
                  </a:moveTo>
                  <a:lnTo>
                    <a:pt x="2393569" y="1231595"/>
                  </a:lnTo>
                  <a:lnTo>
                    <a:pt x="2385644" y="1233805"/>
                  </a:lnTo>
                  <a:lnTo>
                    <a:pt x="2379751" y="1238237"/>
                  </a:lnTo>
                  <a:lnTo>
                    <a:pt x="2377529" y="1239901"/>
                  </a:lnTo>
                  <a:lnTo>
                    <a:pt x="2375509" y="1241844"/>
                  </a:lnTo>
                  <a:lnTo>
                    <a:pt x="2373668" y="1244066"/>
                  </a:lnTo>
                  <a:lnTo>
                    <a:pt x="2373668" y="1232420"/>
                  </a:lnTo>
                  <a:lnTo>
                    <a:pt x="2362606" y="1232420"/>
                  </a:lnTo>
                  <a:lnTo>
                    <a:pt x="2362606" y="1278978"/>
                  </a:lnTo>
                  <a:lnTo>
                    <a:pt x="2373668" y="1278978"/>
                  </a:lnTo>
                  <a:lnTo>
                    <a:pt x="2373668" y="1255280"/>
                  </a:lnTo>
                  <a:lnTo>
                    <a:pt x="2375141" y="1251953"/>
                  </a:lnTo>
                  <a:lnTo>
                    <a:pt x="2377910" y="1248765"/>
                  </a:lnTo>
                  <a:lnTo>
                    <a:pt x="2386749" y="1242123"/>
                  </a:lnTo>
                  <a:lnTo>
                    <a:pt x="2391905" y="1240320"/>
                  </a:lnTo>
                  <a:lnTo>
                    <a:pt x="2400020" y="1240320"/>
                  </a:lnTo>
                  <a:lnTo>
                    <a:pt x="2402040" y="1240459"/>
                  </a:lnTo>
                  <a:lnTo>
                    <a:pt x="2403513" y="1240739"/>
                  </a:lnTo>
                  <a:lnTo>
                    <a:pt x="2403513" y="1231595"/>
                  </a:lnTo>
                  <a:close/>
                </a:path>
                <a:path w="2498090" h="1290320">
                  <a:moveTo>
                    <a:pt x="2424544" y="1232420"/>
                  </a:moveTo>
                  <a:lnTo>
                    <a:pt x="2413482" y="1232420"/>
                  </a:lnTo>
                  <a:lnTo>
                    <a:pt x="2413482" y="1278978"/>
                  </a:lnTo>
                  <a:lnTo>
                    <a:pt x="2424544" y="1278978"/>
                  </a:lnTo>
                  <a:lnTo>
                    <a:pt x="2424544" y="1232420"/>
                  </a:lnTo>
                  <a:close/>
                </a:path>
                <a:path w="2498090" h="1290320">
                  <a:moveTo>
                    <a:pt x="2424544" y="1208316"/>
                  </a:moveTo>
                  <a:lnTo>
                    <a:pt x="2413482" y="1208316"/>
                  </a:lnTo>
                  <a:lnTo>
                    <a:pt x="2413482" y="1219123"/>
                  </a:lnTo>
                  <a:lnTo>
                    <a:pt x="2424544" y="1219123"/>
                  </a:lnTo>
                  <a:lnTo>
                    <a:pt x="2424544" y="1208316"/>
                  </a:lnTo>
                  <a:close/>
                </a:path>
                <a:path w="2498090" h="1290320">
                  <a:moveTo>
                    <a:pt x="2482024" y="1209154"/>
                  </a:moveTo>
                  <a:lnTo>
                    <a:pt x="2476868" y="1207770"/>
                  </a:lnTo>
                  <a:lnTo>
                    <a:pt x="2471890" y="1207071"/>
                  </a:lnTo>
                  <a:lnTo>
                    <a:pt x="2460828" y="1207071"/>
                  </a:lnTo>
                  <a:lnTo>
                    <a:pt x="2455862" y="1208455"/>
                  </a:lnTo>
                  <a:lnTo>
                    <a:pt x="2448852" y="1213726"/>
                  </a:lnTo>
                  <a:lnTo>
                    <a:pt x="2447201" y="1216914"/>
                  </a:lnTo>
                  <a:lnTo>
                    <a:pt x="2447201" y="1232420"/>
                  </a:lnTo>
                  <a:lnTo>
                    <a:pt x="2433929" y="1232420"/>
                  </a:lnTo>
                  <a:lnTo>
                    <a:pt x="2433929" y="1239075"/>
                  </a:lnTo>
                  <a:lnTo>
                    <a:pt x="2447201" y="1239075"/>
                  </a:lnTo>
                  <a:lnTo>
                    <a:pt x="2447201" y="1278978"/>
                  </a:lnTo>
                  <a:lnTo>
                    <a:pt x="2458250" y="1278978"/>
                  </a:lnTo>
                  <a:lnTo>
                    <a:pt x="2458250" y="1239075"/>
                  </a:lnTo>
                  <a:lnTo>
                    <a:pt x="2477046" y="1239075"/>
                  </a:lnTo>
                  <a:lnTo>
                    <a:pt x="2477046" y="1232420"/>
                  </a:lnTo>
                  <a:lnTo>
                    <a:pt x="2458250" y="1232420"/>
                  </a:lnTo>
                  <a:lnTo>
                    <a:pt x="2458250" y="1219123"/>
                  </a:lnTo>
                  <a:lnTo>
                    <a:pt x="2458986" y="1217739"/>
                  </a:lnTo>
                  <a:lnTo>
                    <a:pt x="2462314" y="1215250"/>
                  </a:lnTo>
                  <a:lnTo>
                    <a:pt x="2465260" y="1214551"/>
                  </a:lnTo>
                  <a:lnTo>
                    <a:pt x="2472626" y="1214551"/>
                  </a:lnTo>
                  <a:lnTo>
                    <a:pt x="2476868" y="1215517"/>
                  </a:lnTo>
                  <a:lnTo>
                    <a:pt x="2482024" y="1217460"/>
                  </a:lnTo>
                  <a:lnTo>
                    <a:pt x="2482024" y="1214551"/>
                  </a:lnTo>
                  <a:lnTo>
                    <a:pt x="2482024" y="1209154"/>
                  </a:lnTo>
                  <a:close/>
                </a:path>
                <a:path w="2498090" h="1290320">
                  <a:moveTo>
                    <a:pt x="2498052" y="1269822"/>
                  </a:moveTo>
                  <a:lnTo>
                    <a:pt x="2485339" y="1269822"/>
                  </a:lnTo>
                  <a:lnTo>
                    <a:pt x="2485339" y="1278966"/>
                  </a:lnTo>
                  <a:lnTo>
                    <a:pt x="2490876" y="1278966"/>
                  </a:lnTo>
                  <a:lnTo>
                    <a:pt x="2485339" y="1290180"/>
                  </a:lnTo>
                  <a:lnTo>
                    <a:pt x="2490876" y="1290180"/>
                  </a:lnTo>
                  <a:lnTo>
                    <a:pt x="2498052" y="1278966"/>
                  </a:lnTo>
                  <a:lnTo>
                    <a:pt x="2498052" y="1269822"/>
                  </a:lnTo>
                  <a:close/>
                </a:path>
                <a:path w="2498090" h="1290320">
                  <a:moveTo>
                    <a:pt x="2498052" y="1231569"/>
                  </a:moveTo>
                  <a:lnTo>
                    <a:pt x="2485339" y="1231569"/>
                  </a:lnTo>
                  <a:lnTo>
                    <a:pt x="2485339" y="1240713"/>
                  </a:lnTo>
                  <a:lnTo>
                    <a:pt x="2498052" y="1240713"/>
                  </a:lnTo>
                  <a:lnTo>
                    <a:pt x="2498052" y="1231569"/>
                  </a:lnTo>
                  <a:close/>
                </a:path>
              </a:pathLst>
            </a:custGeom>
            <a:solidFill>
              <a:srgbClr val="4559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0059" y="6392291"/>
              <a:ext cx="3192394" cy="381707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046490" y="9914889"/>
              <a:ext cx="4787265" cy="372110"/>
            </a:xfrm>
            <a:custGeom>
              <a:avLst/>
              <a:gdLst/>
              <a:ahLst/>
              <a:cxnLst/>
              <a:rect l="l" t="t" r="r" b="b"/>
              <a:pathLst>
                <a:path w="4787265" h="372109">
                  <a:moveTo>
                    <a:pt x="4787234" y="372039"/>
                  </a:moveTo>
                  <a:lnTo>
                    <a:pt x="0" y="372039"/>
                  </a:lnTo>
                  <a:lnTo>
                    <a:pt x="474023" y="0"/>
                  </a:lnTo>
                  <a:lnTo>
                    <a:pt x="4341237" y="0"/>
                  </a:lnTo>
                  <a:lnTo>
                    <a:pt x="4787234" y="372039"/>
                  </a:lnTo>
                  <a:close/>
                </a:path>
              </a:pathLst>
            </a:custGeom>
            <a:solidFill>
              <a:srgbClr val="60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80746" y="10095010"/>
              <a:ext cx="1251585" cy="48895"/>
            </a:xfrm>
            <a:custGeom>
              <a:avLst/>
              <a:gdLst/>
              <a:ahLst/>
              <a:cxnLst/>
              <a:rect l="l" t="t" r="r" b="b"/>
              <a:pathLst>
                <a:path w="1251584" h="48895">
                  <a:moveTo>
                    <a:pt x="1211557" y="48598"/>
                  </a:moveTo>
                  <a:lnTo>
                    <a:pt x="39678" y="48598"/>
                  </a:lnTo>
                  <a:lnTo>
                    <a:pt x="24206" y="46530"/>
                  </a:lnTo>
                  <a:lnTo>
                    <a:pt x="11597" y="40883"/>
                  </a:lnTo>
                  <a:lnTo>
                    <a:pt x="3108" y="32494"/>
                  </a:lnTo>
                  <a:lnTo>
                    <a:pt x="0" y="22200"/>
                  </a:lnTo>
                  <a:lnTo>
                    <a:pt x="9" y="0"/>
                  </a:lnTo>
                  <a:lnTo>
                    <a:pt x="1251227" y="0"/>
                  </a:lnTo>
                  <a:lnTo>
                    <a:pt x="1251227" y="22200"/>
                  </a:lnTo>
                  <a:lnTo>
                    <a:pt x="1248119" y="32494"/>
                  </a:lnTo>
                  <a:lnTo>
                    <a:pt x="1239633" y="40883"/>
                  </a:lnTo>
                  <a:lnTo>
                    <a:pt x="1227027" y="46530"/>
                  </a:lnTo>
                  <a:lnTo>
                    <a:pt x="1211557" y="48598"/>
                  </a:lnTo>
                  <a:close/>
                </a:path>
              </a:pathLst>
            </a:custGeom>
            <a:solidFill>
              <a:srgbClr val="E3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81189" y="8322821"/>
              <a:ext cx="405765" cy="146685"/>
            </a:xfrm>
            <a:custGeom>
              <a:avLst/>
              <a:gdLst/>
              <a:ahLst/>
              <a:cxnLst/>
              <a:rect l="l" t="t" r="r" b="b"/>
              <a:pathLst>
                <a:path w="405765" h="146684">
                  <a:moveTo>
                    <a:pt x="26969" y="54416"/>
                  </a:moveTo>
                  <a:lnTo>
                    <a:pt x="17273" y="53087"/>
                  </a:lnTo>
                  <a:lnTo>
                    <a:pt x="9390" y="46470"/>
                  </a:lnTo>
                  <a:lnTo>
                    <a:pt x="60386" y="31888"/>
                  </a:lnTo>
                  <a:lnTo>
                    <a:pt x="111452" y="18460"/>
                  </a:lnTo>
                  <a:lnTo>
                    <a:pt x="162315" y="7676"/>
                  </a:lnTo>
                  <a:lnTo>
                    <a:pt x="212703" y="1026"/>
                  </a:lnTo>
                  <a:lnTo>
                    <a:pt x="262345" y="0"/>
                  </a:lnTo>
                  <a:lnTo>
                    <a:pt x="310970" y="6087"/>
                  </a:lnTo>
                  <a:lnTo>
                    <a:pt x="358305" y="20779"/>
                  </a:lnTo>
                  <a:lnTo>
                    <a:pt x="377642" y="34957"/>
                  </a:lnTo>
                  <a:lnTo>
                    <a:pt x="386559" y="53070"/>
                  </a:lnTo>
                  <a:lnTo>
                    <a:pt x="365547" y="53070"/>
                  </a:lnTo>
                  <a:lnTo>
                    <a:pt x="362158" y="53862"/>
                  </a:lnTo>
                  <a:lnTo>
                    <a:pt x="37795" y="53862"/>
                  </a:lnTo>
                  <a:lnTo>
                    <a:pt x="26969" y="54416"/>
                  </a:lnTo>
                  <a:close/>
                </a:path>
                <a:path w="405765" h="146684">
                  <a:moveTo>
                    <a:pt x="404046" y="124204"/>
                  </a:moveTo>
                  <a:lnTo>
                    <a:pt x="393788" y="94219"/>
                  </a:lnTo>
                  <a:lnTo>
                    <a:pt x="377726" y="62439"/>
                  </a:lnTo>
                  <a:lnTo>
                    <a:pt x="365547" y="53070"/>
                  </a:lnTo>
                  <a:lnTo>
                    <a:pt x="386559" y="53070"/>
                  </a:lnTo>
                  <a:lnTo>
                    <a:pt x="393428" y="67021"/>
                  </a:lnTo>
                  <a:lnTo>
                    <a:pt x="403324" y="107326"/>
                  </a:lnTo>
                  <a:lnTo>
                    <a:pt x="404046" y="124204"/>
                  </a:lnTo>
                  <a:close/>
                </a:path>
                <a:path w="405765" h="146684">
                  <a:moveTo>
                    <a:pt x="0" y="114201"/>
                  </a:moveTo>
                  <a:lnTo>
                    <a:pt x="49068" y="54832"/>
                  </a:lnTo>
                  <a:lnTo>
                    <a:pt x="37795" y="53862"/>
                  </a:lnTo>
                  <a:lnTo>
                    <a:pt x="362158" y="53862"/>
                  </a:lnTo>
                  <a:lnTo>
                    <a:pt x="336179" y="59939"/>
                  </a:lnTo>
                  <a:lnTo>
                    <a:pt x="312772" y="67802"/>
                  </a:lnTo>
                  <a:lnTo>
                    <a:pt x="293851" y="76412"/>
                  </a:lnTo>
                  <a:lnTo>
                    <a:pt x="277937" y="85522"/>
                  </a:lnTo>
                  <a:lnTo>
                    <a:pt x="260290" y="89296"/>
                  </a:lnTo>
                  <a:lnTo>
                    <a:pt x="49846" y="89296"/>
                  </a:lnTo>
                  <a:lnTo>
                    <a:pt x="0" y="114201"/>
                  </a:lnTo>
                  <a:close/>
                </a:path>
                <a:path w="405765" h="146684">
                  <a:moveTo>
                    <a:pt x="136661" y="103246"/>
                  </a:moveTo>
                  <a:lnTo>
                    <a:pt x="92414" y="99207"/>
                  </a:lnTo>
                  <a:lnTo>
                    <a:pt x="49846" y="89296"/>
                  </a:lnTo>
                  <a:lnTo>
                    <a:pt x="260290" y="89296"/>
                  </a:lnTo>
                  <a:lnTo>
                    <a:pt x="229578" y="95864"/>
                  </a:lnTo>
                  <a:lnTo>
                    <a:pt x="182434" y="101952"/>
                  </a:lnTo>
                  <a:lnTo>
                    <a:pt x="136661" y="103246"/>
                  </a:lnTo>
                  <a:close/>
                </a:path>
                <a:path w="405765" h="146684">
                  <a:moveTo>
                    <a:pt x="404989" y="146227"/>
                  </a:moveTo>
                  <a:lnTo>
                    <a:pt x="404046" y="124204"/>
                  </a:lnTo>
                  <a:lnTo>
                    <a:pt x="405590" y="128714"/>
                  </a:lnTo>
                  <a:lnTo>
                    <a:pt x="404989" y="146227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93788" y="6401454"/>
              <a:ext cx="824786" cy="2169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172429" y="6935165"/>
              <a:ext cx="1111885" cy="86995"/>
            </a:xfrm>
            <a:custGeom>
              <a:avLst/>
              <a:gdLst/>
              <a:ahLst/>
              <a:cxnLst/>
              <a:rect l="l" t="t" r="r" b="b"/>
              <a:pathLst>
                <a:path w="1111884" h="86995">
                  <a:moveTo>
                    <a:pt x="63017" y="31178"/>
                  </a:moveTo>
                  <a:lnTo>
                    <a:pt x="0" y="31178"/>
                  </a:lnTo>
                  <a:lnTo>
                    <a:pt x="0" y="37833"/>
                  </a:lnTo>
                  <a:lnTo>
                    <a:pt x="63017" y="37833"/>
                  </a:lnTo>
                  <a:lnTo>
                    <a:pt x="63017" y="31178"/>
                  </a:lnTo>
                  <a:close/>
                </a:path>
                <a:path w="1111884" h="86995">
                  <a:moveTo>
                    <a:pt x="131584" y="52781"/>
                  </a:moveTo>
                  <a:lnTo>
                    <a:pt x="119418" y="52781"/>
                  </a:lnTo>
                  <a:lnTo>
                    <a:pt x="119418" y="56388"/>
                  </a:lnTo>
                  <a:lnTo>
                    <a:pt x="117944" y="59296"/>
                  </a:lnTo>
                  <a:lnTo>
                    <a:pt x="112052" y="63728"/>
                  </a:lnTo>
                  <a:lnTo>
                    <a:pt x="108000" y="64846"/>
                  </a:lnTo>
                  <a:lnTo>
                    <a:pt x="98412" y="64846"/>
                  </a:lnTo>
                  <a:lnTo>
                    <a:pt x="94729" y="63728"/>
                  </a:lnTo>
                  <a:lnTo>
                    <a:pt x="87731" y="58470"/>
                  </a:lnTo>
                  <a:lnTo>
                    <a:pt x="85699" y="54178"/>
                  </a:lnTo>
                  <a:lnTo>
                    <a:pt x="85699" y="42811"/>
                  </a:lnTo>
                  <a:lnTo>
                    <a:pt x="87909" y="38239"/>
                  </a:lnTo>
                  <a:lnTo>
                    <a:pt x="95288" y="32702"/>
                  </a:lnTo>
                  <a:lnTo>
                    <a:pt x="98971" y="31584"/>
                  </a:lnTo>
                  <a:lnTo>
                    <a:pt x="107810" y="31584"/>
                  </a:lnTo>
                  <a:lnTo>
                    <a:pt x="111125" y="32423"/>
                  </a:lnTo>
                  <a:lnTo>
                    <a:pt x="115925" y="36017"/>
                  </a:lnTo>
                  <a:lnTo>
                    <a:pt x="117398" y="38100"/>
                  </a:lnTo>
                  <a:lnTo>
                    <a:pt x="117767" y="40322"/>
                  </a:lnTo>
                  <a:lnTo>
                    <a:pt x="129921" y="40322"/>
                  </a:lnTo>
                  <a:lnTo>
                    <a:pt x="129184" y="35877"/>
                  </a:lnTo>
                  <a:lnTo>
                    <a:pt x="126796" y="32143"/>
                  </a:lnTo>
                  <a:lnTo>
                    <a:pt x="118313" y="25768"/>
                  </a:lnTo>
                  <a:lnTo>
                    <a:pt x="111683" y="24104"/>
                  </a:lnTo>
                  <a:lnTo>
                    <a:pt x="94729" y="24104"/>
                  </a:lnTo>
                  <a:lnTo>
                    <a:pt x="87909" y="26187"/>
                  </a:lnTo>
                  <a:lnTo>
                    <a:pt x="76492" y="34772"/>
                  </a:lnTo>
                  <a:lnTo>
                    <a:pt x="73533" y="40728"/>
                  </a:lnTo>
                  <a:lnTo>
                    <a:pt x="73533" y="48209"/>
                  </a:lnTo>
                  <a:lnTo>
                    <a:pt x="73533" y="55422"/>
                  </a:lnTo>
                  <a:lnTo>
                    <a:pt x="76860" y="61518"/>
                  </a:lnTo>
                  <a:lnTo>
                    <a:pt x="88646" y="70383"/>
                  </a:lnTo>
                  <a:lnTo>
                    <a:pt x="95097" y="72326"/>
                  </a:lnTo>
                  <a:lnTo>
                    <a:pt x="112052" y="72326"/>
                  </a:lnTo>
                  <a:lnTo>
                    <a:pt x="119049" y="70523"/>
                  </a:lnTo>
                  <a:lnTo>
                    <a:pt x="128638" y="63322"/>
                  </a:lnTo>
                  <a:lnTo>
                    <a:pt x="131216" y="58610"/>
                  </a:lnTo>
                  <a:lnTo>
                    <a:pt x="131584" y="52781"/>
                  </a:lnTo>
                  <a:close/>
                </a:path>
                <a:path w="1111884" h="86995">
                  <a:moveTo>
                    <a:pt x="203428" y="40601"/>
                  </a:moveTo>
                  <a:lnTo>
                    <a:pt x="200291" y="34645"/>
                  </a:lnTo>
                  <a:lnTo>
                    <a:pt x="195681" y="31178"/>
                  </a:lnTo>
                  <a:lnTo>
                    <a:pt x="191262" y="27863"/>
                  </a:lnTo>
                  <a:lnTo>
                    <a:pt x="191262" y="42265"/>
                  </a:lnTo>
                  <a:lnTo>
                    <a:pt x="191262" y="53352"/>
                  </a:lnTo>
                  <a:lnTo>
                    <a:pt x="189242" y="57645"/>
                  </a:lnTo>
                  <a:lnTo>
                    <a:pt x="181864" y="63182"/>
                  </a:lnTo>
                  <a:lnTo>
                    <a:pt x="177990" y="64439"/>
                  </a:lnTo>
                  <a:lnTo>
                    <a:pt x="169151" y="64439"/>
                  </a:lnTo>
                  <a:lnTo>
                    <a:pt x="165277" y="63182"/>
                  </a:lnTo>
                  <a:lnTo>
                    <a:pt x="157911" y="57645"/>
                  </a:lnTo>
                  <a:lnTo>
                    <a:pt x="155879" y="53352"/>
                  </a:lnTo>
                  <a:lnTo>
                    <a:pt x="155879" y="42265"/>
                  </a:lnTo>
                  <a:lnTo>
                    <a:pt x="158089" y="37833"/>
                  </a:lnTo>
                  <a:lnTo>
                    <a:pt x="165468" y="32283"/>
                  </a:lnTo>
                  <a:lnTo>
                    <a:pt x="169151" y="31178"/>
                  </a:lnTo>
                  <a:lnTo>
                    <a:pt x="177990" y="31178"/>
                  </a:lnTo>
                  <a:lnTo>
                    <a:pt x="181686" y="32283"/>
                  </a:lnTo>
                  <a:lnTo>
                    <a:pt x="189052" y="37833"/>
                  </a:lnTo>
                  <a:lnTo>
                    <a:pt x="191262" y="42265"/>
                  </a:lnTo>
                  <a:lnTo>
                    <a:pt x="191262" y="27863"/>
                  </a:lnTo>
                  <a:lnTo>
                    <a:pt x="188493" y="25781"/>
                  </a:lnTo>
                  <a:lnTo>
                    <a:pt x="181686" y="23698"/>
                  </a:lnTo>
                  <a:lnTo>
                    <a:pt x="165468" y="23698"/>
                  </a:lnTo>
                  <a:lnTo>
                    <a:pt x="158648" y="25781"/>
                  </a:lnTo>
                  <a:lnTo>
                    <a:pt x="146850" y="34645"/>
                  </a:lnTo>
                  <a:lnTo>
                    <a:pt x="143725" y="40601"/>
                  </a:lnTo>
                  <a:lnTo>
                    <a:pt x="143725" y="55016"/>
                  </a:lnTo>
                  <a:lnTo>
                    <a:pt x="146850" y="60972"/>
                  </a:lnTo>
                  <a:lnTo>
                    <a:pt x="158648" y="69837"/>
                  </a:lnTo>
                  <a:lnTo>
                    <a:pt x="165468" y="71920"/>
                  </a:lnTo>
                  <a:lnTo>
                    <a:pt x="181686" y="71920"/>
                  </a:lnTo>
                  <a:lnTo>
                    <a:pt x="188493" y="69837"/>
                  </a:lnTo>
                  <a:lnTo>
                    <a:pt x="195681" y="64439"/>
                  </a:lnTo>
                  <a:lnTo>
                    <a:pt x="200291" y="60972"/>
                  </a:lnTo>
                  <a:lnTo>
                    <a:pt x="203428" y="55016"/>
                  </a:lnTo>
                  <a:lnTo>
                    <a:pt x="203428" y="40601"/>
                  </a:lnTo>
                  <a:close/>
                </a:path>
                <a:path w="1111884" h="86995">
                  <a:moveTo>
                    <a:pt x="777773" y="0"/>
                  </a:moveTo>
                  <a:lnTo>
                    <a:pt x="766711" y="0"/>
                  </a:lnTo>
                  <a:lnTo>
                    <a:pt x="766711" y="71069"/>
                  </a:lnTo>
                  <a:lnTo>
                    <a:pt x="777773" y="71069"/>
                  </a:lnTo>
                  <a:lnTo>
                    <a:pt x="777773" y="0"/>
                  </a:lnTo>
                  <a:close/>
                </a:path>
                <a:path w="1111884" h="86995">
                  <a:moveTo>
                    <a:pt x="807669" y="0"/>
                  </a:moveTo>
                  <a:lnTo>
                    <a:pt x="796607" y="0"/>
                  </a:lnTo>
                  <a:lnTo>
                    <a:pt x="796607" y="71069"/>
                  </a:lnTo>
                  <a:lnTo>
                    <a:pt x="807669" y="71069"/>
                  </a:lnTo>
                  <a:lnTo>
                    <a:pt x="807669" y="0"/>
                  </a:lnTo>
                  <a:close/>
                </a:path>
                <a:path w="1111884" h="86995">
                  <a:moveTo>
                    <a:pt x="879513" y="71056"/>
                  </a:moveTo>
                  <a:lnTo>
                    <a:pt x="876566" y="69392"/>
                  </a:lnTo>
                  <a:lnTo>
                    <a:pt x="875093" y="67030"/>
                  </a:lnTo>
                  <a:lnTo>
                    <a:pt x="875093" y="65646"/>
                  </a:lnTo>
                  <a:lnTo>
                    <a:pt x="875093" y="64401"/>
                  </a:lnTo>
                  <a:lnTo>
                    <a:pt x="875093" y="47358"/>
                  </a:lnTo>
                  <a:lnTo>
                    <a:pt x="875093" y="34201"/>
                  </a:lnTo>
                  <a:lnTo>
                    <a:pt x="873328" y="31153"/>
                  </a:lnTo>
                  <a:lnTo>
                    <a:pt x="873252" y="31013"/>
                  </a:lnTo>
                  <a:lnTo>
                    <a:pt x="865505" y="25196"/>
                  </a:lnTo>
                  <a:lnTo>
                    <a:pt x="858875" y="23672"/>
                  </a:lnTo>
                  <a:lnTo>
                    <a:pt x="841921" y="23672"/>
                  </a:lnTo>
                  <a:lnTo>
                    <a:pt x="836028" y="25196"/>
                  </a:lnTo>
                  <a:lnTo>
                    <a:pt x="828281" y="31013"/>
                  </a:lnTo>
                  <a:lnTo>
                    <a:pt x="825893" y="34340"/>
                  </a:lnTo>
                  <a:lnTo>
                    <a:pt x="824788" y="38214"/>
                  </a:lnTo>
                  <a:lnTo>
                    <a:pt x="836942" y="38214"/>
                  </a:lnTo>
                  <a:lnTo>
                    <a:pt x="837679" y="36271"/>
                  </a:lnTo>
                  <a:lnTo>
                    <a:pt x="838784" y="34747"/>
                  </a:lnTo>
                  <a:lnTo>
                    <a:pt x="842479" y="31978"/>
                  </a:lnTo>
                  <a:lnTo>
                    <a:pt x="846162" y="31153"/>
                  </a:lnTo>
                  <a:lnTo>
                    <a:pt x="851319" y="31153"/>
                  </a:lnTo>
                  <a:lnTo>
                    <a:pt x="855370" y="31153"/>
                  </a:lnTo>
                  <a:lnTo>
                    <a:pt x="858507" y="31978"/>
                  </a:lnTo>
                  <a:lnTo>
                    <a:pt x="862926" y="35306"/>
                  </a:lnTo>
                  <a:lnTo>
                    <a:pt x="864031" y="37249"/>
                  </a:lnTo>
                  <a:lnTo>
                    <a:pt x="864031" y="39458"/>
                  </a:lnTo>
                  <a:lnTo>
                    <a:pt x="864031" y="47358"/>
                  </a:lnTo>
                  <a:lnTo>
                    <a:pt x="864031" y="55676"/>
                  </a:lnTo>
                  <a:lnTo>
                    <a:pt x="863663" y="56502"/>
                  </a:lnTo>
                  <a:lnTo>
                    <a:pt x="862190" y="57886"/>
                  </a:lnTo>
                  <a:lnTo>
                    <a:pt x="855560" y="62877"/>
                  </a:lnTo>
                  <a:lnTo>
                    <a:pt x="850392" y="64401"/>
                  </a:lnTo>
                  <a:lnTo>
                    <a:pt x="840447" y="64401"/>
                  </a:lnTo>
                  <a:lnTo>
                    <a:pt x="838047" y="63982"/>
                  </a:lnTo>
                  <a:lnTo>
                    <a:pt x="835101" y="61772"/>
                  </a:lnTo>
                  <a:lnTo>
                    <a:pt x="834186" y="60109"/>
                  </a:lnTo>
                  <a:lnTo>
                    <a:pt x="834186" y="56502"/>
                  </a:lnTo>
                  <a:lnTo>
                    <a:pt x="859790" y="48336"/>
                  </a:lnTo>
                  <a:lnTo>
                    <a:pt x="861822" y="47917"/>
                  </a:lnTo>
                  <a:lnTo>
                    <a:pt x="864031" y="47358"/>
                  </a:lnTo>
                  <a:lnTo>
                    <a:pt x="864031" y="39458"/>
                  </a:lnTo>
                  <a:lnTo>
                    <a:pt x="862190" y="40297"/>
                  </a:lnTo>
                  <a:lnTo>
                    <a:pt x="858875" y="41122"/>
                  </a:lnTo>
                  <a:lnTo>
                    <a:pt x="854087" y="41960"/>
                  </a:lnTo>
                  <a:lnTo>
                    <a:pt x="850760" y="42786"/>
                  </a:lnTo>
                  <a:lnTo>
                    <a:pt x="846899" y="43484"/>
                  </a:lnTo>
                  <a:lnTo>
                    <a:pt x="822020" y="62318"/>
                  </a:lnTo>
                  <a:lnTo>
                    <a:pt x="823683" y="65227"/>
                  </a:lnTo>
                  <a:lnTo>
                    <a:pt x="830681" y="70497"/>
                  </a:lnTo>
                  <a:lnTo>
                    <a:pt x="836028" y="71882"/>
                  </a:lnTo>
                  <a:lnTo>
                    <a:pt x="851496" y="71882"/>
                  </a:lnTo>
                  <a:lnTo>
                    <a:pt x="858507" y="69811"/>
                  </a:lnTo>
                  <a:lnTo>
                    <a:pt x="864031" y="65646"/>
                  </a:lnTo>
                  <a:lnTo>
                    <a:pt x="864031" y="68148"/>
                  </a:lnTo>
                  <a:lnTo>
                    <a:pt x="864768" y="69938"/>
                  </a:lnTo>
                  <a:lnTo>
                    <a:pt x="866241" y="71056"/>
                  </a:lnTo>
                  <a:lnTo>
                    <a:pt x="879513" y="71056"/>
                  </a:lnTo>
                  <a:close/>
                </a:path>
                <a:path w="1111884" h="86995">
                  <a:moveTo>
                    <a:pt x="947470" y="39738"/>
                  </a:moveTo>
                  <a:lnTo>
                    <a:pt x="944524" y="33502"/>
                  </a:lnTo>
                  <a:lnTo>
                    <a:pt x="941400" y="31153"/>
                  </a:lnTo>
                  <a:lnTo>
                    <a:pt x="939736" y="29908"/>
                  </a:lnTo>
                  <a:lnTo>
                    <a:pt x="935316" y="26593"/>
                  </a:lnTo>
                  <a:lnTo>
                    <a:pt x="935316" y="41681"/>
                  </a:lnTo>
                  <a:lnTo>
                    <a:pt x="935316" y="54152"/>
                  </a:lnTo>
                  <a:lnTo>
                    <a:pt x="933284" y="58864"/>
                  </a:lnTo>
                  <a:lnTo>
                    <a:pt x="926655" y="63855"/>
                  </a:lnTo>
                  <a:lnTo>
                    <a:pt x="923518" y="64820"/>
                  </a:lnTo>
                  <a:lnTo>
                    <a:pt x="915784" y="64820"/>
                  </a:lnTo>
                  <a:lnTo>
                    <a:pt x="912101" y="63576"/>
                  </a:lnTo>
                  <a:lnTo>
                    <a:pt x="904722" y="58039"/>
                  </a:lnTo>
                  <a:lnTo>
                    <a:pt x="902703" y="54571"/>
                  </a:lnTo>
                  <a:lnTo>
                    <a:pt x="902703" y="40995"/>
                  </a:lnTo>
                  <a:lnTo>
                    <a:pt x="904544" y="37668"/>
                  </a:lnTo>
                  <a:lnTo>
                    <a:pt x="911542" y="32397"/>
                  </a:lnTo>
                  <a:lnTo>
                    <a:pt x="915416" y="31153"/>
                  </a:lnTo>
                  <a:lnTo>
                    <a:pt x="919835" y="31153"/>
                  </a:lnTo>
                  <a:lnTo>
                    <a:pt x="923518" y="31153"/>
                  </a:lnTo>
                  <a:lnTo>
                    <a:pt x="926833" y="32258"/>
                  </a:lnTo>
                  <a:lnTo>
                    <a:pt x="933475" y="37249"/>
                  </a:lnTo>
                  <a:lnTo>
                    <a:pt x="935316" y="41681"/>
                  </a:lnTo>
                  <a:lnTo>
                    <a:pt x="935316" y="26593"/>
                  </a:lnTo>
                  <a:lnTo>
                    <a:pt x="933843" y="25476"/>
                  </a:lnTo>
                  <a:lnTo>
                    <a:pt x="927582" y="23672"/>
                  </a:lnTo>
                  <a:lnTo>
                    <a:pt x="912837" y="23672"/>
                  </a:lnTo>
                  <a:lnTo>
                    <a:pt x="907122" y="25742"/>
                  </a:lnTo>
                  <a:lnTo>
                    <a:pt x="902703" y="29908"/>
                  </a:lnTo>
                  <a:lnTo>
                    <a:pt x="902703" y="24498"/>
                  </a:lnTo>
                  <a:lnTo>
                    <a:pt x="891641" y="24498"/>
                  </a:lnTo>
                  <a:lnTo>
                    <a:pt x="891641" y="86436"/>
                  </a:lnTo>
                  <a:lnTo>
                    <a:pt x="902703" y="86436"/>
                  </a:lnTo>
                  <a:lnTo>
                    <a:pt x="902703" y="65646"/>
                  </a:lnTo>
                  <a:lnTo>
                    <a:pt x="906386" y="70091"/>
                  </a:lnTo>
                  <a:lnTo>
                    <a:pt x="912101" y="72301"/>
                  </a:lnTo>
                  <a:lnTo>
                    <a:pt x="927582" y="72301"/>
                  </a:lnTo>
                  <a:lnTo>
                    <a:pt x="933843" y="70497"/>
                  </a:lnTo>
                  <a:lnTo>
                    <a:pt x="940295" y="65646"/>
                  </a:lnTo>
                  <a:lnTo>
                    <a:pt x="941400" y="64820"/>
                  </a:lnTo>
                  <a:lnTo>
                    <a:pt x="944524" y="62471"/>
                  </a:lnTo>
                  <a:lnTo>
                    <a:pt x="947470" y="56095"/>
                  </a:lnTo>
                  <a:lnTo>
                    <a:pt x="947470" y="39738"/>
                  </a:lnTo>
                  <a:close/>
                </a:path>
                <a:path w="1111884" h="86995">
                  <a:moveTo>
                    <a:pt x="1013294" y="54711"/>
                  </a:moveTo>
                  <a:lnTo>
                    <a:pt x="982332" y="43078"/>
                  </a:lnTo>
                  <a:lnTo>
                    <a:pt x="977722" y="41821"/>
                  </a:lnTo>
                  <a:lnTo>
                    <a:pt x="975144" y="39890"/>
                  </a:lnTo>
                  <a:lnTo>
                    <a:pt x="974598" y="38912"/>
                  </a:lnTo>
                  <a:lnTo>
                    <a:pt x="974598" y="36144"/>
                  </a:lnTo>
                  <a:lnTo>
                    <a:pt x="975512" y="34620"/>
                  </a:lnTo>
                  <a:lnTo>
                    <a:pt x="979576" y="31572"/>
                  </a:lnTo>
                  <a:lnTo>
                    <a:pt x="982522" y="30746"/>
                  </a:lnTo>
                  <a:lnTo>
                    <a:pt x="992098" y="30746"/>
                  </a:lnTo>
                  <a:lnTo>
                    <a:pt x="996149" y="31572"/>
                  </a:lnTo>
                  <a:lnTo>
                    <a:pt x="999464" y="34061"/>
                  </a:lnTo>
                  <a:lnTo>
                    <a:pt x="1000213" y="35458"/>
                  </a:lnTo>
                  <a:lnTo>
                    <a:pt x="1000582" y="37388"/>
                  </a:lnTo>
                  <a:lnTo>
                    <a:pt x="1011631" y="37388"/>
                  </a:lnTo>
                  <a:lnTo>
                    <a:pt x="1011631" y="34074"/>
                  </a:lnTo>
                  <a:lnTo>
                    <a:pt x="1009789" y="31013"/>
                  </a:lnTo>
                  <a:lnTo>
                    <a:pt x="1002055" y="25196"/>
                  </a:lnTo>
                  <a:lnTo>
                    <a:pt x="995603" y="23672"/>
                  </a:lnTo>
                  <a:lnTo>
                    <a:pt x="978649" y="23672"/>
                  </a:lnTo>
                  <a:lnTo>
                    <a:pt x="972388" y="25336"/>
                  </a:lnTo>
                  <a:lnTo>
                    <a:pt x="964641" y="31153"/>
                  </a:lnTo>
                  <a:lnTo>
                    <a:pt x="962990" y="34201"/>
                  </a:lnTo>
                  <a:lnTo>
                    <a:pt x="962990" y="37807"/>
                  </a:lnTo>
                  <a:lnTo>
                    <a:pt x="962990" y="40576"/>
                  </a:lnTo>
                  <a:lnTo>
                    <a:pt x="964641" y="43218"/>
                  </a:lnTo>
                  <a:lnTo>
                    <a:pt x="969797" y="47091"/>
                  </a:lnTo>
                  <a:lnTo>
                    <a:pt x="972756" y="48196"/>
                  </a:lnTo>
                  <a:lnTo>
                    <a:pt x="976807" y="49034"/>
                  </a:lnTo>
                  <a:lnTo>
                    <a:pt x="980122" y="49860"/>
                  </a:lnTo>
                  <a:lnTo>
                    <a:pt x="985100" y="50838"/>
                  </a:lnTo>
                  <a:lnTo>
                    <a:pt x="995045" y="52489"/>
                  </a:lnTo>
                  <a:lnTo>
                    <a:pt x="997445" y="53327"/>
                  </a:lnTo>
                  <a:lnTo>
                    <a:pt x="1000760" y="55816"/>
                  </a:lnTo>
                  <a:lnTo>
                    <a:pt x="1001674" y="57073"/>
                  </a:lnTo>
                  <a:lnTo>
                    <a:pt x="1001674" y="59842"/>
                  </a:lnTo>
                  <a:lnTo>
                    <a:pt x="1000937" y="61226"/>
                  </a:lnTo>
                  <a:lnTo>
                    <a:pt x="997254" y="63995"/>
                  </a:lnTo>
                  <a:lnTo>
                    <a:pt x="993025" y="64820"/>
                  </a:lnTo>
                  <a:lnTo>
                    <a:pt x="981595" y="64820"/>
                  </a:lnTo>
                  <a:lnTo>
                    <a:pt x="977722" y="63855"/>
                  </a:lnTo>
                  <a:lnTo>
                    <a:pt x="973670" y="60807"/>
                  </a:lnTo>
                  <a:lnTo>
                    <a:pt x="972756" y="59004"/>
                  </a:lnTo>
                  <a:lnTo>
                    <a:pt x="972388" y="56515"/>
                  </a:lnTo>
                  <a:lnTo>
                    <a:pt x="961326" y="56515"/>
                  </a:lnTo>
                  <a:lnTo>
                    <a:pt x="961326" y="60667"/>
                  </a:lnTo>
                  <a:lnTo>
                    <a:pt x="963168" y="64135"/>
                  </a:lnTo>
                  <a:lnTo>
                    <a:pt x="971283" y="70231"/>
                  </a:lnTo>
                  <a:lnTo>
                    <a:pt x="978090" y="71894"/>
                  </a:lnTo>
                  <a:lnTo>
                    <a:pt x="996518" y="71894"/>
                  </a:lnTo>
                  <a:lnTo>
                    <a:pt x="1003338" y="70231"/>
                  </a:lnTo>
                  <a:lnTo>
                    <a:pt x="1011453" y="64135"/>
                  </a:lnTo>
                  <a:lnTo>
                    <a:pt x="1013294" y="61087"/>
                  </a:lnTo>
                  <a:lnTo>
                    <a:pt x="1013294" y="54711"/>
                  </a:lnTo>
                  <a:close/>
                </a:path>
                <a:path w="1111884" h="86995">
                  <a:moveTo>
                    <a:pt x="1084059" y="55295"/>
                  </a:moveTo>
                  <a:lnTo>
                    <a:pt x="1071892" y="55295"/>
                  </a:lnTo>
                  <a:lnTo>
                    <a:pt x="1071816" y="57924"/>
                  </a:lnTo>
                  <a:lnTo>
                    <a:pt x="1070610" y="59994"/>
                  </a:lnTo>
                  <a:lnTo>
                    <a:pt x="1065822" y="63601"/>
                  </a:lnTo>
                  <a:lnTo>
                    <a:pt x="1062139" y="64439"/>
                  </a:lnTo>
                  <a:lnTo>
                    <a:pt x="1051814" y="64439"/>
                  </a:lnTo>
                  <a:lnTo>
                    <a:pt x="1047572" y="63182"/>
                  </a:lnTo>
                  <a:lnTo>
                    <a:pt x="1040574" y="57924"/>
                  </a:lnTo>
                  <a:lnTo>
                    <a:pt x="1038733" y="53632"/>
                  </a:lnTo>
                  <a:lnTo>
                    <a:pt x="1038733" y="47802"/>
                  </a:lnTo>
                  <a:lnTo>
                    <a:pt x="1083513" y="47802"/>
                  </a:lnTo>
                  <a:lnTo>
                    <a:pt x="1083513" y="41160"/>
                  </a:lnTo>
                  <a:lnTo>
                    <a:pt x="1083513" y="39776"/>
                  </a:lnTo>
                  <a:lnTo>
                    <a:pt x="1080922" y="33820"/>
                  </a:lnTo>
                  <a:lnTo>
                    <a:pt x="1076871" y="30759"/>
                  </a:lnTo>
                  <a:lnTo>
                    <a:pt x="1070800" y="26212"/>
                  </a:lnTo>
                  <a:lnTo>
                    <a:pt x="1070800" y="38392"/>
                  </a:lnTo>
                  <a:lnTo>
                    <a:pt x="1070800" y="41160"/>
                  </a:lnTo>
                  <a:lnTo>
                    <a:pt x="1039279" y="41160"/>
                  </a:lnTo>
                  <a:lnTo>
                    <a:pt x="1040028" y="38392"/>
                  </a:lnTo>
                  <a:lnTo>
                    <a:pt x="1041679" y="36029"/>
                  </a:lnTo>
                  <a:lnTo>
                    <a:pt x="1047203" y="31877"/>
                  </a:lnTo>
                  <a:lnTo>
                    <a:pt x="1050899" y="30759"/>
                  </a:lnTo>
                  <a:lnTo>
                    <a:pt x="1060107" y="30759"/>
                  </a:lnTo>
                  <a:lnTo>
                    <a:pt x="1063790" y="31737"/>
                  </a:lnTo>
                  <a:lnTo>
                    <a:pt x="1069314" y="35890"/>
                  </a:lnTo>
                  <a:lnTo>
                    <a:pt x="1070800" y="38392"/>
                  </a:lnTo>
                  <a:lnTo>
                    <a:pt x="1070800" y="26212"/>
                  </a:lnTo>
                  <a:lnTo>
                    <a:pt x="1070241" y="25781"/>
                  </a:lnTo>
                  <a:lnTo>
                    <a:pt x="1063612" y="23698"/>
                  </a:lnTo>
                  <a:lnTo>
                    <a:pt x="1047762" y="23698"/>
                  </a:lnTo>
                  <a:lnTo>
                    <a:pt x="1041133" y="25641"/>
                  </a:lnTo>
                  <a:lnTo>
                    <a:pt x="1029703" y="34226"/>
                  </a:lnTo>
                  <a:lnTo>
                    <a:pt x="1026566" y="40322"/>
                  </a:lnTo>
                  <a:lnTo>
                    <a:pt x="1026566" y="55295"/>
                  </a:lnTo>
                  <a:lnTo>
                    <a:pt x="1029512" y="61252"/>
                  </a:lnTo>
                  <a:lnTo>
                    <a:pt x="1040942" y="69837"/>
                  </a:lnTo>
                  <a:lnTo>
                    <a:pt x="1048131" y="71920"/>
                  </a:lnTo>
                  <a:lnTo>
                    <a:pt x="1065453" y="71920"/>
                  </a:lnTo>
                  <a:lnTo>
                    <a:pt x="1072083" y="70116"/>
                  </a:lnTo>
                  <a:lnTo>
                    <a:pt x="1079639" y="64439"/>
                  </a:lnTo>
                  <a:lnTo>
                    <a:pt x="1080185" y="64020"/>
                  </a:lnTo>
                  <a:lnTo>
                    <a:pt x="1082586" y="60274"/>
                  </a:lnTo>
                  <a:lnTo>
                    <a:pt x="1084059" y="55295"/>
                  </a:lnTo>
                  <a:close/>
                </a:path>
                <a:path w="1111884" h="86995">
                  <a:moveTo>
                    <a:pt x="1111681" y="61937"/>
                  </a:moveTo>
                  <a:lnTo>
                    <a:pt x="1098969" y="61937"/>
                  </a:lnTo>
                  <a:lnTo>
                    <a:pt x="1098969" y="71081"/>
                  </a:lnTo>
                  <a:lnTo>
                    <a:pt x="1104493" y="71081"/>
                  </a:lnTo>
                  <a:lnTo>
                    <a:pt x="1098969" y="82308"/>
                  </a:lnTo>
                  <a:lnTo>
                    <a:pt x="1104493" y="82308"/>
                  </a:lnTo>
                  <a:lnTo>
                    <a:pt x="1111681" y="71081"/>
                  </a:lnTo>
                  <a:lnTo>
                    <a:pt x="1111681" y="61937"/>
                  </a:lnTo>
                  <a:close/>
                </a:path>
                <a:path w="1111884" h="86995">
                  <a:moveTo>
                    <a:pt x="1111681" y="23698"/>
                  </a:moveTo>
                  <a:lnTo>
                    <a:pt x="1098969" y="23698"/>
                  </a:lnTo>
                  <a:lnTo>
                    <a:pt x="1098969" y="32842"/>
                  </a:lnTo>
                  <a:lnTo>
                    <a:pt x="1111681" y="32842"/>
                  </a:lnTo>
                  <a:lnTo>
                    <a:pt x="1111681" y="23698"/>
                  </a:lnTo>
                  <a:close/>
                </a:path>
              </a:pathLst>
            </a:custGeom>
            <a:solidFill>
              <a:srgbClr val="4559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72439" y="6935154"/>
              <a:ext cx="751253" cy="2194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14687" y="6658327"/>
              <a:ext cx="3417285" cy="34136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37131" y="1579412"/>
              <a:ext cx="246700" cy="2468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857803" y="2132"/>
              <a:ext cx="3201035" cy="2552700"/>
            </a:xfrm>
            <a:custGeom>
              <a:avLst/>
              <a:gdLst/>
              <a:ahLst/>
              <a:cxnLst/>
              <a:rect l="l" t="t" r="r" b="b"/>
              <a:pathLst>
                <a:path w="3201034" h="2552700">
                  <a:moveTo>
                    <a:pt x="2636494" y="1427657"/>
                  </a:moveTo>
                  <a:lnTo>
                    <a:pt x="2633713" y="1413840"/>
                  </a:lnTo>
                  <a:lnTo>
                    <a:pt x="2626118" y="1402549"/>
                  </a:lnTo>
                  <a:lnTo>
                    <a:pt x="2614841" y="1394942"/>
                  </a:lnTo>
                  <a:lnTo>
                    <a:pt x="2601010" y="1392148"/>
                  </a:lnTo>
                  <a:lnTo>
                    <a:pt x="2587193" y="1394942"/>
                  </a:lnTo>
                  <a:lnTo>
                    <a:pt x="2575915" y="1402549"/>
                  </a:lnTo>
                  <a:lnTo>
                    <a:pt x="2568321" y="1413840"/>
                  </a:lnTo>
                  <a:lnTo>
                    <a:pt x="2565539" y="1427657"/>
                  </a:lnTo>
                  <a:lnTo>
                    <a:pt x="2565539" y="1678127"/>
                  </a:lnTo>
                  <a:lnTo>
                    <a:pt x="2568321" y="1691944"/>
                  </a:lnTo>
                  <a:lnTo>
                    <a:pt x="2575915" y="1703235"/>
                  </a:lnTo>
                  <a:lnTo>
                    <a:pt x="2587193" y="1710842"/>
                  </a:lnTo>
                  <a:lnTo>
                    <a:pt x="2601010" y="1713636"/>
                  </a:lnTo>
                  <a:lnTo>
                    <a:pt x="2614841" y="1710842"/>
                  </a:lnTo>
                  <a:lnTo>
                    <a:pt x="2626118" y="1703235"/>
                  </a:lnTo>
                  <a:lnTo>
                    <a:pt x="2633713" y="1691944"/>
                  </a:lnTo>
                  <a:lnTo>
                    <a:pt x="2636494" y="1678127"/>
                  </a:lnTo>
                  <a:lnTo>
                    <a:pt x="2636494" y="1427657"/>
                  </a:lnTo>
                  <a:close/>
                </a:path>
                <a:path w="3201034" h="2552700">
                  <a:moveTo>
                    <a:pt x="3000997" y="1827974"/>
                  </a:moveTo>
                  <a:lnTo>
                    <a:pt x="2997949" y="1804885"/>
                  </a:lnTo>
                  <a:lnTo>
                    <a:pt x="2988805" y="1782838"/>
                  </a:lnTo>
                  <a:lnTo>
                    <a:pt x="2932303" y="1684921"/>
                  </a:lnTo>
                  <a:lnTo>
                    <a:pt x="2932303" y="1827047"/>
                  </a:lnTo>
                  <a:lnTo>
                    <a:pt x="2928937" y="1834680"/>
                  </a:lnTo>
                  <a:lnTo>
                    <a:pt x="2925597" y="1840509"/>
                  </a:lnTo>
                  <a:lnTo>
                    <a:pt x="2920593" y="1847215"/>
                  </a:lnTo>
                  <a:lnTo>
                    <a:pt x="2281440" y="1847215"/>
                  </a:lnTo>
                  <a:lnTo>
                    <a:pt x="2276437" y="1840509"/>
                  </a:lnTo>
                  <a:lnTo>
                    <a:pt x="2273096" y="1834680"/>
                  </a:lnTo>
                  <a:lnTo>
                    <a:pt x="2269731" y="1827047"/>
                  </a:lnTo>
                  <a:lnTo>
                    <a:pt x="2282533" y="1804885"/>
                  </a:lnTo>
                  <a:lnTo>
                    <a:pt x="2584373" y="1281760"/>
                  </a:lnTo>
                  <a:lnTo>
                    <a:pt x="2589377" y="1273060"/>
                  </a:lnTo>
                  <a:lnTo>
                    <a:pt x="2597645" y="1272133"/>
                  </a:lnTo>
                  <a:lnTo>
                    <a:pt x="2604351" y="1272133"/>
                  </a:lnTo>
                  <a:lnTo>
                    <a:pt x="2612618" y="1273060"/>
                  </a:lnTo>
                  <a:lnTo>
                    <a:pt x="2617660" y="1281760"/>
                  </a:lnTo>
                  <a:lnTo>
                    <a:pt x="2906763" y="1782800"/>
                  </a:lnTo>
                  <a:lnTo>
                    <a:pt x="2932303" y="1827047"/>
                  </a:lnTo>
                  <a:lnTo>
                    <a:pt x="2932303" y="1684921"/>
                  </a:lnTo>
                  <a:lnTo>
                    <a:pt x="2694140" y="1272133"/>
                  </a:lnTo>
                  <a:lnTo>
                    <a:pt x="2664663" y="1227239"/>
                  </a:lnTo>
                  <a:lnTo>
                    <a:pt x="2624709" y="1204163"/>
                  </a:lnTo>
                  <a:lnTo>
                    <a:pt x="2601049" y="1201077"/>
                  </a:lnTo>
                  <a:lnTo>
                    <a:pt x="2577401" y="1204163"/>
                  </a:lnTo>
                  <a:lnTo>
                    <a:pt x="2537460" y="1227239"/>
                  </a:lnTo>
                  <a:lnTo>
                    <a:pt x="2213368" y="1782800"/>
                  </a:lnTo>
                  <a:lnTo>
                    <a:pt x="2201113" y="1827974"/>
                  </a:lnTo>
                  <a:lnTo>
                    <a:pt x="2204161" y="1851025"/>
                  </a:lnTo>
                  <a:lnTo>
                    <a:pt x="2227834" y="1892071"/>
                  </a:lnTo>
                  <a:lnTo>
                    <a:pt x="2267775" y="1915147"/>
                  </a:lnTo>
                  <a:lnTo>
                    <a:pt x="2291448" y="1918233"/>
                  </a:lnTo>
                  <a:lnTo>
                    <a:pt x="2910586" y="1918233"/>
                  </a:lnTo>
                  <a:lnTo>
                    <a:pt x="2934360" y="1915109"/>
                  </a:lnTo>
                  <a:lnTo>
                    <a:pt x="2974302" y="1892020"/>
                  </a:lnTo>
                  <a:lnTo>
                    <a:pt x="2997936" y="1851050"/>
                  </a:lnTo>
                  <a:lnTo>
                    <a:pt x="2998457" y="1847215"/>
                  </a:lnTo>
                  <a:lnTo>
                    <a:pt x="3000997" y="1827974"/>
                  </a:lnTo>
                  <a:close/>
                </a:path>
                <a:path w="3201034" h="2552700">
                  <a:moveTo>
                    <a:pt x="3200438" y="1638300"/>
                  </a:moveTo>
                  <a:lnTo>
                    <a:pt x="3198228" y="1587500"/>
                  </a:lnTo>
                  <a:lnTo>
                    <a:pt x="3191726" y="1536700"/>
                  </a:lnTo>
                  <a:lnTo>
                    <a:pt x="3181121" y="1485900"/>
                  </a:lnTo>
                  <a:lnTo>
                    <a:pt x="3166580" y="1447800"/>
                  </a:lnTo>
                  <a:lnTo>
                    <a:pt x="3148317" y="1397000"/>
                  </a:lnTo>
                  <a:lnTo>
                    <a:pt x="3129470" y="1364094"/>
                  </a:lnTo>
                  <a:lnTo>
                    <a:pt x="3129470" y="1638300"/>
                  </a:lnTo>
                  <a:lnTo>
                    <a:pt x="3127311" y="1689100"/>
                  </a:lnTo>
                  <a:lnTo>
                    <a:pt x="3120948" y="1739900"/>
                  </a:lnTo>
                  <a:lnTo>
                    <a:pt x="3110560" y="1778000"/>
                  </a:lnTo>
                  <a:lnTo>
                    <a:pt x="3096361" y="1828800"/>
                  </a:lnTo>
                  <a:lnTo>
                    <a:pt x="3078518" y="1866900"/>
                  </a:lnTo>
                  <a:lnTo>
                    <a:pt x="3057220" y="1905000"/>
                  </a:lnTo>
                  <a:lnTo>
                    <a:pt x="3032671" y="1943100"/>
                  </a:lnTo>
                  <a:lnTo>
                    <a:pt x="3005036" y="1981200"/>
                  </a:lnTo>
                  <a:lnTo>
                    <a:pt x="2974530" y="2019300"/>
                  </a:lnTo>
                  <a:lnTo>
                    <a:pt x="2941320" y="2044700"/>
                  </a:lnTo>
                  <a:lnTo>
                    <a:pt x="2905595" y="2070100"/>
                  </a:lnTo>
                  <a:lnTo>
                    <a:pt x="2867545" y="2095500"/>
                  </a:lnTo>
                  <a:lnTo>
                    <a:pt x="2827375" y="2120900"/>
                  </a:lnTo>
                  <a:lnTo>
                    <a:pt x="2785249" y="2133600"/>
                  </a:lnTo>
                  <a:lnTo>
                    <a:pt x="2741371" y="2159000"/>
                  </a:lnTo>
                  <a:lnTo>
                    <a:pt x="2695918" y="2159000"/>
                  </a:lnTo>
                  <a:lnTo>
                    <a:pt x="2649080" y="2171700"/>
                  </a:lnTo>
                  <a:lnTo>
                    <a:pt x="2553030" y="2171700"/>
                  </a:lnTo>
                  <a:lnTo>
                    <a:pt x="2506192" y="2159000"/>
                  </a:lnTo>
                  <a:lnTo>
                    <a:pt x="2460739" y="2159000"/>
                  </a:lnTo>
                  <a:lnTo>
                    <a:pt x="2416848" y="2133600"/>
                  </a:lnTo>
                  <a:lnTo>
                    <a:pt x="2374722" y="2120900"/>
                  </a:lnTo>
                  <a:lnTo>
                    <a:pt x="2334552" y="2095500"/>
                  </a:lnTo>
                  <a:lnTo>
                    <a:pt x="2296503" y="2070100"/>
                  </a:lnTo>
                  <a:lnTo>
                    <a:pt x="2260777" y="2044700"/>
                  </a:lnTo>
                  <a:lnTo>
                    <a:pt x="2227554" y="2019300"/>
                  </a:lnTo>
                  <a:lnTo>
                    <a:pt x="2197049" y="1981200"/>
                  </a:lnTo>
                  <a:lnTo>
                    <a:pt x="2169414" y="1943100"/>
                  </a:lnTo>
                  <a:lnTo>
                    <a:pt x="2144852" y="1905000"/>
                  </a:lnTo>
                  <a:lnTo>
                    <a:pt x="2123554" y="1866900"/>
                  </a:lnTo>
                  <a:lnTo>
                    <a:pt x="2117610" y="1854200"/>
                  </a:lnTo>
                  <a:lnTo>
                    <a:pt x="2105710" y="1828800"/>
                  </a:lnTo>
                  <a:lnTo>
                    <a:pt x="2091512" y="1778000"/>
                  </a:lnTo>
                  <a:lnTo>
                    <a:pt x="2081123" y="1739900"/>
                  </a:lnTo>
                  <a:lnTo>
                    <a:pt x="2074760" y="1689100"/>
                  </a:lnTo>
                  <a:lnTo>
                    <a:pt x="2072601" y="1638300"/>
                  </a:lnTo>
                  <a:lnTo>
                    <a:pt x="2074760" y="1600200"/>
                  </a:lnTo>
                  <a:lnTo>
                    <a:pt x="2081123" y="1549400"/>
                  </a:lnTo>
                  <a:lnTo>
                    <a:pt x="2083727" y="1536700"/>
                  </a:lnTo>
                  <a:lnTo>
                    <a:pt x="2091512" y="1498600"/>
                  </a:lnTo>
                  <a:lnTo>
                    <a:pt x="2105710" y="1460500"/>
                  </a:lnTo>
                  <a:lnTo>
                    <a:pt x="2123554" y="1422400"/>
                  </a:lnTo>
                  <a:lnTo>
                    <a:pt x="2144852" y="1371600"/>
                  </a:lnTo>
                  <a:lnTo>
                    <a:pt x="2169414" y="1333500"/>
                  </a:lnTo>
                  <a:lnTo>
                    <a:pt x="2197049" y="1308100"/>
                  </a:lnTo>
                  <a:lnTo>
                    <a:pt x="2227554" y="1270000"/>
                  </a:lnTo>
                  <a:lnTo>
                    <a:pt x="2260777" y="1244600"/>
                  </a:lnTo>
                  <a:lnTo>
                    <a:pt x="2296503" y="1206500"/>
                  </a:lnTo>
                  <a:lnTo>
                    <a:pt x="2334552" y="1181100"/>
                  </a:lnTo>
                  <a:lnTo>
                    <a:pt x="2374722" y="1168400"/>
                  </a:lnTo>
                  <a:lnTo>
                    <a:pt x="2416848" y="1143000"/>
                  </a:lnTo>
                  <a:lnTo>
                    <a:pt x="2506192" y="1117600"/>
                  </a:lnTo>
                  <a:lnTo>
                    <a:pt x="2695918" y="1117600"/>
                  </a:lnTo>
                  <a:lnTo>
                    <a:pt x="2785249" y="1143000"/>
                  </a:lnTo>
                  <a:lnTo>
                    <a:pt x="2827375" y="1168400"/>
                  </a:lnTo>
                  <a:lnTo>
                    <a:pt x="2867545" y="1181100"/>
                  </a:lnTo>
                  <a:lnTo>
                    <a:pt x="2905595" y="1206500"/>
                  </a:lnTo>
                  <a:lnTo>
                    <a:pt x="2941320" y="1244600"/>
                  </a:lnTo>
                  <a:lnTo>
                    <a:pt x="2974530" y="1270000"/>
                  </a:lnTo>
                  <a:lnTo>
                    <a:pt x="3005036" y="1308100"/>
                  </a:lnTo>
                  <a:lnTo>
                    <a:pt x="3032671" y="1333500"/>
                  </a:lnTo>
                  <a:lnTo>
                    <a:pt x="3057220" y="1371600"/>
                  </a:lnTo>
                  <a:lnTo>
                    <a:pt x="3078518" y="1422400"/>
                  </a:lnTo>
                  <a:lnTo>
                    <a:pt x="3096361" y="1460500"/>
                  </a:lnTo>
                  <a:lnTo>
                    <a:pt x="3110560" y="1498600"/>
                  </a:lnTo>
                  <a:lnTo>
                    <a:pt x="3120948" y="1549400"/>
                  </a:lnTo>
                  <a:lnTo>
                    <a:pt x="3127311" y="1600200"/>
                  </a:lnTo>
                  <a:lnTo>
                    <a:pt x="3129470" y="1638300"/>
                  </a:lnTo>
                  <a:lnTo>
                    <a:pt x="3129470" y="1364094"/>
                  </a:lnTo>
                  <a:lnTo>
                    <a:pt x="3126498" y="1358900"/>
                  </a:lnTo>
                  <a:lnTo>
                    <a:pt x="3101314" y="1308100"/>
                  </a:lnTo>
                  <a:lnTo>
                    <a:pt x="3072968" y="1270000"/>
                  </a:lnTo>
                  <a:lnTo>
                    <a:pt x="3041612" y="1231900"/>
                  </a:lnTo>
                  <a:lnTo>
                    <a:pt x="3007449" y="1206500"/>
                  </a:lnTo>
                  <a:lnTo>
                    <a:pt x="3007385" y="1143000"/>
                  </a:lnTo>
                  <a:lnTo>
                    <a:pt x="3007385" y="114300"/>
                  </a:lnTo>
                  <a:lnTo>
                    <a:pt x="2997492" y="76200"/>
                  </a:lnTo>
                  <a:lnTo>
                    <a:pt x="2990761" y="63500"/>
                  </a:lnTo>
                  <a:lnTo>
                    <a:pt x="2970555" y="25400"/>
                  </a:lnTo>
                  <a:lnTo>
                    <a:pt x="2936417" y="3695"/>
                  </a:lnTo>
                  <a:lnTo>
                    <a:pt x="2936417" y="114300"/>
                  </a:lnTo>
                  <a:lnTo>
                    <a:pt x="2936417" y="1143000"/>
                  </a:lnTo>
                  <a:lnTo>
                    <a:pt x="2924479" y="1143000"/>
                  </a:lnTo>
                  <a:lnTo>
                    <a:pt x="2912326" y="1130300"/>
                  </a:lnTo>
                  <a:lnTo>
                    <a:pt x="2899981" y="1117600"/>
                  </a:lnTo>
                  <a:lnTo>
                    <a:pt x="2887459" y="1117600"/>
                  </a:lnTo>
                  <a:lnTo>
                    <a:pt x="2887459" y="1079500"/>
                  </a:lnTo>
                  <a:lnTo>
                    <a:pt x="2887459" y="228600"/>
                  </a:lnTo>
                  <a:lnTo>
                    <a:pt x="2878150" y="190500"/>
                  </a:lnTo>
                  <a:lnTo>
                    <a:pt x="2852813" y="152400"/>
                  </a:lnTo>
                  <a:lnTo>
                    <a:pt x="2816491" y="127850"/>
                  </a:lnTo>
                  <a:lnTo>
                    <a:pt x="2816491" y="228600"/>
                  </a:lnTo>
                  <a:lnTo>
                    <a:pt x="2816491" y="1079500"/>
                  </a:lnTo>
                  <a:lnTo>
                    <a:pt x="2765247" y="1066800"/>
                  </a:lnTo>
                  <a:lnTo>
                    <a:pt x="2657322" y="1041400"/>
                  </a:lnTo>
                  <a:lnTo>
                    <a:pt x="2551061" y="1041400"/>
                  </a:lnTo>
                  <a:lnTo>
                    <a:pt x="2454694" y="1066800"/>
                  </a:lnTo>
                  <a:lnTo>
                    <a:pt x="2408593" y="1079500"/>
                  </a:lnTo>
                  <a:lnTo>
                    <a:pt x="2364117" y="1092200"/>
                  </a:lnTo>
                  <a:lnTo>
                    <a:pt x="2321420" y="1117600"/>
                  </a:lnTo>
                  <a:lnTo>
                    <a:pt x="2280653" y="1130300"/>
                  </a:lnTo>
                  <a:lnTo>
                    <a:pt x="2242007" y="1168400"/>
                  </a:lnTo>
                  <a:lnTo>
                    <a:pt x="2205621" y="1193800"/>
                  </a:lnTo>
                  <a:lnTo>
                    <a:pt x="2171674" y="1219200"/>
                  </a:lnTo>
                  <a:lnTo>
                    <a:pt x="2140318" y="1257300"/>
                  </a:lnTo>
                  <a:lnTo>
                    <a:pt x="2111718" y="1295400"/>
                  </a:lnTo>
                  <a:lnTo>
                    <a:pt x="2086051" y="1333500"/>
                  </a:lnTo>
                  <a:lnTo>
                    <a:pt x="2063457" y="1371600"/>
                  </a:lnTo>
                  <a:lnTo>
                    <a:pt x="2044128" y="1422400"/>
                  </a:lnTo>
                  <a:lnTo>
                    <a:pt x="2039886" y="1432560"/>
                  </a:lnTo>
                  <a:lnTo>
                    <a:pt x="2039886" y="1854200"/>
                  </a:lnTo>
                  <a:lnTo>
                    <a:pt x="1789734" y="1854200"/>
                  </a:lnTo>
                  <a:lnTo>
                    <a:pt x="1789734" y="1917700"/>
                  </a:lnTo>
                  <a:lnTo>
                    <a:pt x="1789734" y="2222500"/>
                  </a:lnTo>
                  <a:lnTo>
                    <a:pt x="1217853" y="2222500"/>
                  </a:lnTo>
                  <a:lnTo>
                    <a:pt x="1217853" y="1917700"/>
                  </a:lnTo>
                  <a:lnTo>
                    <a:pt x="1789734" y="1917700"/>
                  </a:lnTo>
                  <a:lnTo>
                    <a:pt x="1789734" y="1854200"/>
                  </a:lnTo>
                  <a:lnTo>
                    <a:pt x="125603" y="1854200"/>
                  </a:lnTo>
                  <a:lnTo>
                    <a:pt x="104343" y="1841500"/>
                  </a:lnTo>
                  <a:lnTo>
                    <a:pt x="86969" y="1841500"/>
                  </a:lnTo>
                  <a:lnTo>
                    <a:pt x="75260" y="1816100"/>
                  </a:lnTo>
                  <a:lnTo>
                    <a:pt x="70967" y="1790700"/>
                  </a:lnTo>
                  <a:lnTo>
                    <a:pt x="70967" y="1536700"/>
                  </a:lnTo>
                  <a:lnTo>
                    <a:pt x="2011502" y="1536700"/>
                  </a:lnTo>
                  <a:lnTo>
                    <a:pt x="2007362" y="1562100"/>
                  </a:lnTo>
                  <a:lnTo>
                    <a:pt x="2004250" y="1587500"/>
                  </a:lnTo>
                  <a:lnTo>
                    <a:pt x="2002282" y="1612900"/>
                  </a:lnTo>
                  <a:lnTo>
                    <a:pt x="2001596" y="1638300"/>
                  </a:lnTo>
                  <a:lnTo>
                    <a:pt x="2004161" y="1701800"/>
                  </a:lnTo>
                  <a:lnTo>
                    <a:pt x="2011616" y="1752600"/>
                  </a:lnTo>
                  <a:lnTo>
                    <a:pt x="2023630" y="1803400"/>
                  </a:lnTo>
                  <a:lnTo>
                    <a:pt x="2039886" y="1854200"/>
                  </a:lnTo>
                  <a:lnTo>
                    <a:pt x="2039886" y="1432560"/>
                  </a:lnTo>
                  <a:lnTo>
                    <a:pt x="2028215" y="1460500"/>
                  </a:lnTo>
                  <a:lnTo>
                    <a:pt x="190893" y="1460500"/>
                  </a:lnTo>
                  <a:lnTo>
                    <a:pt x="190893" y="228600"/>
                  </a:lnTo>
                  <a:lnTo>
                    <a:pt x="194627" y="215900"/>
                  </a:lnTo>
                  <a:lnTo>
                    <a:pt x="204825" y="203200"/>
                  </a:lnTo>
                  <a:lnTo>
                    <a:pt x="219938" y="190500"/>
                  </a:lnTo>
                  <a:lnTo>
                    <a:pt x="2787650" y="190500"/>
                  </a:lnTo>
                  <a:lnTo>
                    <a:pt x="2802648" y="203200"/>
                  </a:lnTo>
                  <a:lnTo>
                    <a:pt x="2812783" y="215900"/>
                  </a:lnTo>
                  <a:lnTo>
                    <a:pt x="2816491" y="228600"/>
                  </a:lnTo>
                  <a:lnTo>
                    <a:pt x="2816491" y="127850"/>
                  </a:lnTo>
                  <a:lnTo>
                    <a:pt x="2815247" y="127000"/>
                  </a:lnTo>
                  <a:lnTo>
                    <a:pt x="2769298" y="114300"/>
                  </a:lnTo>
                  <a:lnTo>
                    <a:pt x="238429" y="114300"/>
                  </a:lnTo>
                  <a:lnTo>
                    <a:pt x="192341" y="127000"/>
                  </a:lnTo>
                  <a:lnTo>
                    <a:pt x="154673" y="152400"/>
                  </a:lnTo>
                  <a:lnTo>
                    <a:pt x="129247" y="190500"/>
                  </a:lnTo>
                  <a:lnTo>
                    <a:pt x="119926" y="228600"/>
                  </a:lnTo>
                  <a:lnTo>
                    <a:pt x="119926" y="1460500"/>
                  </a:lnTo>
                  <a:lnTo>
                    <a:pt x="70967" y="1460500"/>
                  </a:lnTo>
                  <a:lnTo>
                    <a:pt x="70967" y="114300"/>
                  </a:lnTo>
                  <a:lnTo>
                    <a:pt x="75260" y="101600"/>
                  </a:lnTo>
                  <a:lnTo>
                    <a:pt x="86969" y="76200"/>
                  </a:lnTo>
                  <a:lnTo>
                    <a:pt x="104343" y="63500"/>
                  </a:lnTo>
                  <a:lnTo>
                    <a:pt x="2903042" y="63500"/>
                  </a:lnTo>
                  <a:lnTo>
                    <a:pt x="2920415" y="76200"/>
                  </a:lnTo>
                  <a:lnTo>
                    <a:pt x="2932125" y="101600"/>
                  </a:lnTo>
                  <a:lnTo>
                    <a:pt x="2936417" y="114300"/>
                  </a:lnTo>
                  <a:lnTo>
                    <a:pt x="2936417" y="3695"/>
                  </a:lnTo>
                  <a:lnTo>
                    <a:pt x="2930626" y="0"/>
                  </a:lnTo>
                  <a:lnTo>
                    <a:pt x="76758" y="0"/>
                  </a:lnTo>
                  <a:lnTo>
                    <a:pt x="36830" y="25400"/>
                  </a:lnTo>
                  <a:lnTo>
                    <a:pt x="9880" y="76200"/>
                  </a:lnTo>
                  <a:lnTo>
                    <a:pt x="0" y="114300"/>
                  </a:lnTo>
                  <a:lnTo>
                    <a:pt x="0" y="1790700"/>
                  </a:lnTo>
                  <a:lnTo>
                    <a:pt x="9880" y="1841500"/>
                  </a:lnTo>
                  <a:lnTo>
                    <a:pt x="36830" y="1879600"/>
                  </a:lnTo>
                  <a:lnTo>
                    <a:pt x="76758" y="1917700"/>
                  </a:lnTo>
                  <a:lnTo>
                    <a:pt x="1146860" y="1917700"/>
                  </a:lnTo>
                  <a:lnTo>
                    <a:pt x="1146860" y="2222500"/>
                  </a:lnTo>
                  <a:lnTo>
                    <a:pt x="1130998" y="2222500"/>
                  </a:lnTo>
                  <a:lnTo>
                    <a:pt x="1087462" y="2235200"/>
                  </a:lnTo>
                  <a:lnTo>
                    <a:pt x="1048321" y="2247900"/>
                  </a:lnTo>
                  <a:lnTo>
                    <a:pt x="1015136" y="2273300"/>
                  </a:lnTo>
                  <a:lnTo>
                    <a:pt x="989482" y="2311400"/>
                  </a:lnTo>
                  <a:lnTo>
                    <a:pt x="972934" y="2349500"/>
                  </a:lnTo>
                  <a:lnTo>
                    <a:pt x="967079" y="2387600"/>
                  </a:lnTo>
                  <a:lnTo>
                    <a:pt x="972934" y="2438400"/>
                  </a:lnTo>
                  <a:lnTo>
                    <a:pt x="989482" y="2476500"/>
                  </a:lnTo>
                  <a:lnTo>
                    <a:pt x="1015136" y="2501900"/>
                  </a:lnTo>
                  <a:lnTo>
                    <a:pt x="1048321" y="2527300"/>
                  </a:lnTo>
                  <a:lnTo>
                    <a:pt x="1087462" y="2552700"/>
                  </a:lnTo>
                  <a:lnTo>
                    <a:pt x="1920113" y="2552700"/>
                  </a:lnTo>
                  <a:lnTo>
                    <a:pt x="1959254" y="2527300"/>
                  </a:lnTo>
                  <a:lnTo>
                    <a:pt x="1992426" y="2501900"/>
                  </a:lnTo>
                  <a:lnTo>
                    <a:pt x="2005253" y="2489200"/>
                  </a:lnTo>
                  <a:lnTo>
                    <a:pt x="2018080" y="2476500"/>
                  </a:lnTo>
                  <a:lnTo>
                    <a:pt x="2034616" y="2438400"/>
                  </a:lnTo>
                  <a:lnTo>
                    <a:pt x="2040483" y="2387600"/>
                  </a:lnTo>
                  <a:lnTo>
                    <a:pt x="2034616" y="2349500"/>
                  </a:lnTo>
                  <a:lnTo>
                    <a:pt x="2018080" y="2311400"/>
                  </a:lnTo>
                  <a:lnTo>
                    <a:pt x="2009533" y="2298700"/>
                  </a:lnTo>
                  <a:lnTo>
                    <a:pt x="1992426" y="2273300"/>
                  </a:lnTo>
                  <a:lnTo>
                    <a:pt x="1969528" y="2255774"/>
                  </a:lnTo>
                  <a:lnTo>
                    <a:pt x="1969528" y="2387600"/>
                  </a:lnTo>
                  <a:lnTo>
                    <a:pt x="1962213" y="2425700"/>
                  </a:lnTo>
                  <a:lnTo>
                    <a:pt x="1942274" y="2451100"/>
                  </a:lnTo>
                  <a:lnTo>
                    <a:pt x="1912734" y="2476500"/>
                  </a:lnTo>
                  <a:lnTo>
                    <a:pt x="1876602" y="2489200"/>
                  </a:lnTo>
                  <a:lnTo>
                    <a:pt x="1130998" y="2489200"/>
                  </a:lnTo>
                  <a:lnTo>
                    <a:pt x="1094854" y="2476500"/>
                  </a:lnTo>
                  <a:lnTo>
                    <a:pt x="1065301" y="2451100"/>
                  </a:lnTo>
                  <a:lnTo>
                    <a:pt x="1045362" y="2425700"/>
                  </a:lnTo>
                  <a:lnTo>
                    <a:pt x="1038034" y="2387600"/>
                  </a:lnTo>
                  <a:lnTo>
                    <a:pt x="1045362" y="2349500"/>
                  </a:lnTo>
                  <a:lnTo>
                    <a:pt x="1065301" y="2324100"/>
                  </a:lnTo>
                  <a:lnTo>
                    <a:pt x="1094854" y="2311400"/>
                  </a:lnTo>
                  <a:lnTo>
                    <a:pt x="1130998" y="2298700"/>
                  </a:lnTo>
                  <a:lnTo>
                    <a:pt x="1876602" y="2298700"/>
                  </a:lnTo>
                  <a:lnTo>
                    <a:pt x="1912734" y="2311400"/>
                  </a:lnTo>
                  <a:lnTo>
                    <a:pt x="1942274" y="2324100"/>
                  </a:lnTo>
                  <a:lnTo>
                    <a:pt x="1962213" y="2349500"/>
                  </a:lnTo>
                  <a:lnTo>
                    <a:pt x="1969528" y="2387600"/>
                  </a:lnTo>
                  <a:lnTo>
                    <a:pt x="1969528" y="2255774"/>
                  </a:lnTo>
                  <a:lnTo>
                    <a:pt x="1959254" y="2247900"/>
                  </a:lnTo>
                  <a:lnTo>
                    <a:pt x="1920113" y="2235200"/>
                  </a:lnTo>
                  <a:lnTo>
                    <a:pt x="1876602" y="2222500"/>
                  </a:lnTo>
                  <a:lnTo>
                    <a:pt x="1860702" y="2222500"/>
                  </a:lnTo>
                  <a:lnTo>
                    <a:pt x="1860702" y="1917700"/>
                  </a:lnTo>
                  <a:lnTo>
                    <a:pt x="2071357" y="1917700"/>
                  </a:lnTo>
                  <a:lnTo>
                    <a:pt x="2096312" y="1968500"/>
                  </a:lnTo>
                  <a:lnTo>
                    <a:pt x="2124595" y="2006600"/>
                  </a:lnTo>
                  <a:lnTo>
                    <a:pt x="2156002" y="2044700"/>
                  </a:lnTo>
                  <a:lnTo>
                    <a:pt x="2190369" y="2082800"/>
                  </a:lnTo>
                  <a:lnTo>
                    <a:pt x="2227478" y="2108200"/>
                  </a:lnTo>
                  <a:lnTo>
                    <a:pt x="2267153" y="2146300"/>
                  </a:lnTo>
                  <a:lnTo>
                    <a:pt x="2309215" y="2171700"/>
                  </a:lnTo>
                  <a:lnTo>
                    <a:pt x="2353475" y="2184400"/>
                  </a:lnTo>
                  <a:lnTo>
                    <a:pt x="2399728" y="2209800"/>
                  </a:lnTo>
                  <a:lnTo>
                    <a:pt x="2497518" y="2235200"/>
                  </a:lnTo>
                  <a:lnTo>
                    <a:pt x="2548661" y="2235200"/>
                  </a:lnTo>
                  <a:lnTo>
                    <a:pt x="2601049" y="2247900"/>
                  </a:lnTo>
                  <a:lnTo>
                    <a:pt x="2647823" y="2235200"/>
                  </a:lnTo>
                  <a:lnTo>
                    <a:pt x="2693619" y="2235200"/>
                  </a:lnTo>
                  <a:lnTo>
                    <a:pt x="2738310" y="2222500"/>
                  </a:lnTo>
                  <a:lnTo>
                    <a:pt x="2823832" y="2197100"/>
                  </a:lnTo>
                  <a:lnTo>
                    <a:pt x="2864396" y="2184400"/>
                  </a:lnTo>
                  <a:lnTo>
                    <a:pt x="2903321" y="2159000"/>
                  </a:lnTo>
                  <a:lnTo>
                    <a:pt x="2940469" y="2133600"/>
                  </a:lnTo>
                  <a:lnTo>
                    <a:pt x="2975699" y="2108200"/>
                  </a:lnTo>
                  <a:lnTo>
                    <a:pt x="3008884" y="2082800"/>
                  </a:lnTo>
                  <a:lnTo>
                    <a:pt x="3039897" y="2044700"/>
                  </a:lnTo>
                  <a:lnTo>
                    <a:pt x="3068586" y="2019300"/>
                  </a:lnTo>
                  <a:lnTo>
                    <a:pt x="3094825" y="1981200"/>
                  </a:lnTo>
                  <a:lnTo>
                    <a:pt x="3118472" y="1943100"/>
                  </a:lnTo>
                  <a:lnTo>
                    <a:pt x="3139414" y="1905000"/>
                  </a:lnTo>
                  <a:lnTo>
                    <a:pt x="3157499" y="1866900"/>
                  </a:lnTo>
                  <a:lnTo>
                    <a:pt x="3172599" y="1828800"/>
                  </a:lnTo>
                  <a:lnTo>
                    <a:pt x="3184575" y="1778000"/>
                  </a:lnTo>
                  <a:lnTo>
                    <a:pt x="3193300" y="1739900"/>
                  </a:lnTo>
                  <a:lnTo>
                    <a:pt x="3198634" y="1689100"/>
                  </a:lnTo>
                  <a:lnTo>
                    <a:pt x="3200438" y="1638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23345" y="1729326"/>
              <a:ext cx="70962" cy="7101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310777" y="581082"/>
              <a:ext cx="561975" cy="506095"/>
            </a:xfrm>
            <a:custGeom>
              <a:avLst/>
              <a:gdLst/>
              <a:ahLst/>
              <a:cxnLst/>
              <a:rect l="l" t="t" r="r" b="b"/>
              <a:pathLst>
                <a:path w="561975" h="506094">
                  <a:moveTo>
                    <a:pt x="489093" y="505947"/>
                  </a:moveTo>
                  <a:lnTo>
                    <a:pt x="72366" y="505947"/>
                  </a:lnTo>
                  <a:lnTo>
                    <a:pt x="53404" y="503478"/>
                  </a:lnTo>
                  <a:lnTo>
                    <a:pt x="9706" y="469729"/>
                  </a:lnTo>
                  <a:lnTo>
                    <a:pt x="0" y="432908"/>
                  </a:lnTo>
                  <a:lnTo>
                    <a:pt x="2368" y="415043"/>
                  </a:lnTo>
                  <a:lnTo>
                    <a:pt x="218087" y="36182"/>
                  </a:lnTo>
                  <a:lnTo>
                    <a:pt x="261745" y="2467"/>
                  </a:lnTo>
                  <a:lnTo>
                    <a:pt x="280746" y="0"/>
                  </a:lnTo>
                  <a:lnTo>
                    <a:pt x="299737" y="2467"/>
                  </a:lnTo>
                  <a:lnTo>
                    <a:pt x="343371" y="36182"/>
                  </a:lnTo>
                  <a:lnTo>
                    <a:pt x="363877" y="71725"/>
                  </a:lnTo>
                  <a:lnTo>
                    <a:pt x="279540" y="71725"/>
                  </a:lnTo>
                  <a:lnTo>
                    <a:pt x="71159" y="432908"/>
                  </a:lnTo>
                  <a:lnTo>
                    <a:pt x="561361" y="434932"/>
                  </a:lnTo>
                  <a:lnTo>
                    <a:pt x="559094" y="452056"/>
                  </a:lnTo>
                  <a:lnTo>
                    <a:pt x="551751" y="469729"/>
                  </a:lnTo>
                  <a:lnTo>
                    <a:pt x="540115" y="484960"/>
                  </a:lnTo>
                  <a:lnTo>
                    <a:pt x="525318" y="496346"/>
                  </a:lnTo>
                  <a:lnTo>
                    <a:pt x="508073" y="503478"/>
                  </a:lnTo>
                  <a:lnTo>
                    <a:pt x="489093" y="505947"/>
                  </a:lnTo>
                  <a:close/>
                </a:path>
                <a:path w="561975" h="506094">
                  <a:moveTo>
                    <a:pt x="561361" y="434932"/>
                  </a:moveTo>
                  <a:lnTo>
                    <a:pt x="489056" y="434932"/>
                  </a:lnTo>
                  <a:lnTo>
                    <a:pt x="281846" y="71725"/>
                  </a:lnTo>
                  <a:lnTo>
                    <a:pt x="363877" y="71725"/>
                  </a:lnTo>
                  <a:lnTo>
                    <a:pt x="551751" y="397365"/>
                  </a:lnTo>
                  <a:lnTo>
                    <a:pt x="559098" y="415058"/>
                  </a:lnTo>
                  <a:lnTo>
                    <a:pt x="561542" y="433560"/>
                  </a:lnTo>
                  <a:lnTo>
                    <a:pt x="561361" y="434932"/>
                  </a:lnTo>
                  <a:close/>
                </a:path>
                <a:path w="561975" h="506094">
                  <a:moveTo>
                    <a:pt x="489092" y="505947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56043" y="726415"/>
              <a:ext cx="70962" cy="2797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161562" y="393889"/>
              <a:ext cx="1613535" cy="880744"/>
            </a:xfrm>
            <a:custGeom>
              <a:avLst/>
              <a:gdLst/>
              <a:ahLst/>
              <a:cxnLst/>
              <a:rect l="l" t="t" r="r" b="b"/>
              <a:pathLst>
                <a:path w="1613534" h="880744">
                  <a:moveTo>
                    <a:pt x="1151826" y="442315"/>
                  </a:moveTo>
                  <a:lnTo>
                    <a:pt x="1149032" y="428498"/>
                  </a:lnTo>
                  <a:lnTo>
                    <a:pt x="1141437" y="417220"/>
                  </a:lnTo>
                  <a:lnTo>
                    <a:pt x="1130160" y="409600"/>
                  </a:lnTo>
                  <a:lnTo>
                    <a:pt x="1116342" y="406819"/>
                  </a:lnTo>
                  <a:lnTo>
                    <a:pt x="806665" y="406819"/>
                  </a:lnTo>
                  <a:lnTo>
                    <a:pt x="792835" y="409600"/>
                  </a:lnTo>
                  <a:lnTo>
                    <a:pt x="781558" y="417220"/>
                  </a:lnTo>
                  <a:lnTo>
                    <a:pt x="773963" y="428498"/>
                  </a:lnTo>
                  <a:lnTo>
                    <a:pt x="771182" y="442315"/>
                  </a:lnTo>
                  <a:lnTo>
                    <a:pt x="773963" y="456133"/>
                  </a:lnTo>
                  <a:lnTo>
                    <a:pt x="781558" y="467423"/>
                  </a:lnTo>
                  <a:lnTo>
                    <a:pt x="792835" y="475030"/>
                  </a:lnTo>
                  <a:lnTo>
                    <a:pt x="806665" y="477824"/>
                  </a:lnTo>
                  <a:lnTo>
                    <a:pt x="1116342" y="477824"/>
                  </a:lnTo>
                  <a:lnTo>
                    <a:pt x="1130160" y="475030"/>
                  </a:lnTo>
                  <a:lnTo>
                    <a:pt x="1141437" y="467423"/>
                  </a:lnTo>
                  <a:lnTo>
                    <a:pt x="1149032" y="456133"/>
                  </a:lnTo>
                  <a:lnTo>
                    <a:pt x="1151826" y="442315"/>
                  </a:lnTo>
                  <a:close/>
                </a:path>
                <a:path w="1613534" h="880744">
                  <a:moveTo>
                    <a:pt x="1226540" y="332536"/>
                  </a:moveTo>
                  <a:lnTo>
                    <a:pt x="1223759" y="318719"/>
                  </a:lnTo>
                  <a:lnTo>
                    <a:pt x="1216164" y="307428"/>
                  </a:lnTo>
                  <a:lnTo>
                    <a:pt x="1204887" y="299821"/>
                  </a:lnTo>
                  <a:lnTo>
                    <a:pt x="1191056" y="297027"/>
                  </a:lnTo>
                  <a:lnTo>
                    <a:pt x="806665" y="297027"/>
                  </a:lnTo>
                  <a:lnTo>
                    <a:pt x="792835" y="299821"/>
                  </a:lnTo>
                  <a:lnTo>
                    <a:pt x="781558" y="307428"/>
                  </a:lnTo>
                  <a:lnTo>
                    <a:pt x="773963" y="318719"/>
                  </a:lnTo>
                  <a:lnTo>
                    <a:pt x="771182" y="332536"/>
                  </a:lnTo>
                  <a:lnTo>
                    <a:pt x="773963" y="346341"/>
                  </a:lnTo>
                  <a:lnTo>
                    <a:pt x="781558" y="357632"/>
                  </a:lnTo>
                  <a:lnTo>
                    <a:pt x="792835" y="365252"/>
                  </a:lnTo>
                  <a:lnTo>
                    <a:pt x="806665" y="368033"/>
                  </a:lnTo>
                  <a:lnTo>
                    <a:pt x="1191056" y="368033"/>
                  </a:lnTo>
                  <a:lnTo>
                    <a:pt x="1204887" y="365252"/>
                  </a:lnTo>
                  <a:lnTo>
                    <a:pt x="1216164" y="357632"/>
                  </a:lnTo>
                  <a:lnTo>
                    <a:pt x="1223759" y="346341"/>
                  </a:lnTo>
                  <a:lnTo>
                    <a:pt x="1226540" y="332536"/>
                  </a:lnTo>
                  <a:close/>
                </a:path>
                <a:path w="1613534" h="880744">
                  <a:moveTo>
                    <a:pt x="1376057" y="222745"/>
                  </a:moveTo>
                  <a:lnTo>
                    <a:pt x="1373276" y="208927"/>
                  </a:lnTo>
                  <a:lnTo>
                    <a:pt x="1365681" y="197637"/>
                  </a:lnTo>
                  <a:lnTo>
                    <a:pt x="1354404" y="190030"/>
                  </a:lnTo>
                  <a:lnTo>
                    <a:pt x="1340573" y="187236"/>
                  </a:lnTo>
                  <a:lnTo>
                    <a:pt x="806665" y="187236"/>
                  </a:lnTo>
                  <a:lnTo>
                    <a:pt x="792835" y="190030"/>
                  </a:lnTo>
                  <a:lnTo>
                    <a:pt x="781558" y="197637"/>
                  </a:lnTo>
                  <a:lnTo>
                    <a:pt x="773963" y="208927"/>
                  </a:lnTo>
                  <a:lnTo>
                    <a:pt x="771182" y="222745"/>
                  </a:lnTo>
                  <a:lnTo>
                    <a:pt x="773963" y="236562"/>
                  </a:lnTo>
                  <a:lnTo>
                    <a:pt x="781558" y="247840"/>
                  </a:lnTo>
                  <a:lnTo>
                    <a:pt x="792835" y="255460"/>
                  </a:lnTo>
                  <a:lnTo>
                    <a:pt x="806665" y="258254"/>
                  </a:lnTo>
                  <a:lnTo>
                    <a:pt x="1340573" y="258254"/>
                  </a:lnTo>
                  <a:lnTo>
                    <a:pt x="1354404" y="255460"/>
                  </a:lnTo>
                  <a:lnTo>
                    <a:pt x="1365681" y="247840"/>
                  </a:lnTo>
                  <a:lnTo>
                    <a:pt x="1373276" y="236562"/>
                  </a:lnTo>
                  <a:lnTo>
                    <a:pt x="1376057" y="222745"/>
                  </a:lnTo>
                  <a:close/>
                </a:path>
                <a:path w="1613534" h="880744">
                  <a:moveTo>
                    <a:pt x="1503159" y="582752"/>
                  </a:moveTo>
                  <a:lnTo>
                    <a:pt x="1500365" y="568934"/>
                  </a:lnTo>
                  <a:lnTo>
                    <a:pt x="1492770" y="557644"/>
                  </a:lnTo>
                  <a:lnTo>
                    <a:pt x="1481493" y="550037"/>
                  </a:lnTo>
                  <a:lnTo>
                    <a:pt x="1467675" y="547243"/>
                  </a:lnTo>
                  <a:lnTo>
                    <a:pt x="1432191" y="547243"/>
                  </a:lnTo>
                  <a:lnTo>
                    <a:pt x="1432191" y="618261"/>
                  </a:lnTo>
                  <a:lnTo>
                    <a:pt x="1432191" y="699071"/>
                  </a:lnTo>
                  <a:lnTo>
                    <a:pt x="1083868" y="699071"/>
                  </a:lnTo>
                  <a:lnTo>
                    <a:pt x="1083868" y="618261"/>
                  </a:lnTo>
                  <a:lnTo>
                    <a:pt x="1432191" y="618261"/>
                  </a:lnTo>
                  <a:lnTo>
                    <a:pt x="1432191" y="547243"/>
                  </a:lnTo>
                  <a:lnTo>
                    <a:pt x="1048397" y="547243"/>
                  </a:lnTo>
                  <a:lnTo>
                    <a:pt x="1034567" y="550037"/>
                  </a:lnTo>
                  <a:lnTo>
                    <a:pt x="1023289" y="557644"/>
                  </a:lnTo>
                  <a:lnTo>
                    <a:pt x="1015695" y="568934"/>
                  </a:lnTo>
                  <a:lnTo>
                    <a:pt x="1012913" y="582752"/>
                  </a:lnTo>
                  <a:lnTo>
                    <a:pt x="1012913" y="734580"/>
                  </a:lnTo>
                  <a:lnTo>
                    <a:pt x="1015695" y="748398"/>
                  </a:lnTo>
                  <a:lnTo>
                    <a:pt x="1023289" y="759688"/>
                  </a:lnTo>
                  <a:lnTo>
                    <a:pt x="1034567" y="767295"/>
                  </a:lnTo>
                  <a:lnTo>
                    <a:pt x="1048397" y="770089"/>
                  </a:lnTo>
                  <a:lnTo>
                    <a:pt x="1467675" y="770089"/>
                  </a:lnTo>
                  <a:lnTo>
                    <a:pt x="1481493" y="767295"/>
                  </a:lnTo>
                  <a:lnTo>
                    <a:pt x="1492770" y="759688"/>
                  </a:lnTo>
                  <a:lnTo>
                    <a:pt x="1500365" y="748398"/>
                  </a:lnTo>
                  <a:lnTo>
                    <a:pt x="1503159" y="734580"/>
                  </a:lnTo>
                  <a:lnTo>
                    <a:pt x="1503159" y="699071"/>
                  </a:lnTo>
                  <a:lnTo>
                    <a:pt x="1503159" y="618261"/>
                  </a:lnTo>
                  <a:lnTo>
                    <a:pt x="1503159" y="582752"/>
                  </a:lnTo>
                  <a:close/>
                </a:path>
                <a:path w="1613534" h="880744">
                  <a:moveTo>
                    <a:pt x="1613319" y="84048"/>
                  </a:moveTo>
                  <a:lnTo>
                    <a:pt x="1588706" y="24650"/>
                  </a:lnTo>
                  <a:lnTo>
                    <a:pt x="1542364" y="2641"/>
                  </a:lnTo>
                  <a:lnTo>
                    <a:pt x="1542364" y="76873"/>
                  </a:lnTo>
                  <a:lnTo>
                    <a:pt x="1542326" y="803541"/>
                  </a:lnTo>
                  <a:lnTo>
                    <a:pt x="1536509" y="809358"/>
                  </a:lnTo>
                  <a:lnTo>
                    <a:pt x="76771" y="809358"/>
                  </a:lnTo>
                  <a:lnTo>
                    <a:pt x="70954" y="803541"/>
                  </a:lnTo>
                  <a:lnTo>
                    <a:pt x="70954" y="76873"/>
                  </a:lnTo>
                  <a:lnTo>
                    <a:pt x="76771" y="71018"/>
                  </a:lnTo>
                  <a:lnTo>
                    <a:pt x="1536509" y="71018"/>
                  </a:lnTo>
                  <a:lnTo>
                    <a:pt x="1542364" y="76873"/>
                  </a:lnTo>
                  <a:lnTo>
                    <a:pt x="1542364" y="2641"/>
                  </a:lnTo>
                  <a:lnTo>
                    <a:pt x="1529334" y="0"/>
                  </a:lnTo>
                  <a:lnTo>
                    <a:pt x="83947" y="0"/>
                  </a:lnTo>
                  <a:lnTo>
                    <a:pt x="51308" y="6616"/>
                  </a:lnTo>
                  <a:lnTo>
                    <a:pt x="24625" y="24650"/>
                  </a:lnTo>
                  <a:lnTo>
                    <a:pt x="6604" y="51371"/>
                  </a:lnTo>
                  <a:lnTo>
                    <a:pt x="0" y="84048"/>
                  </a:lnTo>
                  <a:lnTo>
                    <a:pt x="0" y="796328"/>
                  </a:lnTo>
                  <a:lnTo>
                    <a:pt x="6604" y="829005"/>
                  </a:lnTo>
                  <a:lnTo>
                    <a:pt x="24612" y="855726"/>
                  </a:lnTo>
                  <a:lnTo>
                    <a:pt x="51295" y="873760"/>
                  </a:lnTo>
                  <a:lnTo>
                    <a:pt x="83947" y="880376"/>
                  </a:lnTo>
                  <a:lnTo>
                    <a:pt x="1529334" y="880376"/>
                  </a:lnTo>
                  <a:lnTo>
                    <a:pt x="1588693" y="855726"/>
                  </a:lnTo>
                  <a:lnTo>
                    <a:pt x="1610690" y="809358"/>
                  </a:lnTo>
                  <a:lnTo>
                    <a:pt x="1613319" y="796328"/>
                  </a:lnTo>
                  <a:lnTo>
                    <a:pt x="1613319" y="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8534" y="416021"/>
            <a:ext cx="9388113" cy="8110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25"/>
              </a:spcBef>
            </a:pPr>
            <a:r>
              <a:rPr sz="6650" spc="95" dirty="0">
                <a:solidFill>
                  <a:srgbClr val="181818"/>
                </a:solidFill>
                <a:latin typeface="Lucida Sans Unicode"/>
                <a:cs typeface="Lucida Sans Unicode"/>
              </a:rPr>
              <a:t>Задачи</a:t>
            </a:r>
            <a:endParaRPr sz="66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300" dirty="0">
              <a:latin typeface="Lucida Sans Unicode"/>
              <a:cs typeface="Lucida Sans Unicode"/>
            </a:endParaRPr>
          </a:p>
          <a:p>
            <a:pPr marL="750570" marR="5080" indent="-738505">
              <a:lnSpc>
                <a:spcPts val="7950"/>
              </a:lnSpc>
              <a:buFont typeface="Times New Roman"/>
              <a:buAutoNum type="arabicPeriod"/>
              <a:tabLst>
                <a:tab pos="751205" algn="l"/>
              </a:tabLst>
            </a:pPr>
            <a:r>
              <a:rPr sz="6650" spc="-10" dirty="0">
                <a:solidFill>
                  <a:srgbClr val="181818"/>
                </a:solidFill>
                <a:latin typeface="Lucida Sans Unicode"/>
                <a:cs typeface="Lucida Sans Unicode"/>
              </a:rPr>
              <a:t>Анализ</a:t>
            </a:r>
            <a:r>
              <a:rPr sz="6650" spc="-509" dirty="0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sz="6650" spc="-40" dirty="0">
                <a:solidFill>
                  <a:srgbClr val="181818"/>
                </a:solidFill>
                <a:latin typeface="Lucida Sans Unicode"/>
                <a:cs typeface="Lucida Sans Unicode"/>
              </a:rPr>
              <a:t>предметной </a:t>
            </a:r>
            <a:r>
              <a:rPr sz="6650" spc="-2090" dirty="0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sz="6650" spc="-80" dirty="0">
                <a:solidFill>
                  <a:srgbClr val="181818"/>
                </a:solidFill>
                <a:latin typeface="Lucida Sans Unicode"/>
                <a:cs typeface="Lucida Sans Unicode"/>
              </a:rPr>
              <a:t>области</a:t>
            </a:r>
            <a:r>
              <a:rPr sz="6650" i="1" spc="-80" dirty="0">
                <a:solidFill>
                  <a:srgbClr val="181818"/>
                </a:solidFill>
                <a:latin typeface="Times New Roman"/>
                <a:cs typeface="Times New Roman"/>
              </a:rPr>
              <a:t>;</a:t>
            </a:r>
            <a:endParaRPr sz="6650" dirty="0">
              <a:latin typeface="Times New Roman"/>
              <a:cs typeface="Times New Roman"/>
            </a:endParaRPr>
          </a:p>
          <a:p>
            <a:pPr marL="750570" marR="1266825" indent="-738505">
              <a:lnSpc>
                <a:spcPts val="7950"/>
              </a:lnSpc>
              <a:buFont typeface="Times New Roman"/>
              <a:buAutoNum type="arabicPeriod"/>
              <a:tabLst>
                <a:tab pos="751205" algn="l"/>
              </a:tabLst>
            </a:pPr>
            <a:r>
              <a:rPr sz="6650" spc="25" dirty="0">
                <a:solidFill>
                  <a:srgbClr val="181818"/>
                </a:solidFill>
                <a:latin typeface="Lucida Sans Unicode"/>
                <a:cs typeface="Lucida Sans Unicode"/>
              </a:rPr>
              <a:t>Проектирование </a:t>
            </a:r>
            <a:r>
              <a:rPr sz="6650" spc="-2090" dirty="0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sz="6650" spc="-30" dirty="0">
                <a:solidFill>
                  <a:srgbClr val="181818"/>
                </a:solidFill>
                <a:latin typeface="Lucida Sans Unicode"/>
                <a:cs typeface="Lucida Sans Unicode"/>
              </a:rPr>
              <a:t>программы</a:t>
            </a:r>
            <a:r>
              <a:rPr sz="6650" i="1" spc="-30" dirty="0">
                <a:solidFill>
                  <a:srgbClr val="181818"/>
                </a:solidFill>
                <a:latin typeface="Times New Roman"/>
                <a:cs typeface="Times New Roman"/>
              </a:rPr>
              <a:t>;</a:t>
            </a:r>
            <a:endParaRPr sz="6650" dirty="0">
              <a:latin typeface="Times New Roman"/>
              <a:cs typeface="Times New Roman"/>
            </a:endParaRPr>
          </a:p>
          <a:p>
            <a:pPr marL="750570" marR="2490470" indent="-738505">
              <a:lnSpc>
                <a:spcPts val="7950"/>
              </a:lnSpc>
              <a:buFont typeface="Times New Roman"/>
              <a:buAutoNum type="arabicPeriod"/>
              <a:tabLst>
                <a:tab pos="751205" algn="l"/>
              </a:tabLst>
            </a:pPr>
            <a:r>
              <a:rPr sz="6650" spc="-500" dirty="0">
                <a:solidFill>
                  <a:srgbClr val="181818"/>
                </a:solidFill>
                <a:latin typeface="Lucida Sans Unicode"/>
                <a:cs typeface="Lucida Sans Unicode"/>
              </a:rPr>
              <a:t>Т</a:t>
            </a:r>
            <a:r>
              <a:rPr sz="6650" spc="50" dirty="0">
                <a:solidFill>
                  <a:srgbClr val="181818"/>
                </a:solidFill>
                <a:latin typeface="Lucida Sans Unicode"/>
                <a:cs typeface="Lucida Sans Unicode"/>
              </a:rPr>
              <a:t>е</a:t>
            </a:r>
            <a:r>
              <a:rPr sz="6650" spc="-210" dirty="0">
                <a:solidFill>
                  <a:srgbClr val="181818"/>
                </a:solidFill>
                <a:latin typeface="Lucida Sans Unicode"/>
                <a:cs typeface="Lucida Sans Unicode"/>
              </a:rPr>
              <a:t>с</a:t>
            </a:r>
            <a:r>
              <a:rPr sz="6650" spc="-114" dirty="0">
                <a:solidFill>
                  <a:srgbClr val="181818"/>
                </a:solidFill>
                <a:latin typeface="Lucida Sans Unicode"/>
                <a:cs typeface="Lucida Sans Unicode"/>
              </a:rPr>
              <a:t>т</a:t>
            </a:r>
            <a:r>
              <a:rPr sz="6650" spc="120" dirty="0">
                <a:solidFill>
                  <a:srgbClr val="181818"/>
                </a:solidFill>
                <a:latin typeface="Lucida Sans Unicode"/>
                <a:cs typeface="Lucida Sans Unicode"/>
              </a:rPr>
              <a:t>и</a:t>
            </a:r>
            <a:r>
              <a:rPr sz="6650" spc="-90" dirty="0">
                <a:solidFill>
                  <a:srgbClr val="181818"/>
                </a:solidFill>
                <a:latin typeface="Lucida Sans Unicode"/>
                <a:cs typeface="Lucida Sans Unicode"/>
              </a:rPr>
              <a:t>р</a:t>
            </a:r>
            <a:r>
              <a:rPr sz="6650" spc="-55" dirty="0">
                <a:solidFill>
                  <a:srgbClr val="181818"/>
                </a:solidFill>
                <a:latin typeface="Lucida Sans Unicode"/>
                <a:cs typeface="Lucida Sans Unicode"/>
              </a:rPr>
              <a:t>о</a:t>
            </a:r>
            <a:r>
              <a:rPr sz="6650" spc="345" dirty="0">
                <a:solidFill>
                  <a:srgbClr val="181818"/>
                </a:solidFill>
                <a:latin typeface="Lucida Sans Unicode"/>
                <a:cs typeface="Lucida Sans Unicode"/>
              </a:rPr>
              <a:t>в</a:t>
            </a:r>
            <a:r>
              <a:rPr sz="6650" spc="65" dirty="0">
                <a:solidFill>
                  <a:srgbClr val="181818"/>
                </a:solidFill>
                <a:latin typeface="Lucida Sans Unicode"/>
                <a:cs typeface="Lucida Sans Unicode"/>
              </a:rPr>
              <a:t>а</a:t>
            </a:r>
            <a:r>
              <a:rPr sz="6650" spc="80" dirty="0">
                <a:solidFill>
                  <a:srgbClr val="181818"/>
                </a:solidFill>
                <a:latin typeface="Lucida Sans Unicode"/>
                <a:cs typeface="Lucida Sans Unicode"/>
              </a:rPr>
              <a:t>н</a:t>
            </a:r>
            <a:r>
              <a:rPr sz="6650" spc="120" dirty="0">
                <a:solidFill>
                  <a:srgbClr val="181818"/>
                </a:solidFill>
                <a:latin typeface="Lucida Sans Unicode"/>
                <a:cs typeface="Lucida Sans Unicode"/>
              </a:rPr>
              <a:t>и</a:t>
            </a:r>
            <a:r>
              <a:rPr sz="6650" spc="40" dirty="0">
                <a:solidFill>
                  <a:srgbClr val="181818"/>
                </a:solidFill>
                <a:latin typeface="Lucida Sans Unicode"/>
                <a:cs typeface="Lucida Sans Unicode"/>
              </a:rPr>
              <a:t>е  </a:t>
            </a:r>
            <a:r>
              <a:rPr sz="6650" spc="25" dirty="0">
                <a:solidFill>
                  <a:srgbClr val="181818"/>
                </a:solidFill>
                <a:latin typeface="Lucida Sans Unicode"/>
                <a:cs typeface="Lucida Sans Unicode"/>
              </a:rPr>
              <a:t>программы</a:t>
            </a:r>
            <a:r>
              <a:rPr sz="6650" i="1" spc="25" dirty="0">
                <a:solidFill>
                  <a:srgbClr val="181818"/>
                </a:solidFill>
                <a:latin typeface="Times New Roman"/>
                <a:cs typeface="Times New Roman"/>
              </a:rPr>
              <a:t>.</a:t>
            </a:r>
            <a:endParaRPr sz="6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432" y="151411"/>
            <a:ext cx="12215495" cy="10135870"/>
            <a:chOff x="20432" y="151411"/>
            <a:chExt cx="12215495" cy="101358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6978" y="151411"/>
              <a:ext cx="9848849" cy="82010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366" y="7752046"/>
              <a:ext cx="2129034" cy="24703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43788" y="7037140"/>
              <a:ext cx="643255" cy="642620"/>
            </a:xfrm>
            <a:custGeom>
              <a:avLst/>
              <a:gdLst/>
              <a:ahLst/>
              <a:cxnLst/>
              <a:rect l="l" t="t" r="r" b="b"/>
              <a:pathLst>
                <a:path w="643255" h="642620">
                  <a:moveTo>
                    <a:pt x="303035" y="642392"/>
                  </a:moveTo>
                  <a:lnTo>
                    <a:pt x="258147" y="636578"/>
                  </a:lnTo>
                  <a:lnTo>
                    <a:pt x="214762" y="624627"/>
                  </a:lnTo>
                  <a:lnTo>
                    <a:pt x="173526" y="606819"/>
                  </a:lnTo>
                  <a:lnTo>
                    <a:pt x="135086" y="583434"/>
                  </a:lnTo>
                  <a:lnTo>
                    <a:pt x="100088" y="554752"/>
                  </a:lnTo>
                  <a:lnTo>
                    <a:pt x="69178" y="521054"/>
                  </a:lnTo>
                  <a:lnTo>
                    <a:pt x="43005" y="482619"/>
                  </a:lnTo>
                  <a:lnTo>
                    <a:pt x="22213" y="439729"/>
                  </a:lnTo>
                  <a:lnTo>
                    <a:pt x="7915" y="394266"/>
                  </a:lnTo>
                  <a:lnTo>
                    <a:pt x="604" y="348358"/>
                  </a:lnTo>
                  <a:lnTo>
                    <a:pt x="0" y="302655"/>
                  </a:lnTo>
                  <a:lnTo>
                    <a:pt x="5821" y="257805"/>
                  </a:lnTo>
                  <a:lnTo>
                    <a:pt x="17787" y="214456"/>
                  </a:lnTo>
                  <a:lnTo>
                    <a:pt x="35617" y="173258"/>
                  </a:lnTo>
                  <a:lnTo>
                    <a:pt x="59032" y="134858"/>
                  </a:lnTo>
                  <a:lnTo>
                    <a:pt x="87750" y="99906"/>
                  </a:lnTo>
                  <a:lnTo>
                    <a:pt x="121490" y="69049"/>
                  </a:lnTo>
                  <a:lnTo>
                    <a:pt x="159973" y="42938"/>
                  </a:lnTo>
                  <a:lnTo>
                    <a:pt x="202917" y="22219"/>
                  </a:lnTo>
                  <a:lnTo>
                    <a:pt x="248433" y="7934"/>
                  </a:lnTo>
                  <a:lnTo>
                    <a:pt x="294386" y="620"/>
                  </a:lnTo>
                  <a:lnTo>
                    <a:pt x="340129" y="0"/>
                  </a:lnTo>
                  <a:lnTo>
                    <a:pt x="385017" y="5794"/>
                  </a:lnTo>
                  <a:lnTo>
                    <a:pt x="428402" y="17728"/>
                  </a:lnTo>
                  <a:lnTo>
                    <a:pt x="469638" y="35522"/>
                  </a:lnTo>
                  <a:lnTo>
                    <a:pt x="508079" y="58900"/>
                  </a:lnTo>
                  <a:lnTo>
                    <a:pt x="543077" y="87583"/>
                  </a:lnTo>
                  <a:lnTo>
                    <a:pt x="573986" y="121296"/>
                  </a:lnTo>
                  <a:lnTo>
                    <a:pt x="600159" y="159759"/>
                  </a:lnTo>
                  <a:lnTo>
                    <a:pt x="620951" y="202696"/>
                  </a:lnTo>
                  <a:lnTo>
                    <a:pt x="635249" y="248155"/>
                  </a:lnTo>
                  <a:lnTo>
                    <a:pt x="642560" y="294050"/>
                  </a:lnTo>
                  <a:lnTo>
                    <a:pt x="643165" y="339736"/>
                  </a:lnTo>
                  <a:lnTo>
                    <a:pt x="637344" y="384568"/>
                  </a:lnTo>
                  <a:lnTo>
                    <a:pt x="625377" y="427899"/>
                  </a:lnTo>
                  <a:lnTo>
                    <a:pt x="607547" y="469083"/>
                  </a:lnTo>
                  <a:lnTo>
                    <a:pt x="584132" y="507475"/>
                  </a:lnTo>
                  <a:lnTo>
                    <a:pt x="555415" y="542429"/>
                  </a:lnTo>
                  <a:lnTo>
                    <a:pt x="521674" y="573300"/>
                  </a:lnTo>
                  <a:lnTo>
                    <a:pt x="483191" y="599441"/>
                  </a:lnTo>
                  <a:lnTo>
                    <a:pt x="440247" y="620206"/>
                  </a:lnTo>
                  <a:lnTo>
                    <a:pt x="394732" y="634486"/>
                  </a:lnTo>
                  <a:lnTo>
                    <a:pt x="348779" y="641788"/>
                  </a:lnTo>
                  <a:lnTo>
                    <a:pt x="303035" y="6423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1699" y="6995474"/>
              <a:ext cx="727710" cy="726440"/>
            </a:xfrm>
            <a:custGeom>
              <a:avLst/>
              <a:gdLst/>
              <a:ahLst/>
              <a:cxnLst/>
              <a:rect l="l" t="t" r="r" b="b"/>
              <a:pathLst>
                <a:path w="727710" h="726440">
                  <a:moveTo>
                    <a:pt x="384948" y="0"/>
                  </a:moveTo>
                  <a:lnTo>
                    <a:pt x="332572" y="585"/>
                  </a:lnTo>
                  <a:lnTo>
                    <a:pt x="280821" y="8991"/>
                  </a:lnTo>
                  <a:lnTo>
                    <a:pt x="229694" y="25215"/>
                  </a:lnTo>
                  <a:lnTo>
                    <a:pt x="165046" y="58442"/>
                  </a:lnTo>
                  <a:lnTo>
                    <a:pt x="108608" y="103811"/>
                  </a:lnTo>
                  <a:lnTo>
                    <a:pt x="63665" y="157361"/>
                  </a:lnTo>
                  <a:lnTo>
                    <a:pt x="29855" y="218715"/>
                  </a:lnTo>
                  <a:lnTo>
                    <a:pt x="8271" y="285349"/>
                  </a:lnTo>
                  <a:lnTo>
                    <a:pt x="0" y="354746"/>
                  </a:lnTo>
                  <a:lnTo>
                    <a:pt x="972" y="391118"/>
                  </a:lnTo>
                  <a:lnTo>
                    <a:pt x="13772" y="462110"/>
                  </a:lnTo>
                  <a:lnTo>
                    <a:pt x="40748" y="530031"/>
                  </a:lnTo>
                  <a:lnTo>
                    <a:pt x="80133" y="590479"/>
                  </a:lnTo>
                  <a:lnTo>
                    <a:pt x="130205" y="641459"/>
                  </a:lnTo>
                  <a:lnTo>
                    <a:pt x="187720" y="680783"/>
                  </a:lnTo>
                  <a:lnTo>
                    <a:pt x="252402" y="708715"/>
                  </a:lnTo>
                  <a:lnTo>
                    <a:pt x="320481" y="723626"/>
                  </a:lnTo>
                  <a:lnTo>
                    <a:pt x="355555" y="726094"/>
                  </a:lnTo>
                  <a:lnTo>
                    <a:pt x="391960" y="725123"/>
                  </a:lnTo>
                  <a:lnTo>
                    <a:pt x="463027" y="712339"/>
                  </a:lnTo>
                  <a:lnTo>
                    <a:pt x="531031" y="685397"/>
                  </a:lnTo>
                  <a:lnTo>
                    <a:pt x="591555" y="646061"/>
                  </a:lnTo>
                  <a:lnTo>
                    <a:pt x="642600" y="596052"/>
                  </a:lnTo>
                  <a:lnTo>
                    <a:pt x="681972" y="538609"/>
                  </a:lnTo>
                  <a:lnTo>
                    <a:pt x="709940" y="474009"/>
                  </a:lnTo>
                  <a:lnTo>
                    <a:pt x="724870" y="406015"/>
                  </a:lnTo>
                  <a:lnTo>
                    <a:pt x="727341" y="370984"/>
                  </a:lnTo>
                  <a:lnTo>
                    <a:pt x="726369" y="334626"/>
                  </a:lnTo>
                  <a:lnTo>
                    <a:pt x="713569" y="263648"/>
                  </a:lnTo>
                  <a:lnTo>
                    <a:pt x="699705" y="223903"/>
                  </a:lnTo>
                  <a:lnTo>
                    <a:pt x="658144" y="202701"/>
                  </a:lnTo>
                  <a:lnTo>
                    <a:pt x="622626" y="232937"/>
                  </a:lnTo>
                  <a:lnTo>
                    <a:pt x="624337" y="259698"/>
                  </a:lnTo>
                  <a:lnTo>
                    <a:pt x="633461" y="286397"/>
                  </a:lnTo>
                  <a:lnTo>
                    <a:pt x="639795" y="313529"/>
                  </a:lnTo>
                  <a:lnTo>
                    <a:pt x="643337" y="341093"/>
                  </a:lnTo>
                  <a:lnTo>
                    <a:pt x="644089" y="369089"/>
                  </a:lnTo>
                  <a:lnTo>
                    <a:pt x="642182" y="396092"/>
                  </a:lnTo>
                  <a:lnTo>
                    <a:pt x="630662" y="448529"/>
                  </a:lnTo>
                  <a:lnTo>
                    <a:pt x="609080" y="498379"/>
                  </a:lnTo>
                  <a:lnTo>
                    <a:pt x="578714" y="542692"/>
                  </a:lnTo>
                  <a:lnTo>
                    <a:pt x="539376" y="581232"/>
                  </a:lnTo>
                  <a:lnTo>
                    <a:pt x="492708" y="611547"/>
                  </a:lnTo>
                  <a:lnTo>
                    <a:pt x="440248" y="632332"/>
                  </a:lnTo>
                  <a:lnTo>
                    <a:pt x="385484" y="642196"/>
                  </a:lnTo>
                  <a:lnTo>
                    <a:pt x="357453" y="642946"/>
                  </a:lnTo>
                  <a:lnTo>
                    <a:pt x="330416" y="641042"/>
                  </a:lnTo>
                  <a:lnTo>
                    <a:pt x="277913" y="629536"/>
                  </a:lnTo>
                  <a:lnTo>
                    <a:pt x="228001" y="607981"/>
                  </a:lnTo>
                  <a:lnTo>
                    <a:pt x="183632" y="577653"/>
                  </a:lnTo>
                  <a:lnTo>
                    <a:pt x="145044" y="538365"/>
                  </a:lnTo>
                  <a:lnTo>
                    <a:pt x="114690" y="491756"/>
                  </a:lnTo>
                  <a:lnTo>
                    <a:pt x="93880" y="439359"/>
                  </a:lnTo>
                  <a:lnTo>
                    <a:pt x="84004" y="384649"/>
                  </a:lnTo>
                  <a:lnTo>
                    <a:pt x="83252" y="356640"/>
                  </a:lnTo>
                  <a:lnTo>
                    <a:pt x="85159" y="329621"/>
                  </a:lnTo>
                  <a:lnTo>
                    <a:pt x="96680" y="277158"/>
                  </a:lnTo>
                  <a:lnTo>
                    <a:pt x="118263" y="227289"/>
                  </a:lnTo>
                  <a:lnTo>
                    <a:pt x="148626" y="182976"/>
                  </a:lnTo>
                  <a:lnTo>
                    <a:pt x="187954" y="144458"/>
                  </a:lnTo>
                  <a:lnTo>
                    <a:pt x="234603" y="114193"/>
                  </a:lnTo>
                  <a:lnTo>
                    <a:pt x="299771" y="90030"/>
                  </a:lnTo>
                  <a:lnTo>
                    <a:pt x="339684" y="83535"/>
                  </a:lnTo>
                  <a:lnTo>
                    <a:pt x="380057" y="83071"/>
                  </a:lnTo>
                  <a:lnTo>
                    <a:pt x="420889" y="88639"/>
                  </a:lnTo>
                  <a:lnTo>
                    <a:pt x="459622" y="99529"/>
                  </a:lnTo>
                  <a:lnTo>
                    <a:pt x="495642" y="115440"/>
                  </a:lnTo>
                  <a:lnTo>
                    <a:pt x="528947" y="136372"/>
                  </a:lnTo>
                  <a:lnTo>
                    <a:pt x="559539" y="162325"/>
                  </a:lnTo>
                  <a:lnTo>
                    <a:pt x="563492" y="166175"/>
                  </a:lnTo>
                  <a:lnTo>
                    <a:pt x="568032" y="169123"/>
                  </a:lnTo>
                  <a:lnTo>
                    <a:pt x="578287" y="173213"/>
                  </a:lnTo>
                  <a:lnTo>
                    <a:pt x="583612" y="174200"/>
                  </a:lnTo>
                  <a:lnTo>
                    <a:pt x="594654" y="174060"/>
                  </a:lnTo>
                  <a:lnTo>
                    <a:pt x="629317" y="142851"/>
                  </a:lnTo>
                  <a:lnTo>
                    <a:pt x="630306" y="137533"/>
                  </a:lnTo>
                  <a:lnTo>
                    <a:pt x="630165" y="126505"/>
                  </a:lnTo>
                  <a:lnTo>
                    <a:pt x="578001" y="69118"/>
                  </a:lnTo>
                  <a:lnTo>
                    <a:pt x="534826" y="41977"/>
                  </a:lnTo>
                  <a:lnTo>
                    <a:pt x="488141" y="21349"/>
                  </a:lnTo>
                  <a:lnTo>
                    <a:pt x="437947" y="7233"/>
                  </a:lnTo>
                  <a:lnTo>
                    <a:pt x="384948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3995" y="6393174"/>
              <a:ext cx="2225675" cy="1932305"/>
            </a:xfrm>
            <a:custGeom>
              <a:avLst/>
              <a:gdLst/>
              <a:ahLst/>
              <a:cxnLst/>
              <a:rect l="l" t="t" r="r" b="b"/>
              <a:pathLst>
                <a:path w="2225675" h="1932304">
                  <a:moveTo>
                    <a:pt x="244616" y="1931814"/>
                  </a:moveTo>
                  <a:lnTo>
                    <a:pt x="0" y="1315737"/>
                  </a:lnTo>
                  <a:lnTo>
                    <a:pt x="378479" y="979110"/>
                  </a:lnTo>
                  <a:lnTo>
                    <a:pt x="1479981" y="0"/>
                  </a:lnTo>
                  <a:lnTo>
                    <a:pt x="2225281" y="1876922"/>
                  </a:lnTo>
                  <a:lnTo>
                    <a:pt x="244616" y="19318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159" y="6351512"/>
              <a:ext cx="2309495" cy="2015489"/>
            </a:xfrm>
            <a:custGeom>
              <a:avLst/>
              <a:gdLst/>
              <a:ahLst/>
              <a:cxnLst/>
              <a:rect l="l" t="t" r="r" b="b"/>
              <a:pathLst>
                <a:path w="2309495" h="2015490">
                  <a:moveTo>
                    <a:pt x="417209" y="978939"/>
                  </a:moveTo>
                  <a:lnTo>
                    <a:pt x="10957" y="1329180"/>
                  </a:lnTo>
                  <a:lnTo>
                    <a:pt x="0" y="1356153"/>
                  </a:lnTo>
                  <a:lnTo>
                    <a:pt x="616" y="1364658"/>
                  </a:lnTo>
                  <a:lnTo>
                    <a:pt x="249322" y="1992769"/>
                  </a:lnTo>
                  <a:lnTo>
                    <a:pt x="283331" y="2015163"/>
                  </a:lnTo>
                  <a:lnTo>
                    <a:pt x="1010015" y="1995116"/>
                  </a:lnTo>
                  <a:lnTo>
                    <a:pt x="1040345" y="1973476"/>
                  </a:lnTo>
                  <a:lnTo>
                    <a:pt x="286452" y="1973476"/>
                  </a:lnTo>
                  <a:lnTo>
                    <a:pt x="285306" y="1931907"/>
                  </a:lnTo>
                  <a:lnTo>
                    <a:pt x="314421" y="1931107"/>
                  </a:lnTo>
                  <a:lnTo>
                    <a:pt x="98958" y="1388455"/>
                  </a:lnTo>
                  <a:lnTo>
                    <a:pt x="69527" y="1388455"/>
                  </a:lnTo>
                  <a:lnTo>
                    <a:pt x="41836" y="1357400"/>
                  </a:lnTo>
                  <a:lnTo>
                    <a:pt x="80541" y="1342070"/>
                  </a:lnTo>
                  <a:lnTo>
                    <a:pt x="121678" y="1342070"/>
                  </a:lnTo>
                  <a:lnTo>
                    <a:pt x="452129" y="1048161"/>
                  </a:lnTo>
                  <a:lnTo>
                    <a:pt x="455392" y="1043845"/>
                  </a:lnTo>
                  <a:lnTo>
                    <a:pt x="460201" y="1033917"/>
                  </a:lnTo>
                  <a:lnTo>
                    <a:pt x="461562" y="1028683"/>
                  </a:lnTo>
                  <a:lnTo>
                    <a:pt x="462201" y="1017672"/>
                  </a:lnTo>
                  <a:lnTo>
                    <a:pt x="461453" y="1012315"/>
                  </a:lnTo>
                  <a:lnTo>
                    <a:pt x="433475" y="980937"/>
                  </a:lnTo>
                  <a:lnTo>
                    <a:pt x="428233" y="979576"/>
                  </a:lnTo>
                  <a:lnTo>
                    <a:pt x="417209" y="978939"/>
                  </a:lnTo>
                  <a:close/>
                </a:path>
                <a:path w="2309495" h="2015490">
                  <a:moveTo>
                    <a:pt x="2206475" y="1878669"/>
                  </a:moveTo>
                  <a:lnTo>
                    <a:pt x="1415952" y="1900635"/>
                  </a:lnTo>
                  <a:lnTo>
                    <a:pt x="1381763" y="1932362"/>
                  </a:lnTo>
                  <a:lnTo>
                    <a:pt x="1380855" y="1937694"/>
                  </a:lnTo>
                  <a:lnTo>
                    <a:pt x="1381162" y="1948718"/>
                  </a:lnTo>
                  <a:lnTo>
                    <a:pt x="1412929" y="1982865"/>
                  </a:lnTo>
                  <a:lnTo>
                    <a:pt x="1418268" y="1983772"/>
                  </a:lnTo>
                  <a:lnTo>
                    <a:pt x="2273794" y="1960000"/>
                  </a:lnTo>
                  <a:lnTo>
                    <a:pt x="2305824" y="1933915"/>
                  </a:lnTo>
                  <a:lnTo>
                    <a:pt x="2228413" y="1933915"/>
                  </a:lnTo>
                  <a:lnTo>
                    <a:pt x="2206475" y="1878669"/>
                  </a:lnTo>
                  <a:close/>
                </a:path>
                <a:path w="2309495" h="2015490">
                  <a:moveTo>
                    <a:pt x="314421" y="1931107"/>
                  </a:moveTo>
                  <a:lnTo>
                    <a:pt x="285306" y="1931907"/>
                  </a:lnTo>
                  <a:lnTo>
                    <a:pt x="286452" y="1973476"/>
                  </a:lnTo>
                  <a:lnTo>
                    <a:pt x="325157" y="1958147"/>
                  </a:lnTo>
                  <a:lnTo>
                    <a:pt x="314421" y="1931107"/>
                  </a:lnTo>
                  <a:close/>
                </a:path>
                <a:path w="2309495" h="2015490">
                  <a:moveTo>
                    <a:pt x="1007699" y="1911979"/>
                  </a:moveTo>
                  <a:lnTo>
                    <a:pt x="314421" y="1931107"/>
                  </a:lnTo>
                  <a:lnTo>
                    <a:pt x="325157" y="1958147"/>
                  </a:lnTo>
                  <a:lnTo>
                    <a:pt x="286452" y="1973476"/>
                  </a:lnTo>
                  <a:lnTo>
                    <a:pt x="1040345" y="1973476"/>
                  </a:lnTo>
                  <a:lnTo>
                    <a:pt x="1044203" y="1963389"/>
                  </a:lnTo>
                  <a:lnTo>
                    <a:pt x="1044985" y="1958798"/>
                  </a:lnTo>
                  <a:lnTo>
                    <a:pt x="1044920" y="1951167"/>
                  </a:lnTo>
                  <a:lnTo>
                    <a:pt x="1023353" y="1916822"/>
                  </a:lnTo>
                  <a:lnTo>
                    <a:pt x="1013037" y="1912886"/>
                  </a:lnTo>
                  <a:lnTo>
                    <a:pt x="1007699" y="1911979"/>
                  </a:lnTo>
                  <a:close/>
                </a:path>
                <a:path w="2309495" h="2015490">
                  <a:moveTo>
                    <a:pt x="2265959" y="1877017"/>
                  </a:moveTo>
                  <a:lnTo>
                    <a:pt x="2206475" y="1878669"/>
                  </a:lnTo>
                  <a:lnTo>
                    <a:pt x="2228413" y="1933915"/>
                  </a:lnTo>
                  <a:lnTo>
                    <a:pt x="2267117" y="1918585"/>
                  </a:lnTo>
                  <a:lnTo>
                    <a:pt x="2265959" y="1877017"/>
                  </a:lnTo>
                  <a:close/>
                </a:path>
                <a:path w="2309495" h="2015490">
                  <a:moveTo>
                    <a:pt x="2295402" y="1877017"/>
                  </a:moveTo>
                  <a:lnTo>
                    <a:pt x="2265959" y="1877017"/>
                  </a:lnTo>
                  <a:lnTo>
                    <a:pt x="2267117" y="1918585"/>
                  </a:lnTo>
                  <a:lnTo>
                    <a:pt x="2228413" y="1933915"/>
                  </a:lnTo>
                  <a:lnTo>
                    <a:pt x="2305824" y="1933915"/>
                  </a:lnTo>
                  <a:lnTo>
                    <a:pt x="2307982" y="1928273"/>
                  </a:lnTo>
                  <a:lnTo>
                    <a:pt x="2308890" y="1922941"/>
                  </a:lnTo>
                  <a:lnTo>
                    <a:pt x="2308601" y="1912533"/>
                  </a:lnTo>
                  <a:lnTo>
                    <a:pt x="2307629" y="1907807"/>
                  </a:lnTo>
                  <a:lnTo>
                    <a:pt x="2295402" y="1877017"/>
                  </a:lnTo>
                  <a:close/>
                </a:path>
                <a:path w="2309495" h="2015490">
                  <a:moveTo>
                    <a:pt x="1877818" y="908851"/>
                  </a:moveTo>
                  <a:lnTo>
                    <a:pt x="1842298" y="939083"/>
                  </a:lnTo>
                  <a:lnTo>
                    <a:pt x="1840993" y="955398"/>
                  </a:lnTo>
                  <a:lnTo>
                    <a:pt x="1841970" y="960718"/>
                  </a:lnTo>
                  <a:lnTo>
                    <a:pt x="2206475" y="1878669"/>
                  </a:lnTo>
                  <a:lnTo>
                    <a:pt x="2265959" y="1877017"/>
                  </a:lnTo>
                  <a:lnTo>
                    <a:pt x="2295402" y="1877017"/>
                  </a:lnTo>
                  <a:lnTo>
                    <a:pt x="1919378" y="930058"/>
                  </a:lnTo>
                  <a:lnTo>
                    <a:pt x="1888859" y="909018"/>
                  </a:lnTo>
                  <a:lnTo>
                    <a:pt x="1877818" y="908851"/>
                  </a:lnTo>
                  <a:close/>
                </a:path>
                <a:path w="2309495" h="2015490">
                  <a:moveTo>
                    <a:pt x="80541" y="1342070"/>
                  </a:moveTo>
                  <a:lnTo>
                    <a:pt x="41836" y="1357400"/>
                  </a:lnTo>
                  <a:lnTo>
                    <a:pt x="69527" y="1388455"/>
                  </a:lnTo>
                  <a:lnTo>
                    <a:pt x="91277" y="1369110"/>
                  </a:lnTo>
                  <a:lnTo>
                    <a:pt x="80541" y="1342070"/>
                  </a:lnTo>
                  <a:close/>
                </a:path>
                <a:path w="2309495" h="2015490">
                  <a:moveTo>
                    <a:pt x="91277" y="1369110"/>
                  </a:moveTo>
                  <a:lnTo>
                    <a:pt x="69527" y="1388455"/>
                  </a:lnTo>
                  <a:lnTo>
                    <a:pt x="98958" y="1388455"/>
                  </a:lnTo>
                  <a:lnTo>
                    <a:pt x="91277" y="1369110"/>
                  </a:lnTo>
                  <a:close/>
                </a:path>
                <a:path w="2309495" h="2015490">
                  <a:moveTo>
                    <a:pt x="121678" y="1342070"/>
                  </a:moveTo>
                  <a:lnTo>
                    <a:pt x="80541" y="1342070"/>
                  </a:lnTo>
                  <a:lnTo>
                    <a:pt x="91277" y="1369110"/>
                  </a:lnTo>
                  <a:lnTo>
                    <a:pt x="121678" y="1342070"/>
                  </a:lnTo>
                  <a:close/>
                </a:path>
                <a:path w="2309495" h="2015490">
                  <a:moveTo>
                    <a:pt x="1516926" y="0"/>
                  </a:moveTo>
                  <a:lnTo>
                    <a:pt x="497959" y="896086"/>
                  </a:lnTo>
                  <a:lnTo>
                    <a:pt x="487878" y="926573"/>
                  </a:lnTo>
                  <a:lnTo>
                    <a:pt x="488624" y="931930"/>
                  </a:lnTo>
                  <a:lnTo>
                    <a:pt x="516593" y="963317"/>
                  </a:lnTo>
                  <a:lnTo>
                    <a:pt x="532858" y="965319"/>
                  </a:lnTo>
                  <a:lnTo>
                    <a:pt x="538221" y="964574"/>
                  </a:lnTo>
                  <a:lnTo>
                    <a:pt x="548652" y="960952"/>
                  </a:lnTo>
                  <a:lnTo>
                    <a:pt x="553322" y="958214"/>
                  </a:lnTo>
                  <a:lnTo>
                    <a:pt x="1505050" y="112236"/>
                  </a:lnTo>
                  <a:lnTo>
                    <a:pt x="1483113" y="56992"/>
                  </a:lnTo>
                  <a:lnTo>
                    <a:pt x="1521817" y="41662"/>
                  </a:lnTo>
                  <a:lnTo>
                    <a:pt x="1566609" y="41662"/>
                  </a:lnTo>
                  <a:lnTo>
                    <a:pt x="1558486" y="21207"/>
                  </a:lnTo>
                  <a:lnTo>
                    <a:pt x="1527968" y="167"/>
                  </a:lnTo>
                  <a:lnTo>
                    <a:pt x="1516926" y="0"/>
                  </a:lnTo>
                  <a:close/>
                </a:path>
                <a:path w="2309495" h="2015490">
                  <a:moveTo>
                    <a:pt x="1566609" y="41662"/>
                  </a:moveTo>
                  <a:lnTo>
                    <a:pt x="1521817" y="41662"/>
                  </a:lnTo>
                  <a:lnTo>
                    <a:pt x="1549499" y="72726"/>
                  </a:lnTo>
                  <a:lnTo>
                    <a:pt x="1505050" y="112236"/>
                  </a:lnTo>
                  <a:lnTo>
                    <a:pt x="1691407" y="581549"/>
                  </a:lnTo>
                  <a:lnTo>
                    <a:pt x="1732966" y="602756"/>
                  </a:lnTo>
                  <a:lnTo>
                    <a:pt x="1738293" y="601781"/>
                  </a:lnTo>
                  <a:lnTo>
                    <a:pt x="1768488" y="572524"/>
                  </a:lnTo>
                  <a:lnTo>
                    <a:pt x="1769791" y="556209"/>
                  </a:lnTo>
                  <a:lnTo>
                    <a:pt x="1768815" y="550889"/>
                  </a:lnTo>
                  <a:lnTo>
                    <a:pt x="1566609" y="41662"/>
                  </a:lnTo>
                  <a:close/>
                </a:path>
                <a:path w="2309495" h="2015490">
                  <a:moveTo>
                    <a:pt x="1521817" y="41662"/>
                  </a:moveTo>
                  <a:lnTo>
                    <a:pt x="1483113" y="56992"/>
                  </a:lnTo>
                  <a:lnTo>
                    <a:pt x="1505050" y="112236"/>
                  </a:lnTo>
                  <a:lnTo>
                    <a:pt x="1549499" y="72726"/>
                  </a:lnTo>
                  <a:lnTo>
                    <a:pt x="1521817" y="41662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63151" y="6342811"/>
              <a:ext cx="906780" cy="2009775"/>
            </a:xfrm>
            <a:custGeom>
              <a:avLst/>
              <a:gdLst/>
              <a:ahLst/>
              <a:cxnLst/>
              <a:rect l="l" t="t" r="r" b="b"/>
              <a:pathLst>
                <a:path w="906780" h="2009775">
                  <a:moveTo>
                    <a:pt x="814650" y="2009372"/>
                  </a:moveTo>
                  <a:lnTo>
                    <a:pt x="752221" y="1982388"/>
                  </a:lnTo>
                  <a:lnTo>
                    <a:pt x="6323" y="123343"/>
                  </a:lnTo>
                  <a:lnTo>
                    <a:pt x="0" y="88152"/>
                  </a:lnTo>
                  <a:lnTo>
                    <a:pt x="7416" y="54365"/>
                  </a:lnTo>
                  <a:lnTo>
                    <a:pt x="26933" y="25801"/>
                  </a:lnTo>
                  <a:lnTo>
                    <a:pt x="56912" y="6283"/>
                  </a:lnTo>
                  <a:lnTo>
                    <a:pt x="92147" y="0"/>
                  </a:lnTo>
                  <a:lnTo>
                    <a:pt x="125977" y="7478"/>
                  </a:lnTo>
                  <a:lnTo>
                    <a:pt x="154576" y="27043"/>
                  </a:lnTo>
                  <a:lnTo>
                    <a:pt x="174120" y="57016"/>
                  </a:lnTo>
                  <a:lnTo>
                    <a:pt x="900474" y="1886116"/>
                  </a:lnTo>
                  <a:lnTo>
                    <a:pt x="906681" y="1921219"/>
                  </a:lnTo>
                  <a:lnTo>
                    <a:pt x="899225" y="1955017"/>
                  </a:lnTo>
                  <a:lnTo>
                    <a:pt x="879747" y="1983629"/>
                  </a:lnTo>
                  <a:lnTo>
                    <a:pt x="849886" y="2003177"/>
                  </a:lnTo>
                  <a:lnTo>
                    <a:pt x="814650" y="20093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0404" y="6303090"/>
              <a:ext cx="844550" cy="2091689"/>
            </a:xfrm>
            <a:custGeom>
              <a:avLst/>
              <a:gdLst/>
              <a:ahLst/>
              <a:cxnLst/>
              <a:rect l="l" t="t" r="r" b="b"/>
              <a:pathLst>
                <a:path w="844550" h="2091690">
                  <a:moveTo>
                    <a:pt x="36823" y="329515"/>
                  </a:moveTo>
                  <a:lnTo>
                    <a:pt x="1303" y="359748"/>
                  </a:lnTo>
                  <a:lnTo>
                    <a:pt x="0" y="376064"/>
                  </a:lnTo>
                  <a:lnTo>
                    <a:pt x="976" y="381384"/>
                  </a:lnTo>
                  <a:lnTo>
                    <a:pt x="646719" y="2007489"/>
                  </a:lnTo>
                  <a:lnTo>
                    <a:pt x="674339" y="2050863"/>
                  </a:lnTo>
                  <a:lnTo>
                    <a:pt x="717037" y="2079791"/>
                  </a:lnTo>
                  <a:lnTo>
                    <a:pt x="767295" y="2091075"/>
                  </a:lnTo>
                  <a:lnTo>
                    <a:pt x="792526" y="2088938"/>
                  </a:lnTo>
                  <a:lnTo>
                    <a:pt x="835482" y="2069039"/>
                  </a:lnTo>
                  <a:lnTo>
                    <a:pt x="844368" y="2038184"/>
                  </a:lnTo>
                  <a:lnTo>
                    <a:pt x="843414" y="2032860"/>
                  </a:lnTo>
                  <a:lnTo>
                    <a:pt x="768748" y="2007663"/>
                  </a:lnTo>
                  <a:lnTo>
                    <a:pt x="759418" y="2006521"/>
                  </a:lnTo>
                  <a:lnTo>
                    <a:pt x="724132" y="1976841"/>
                  </a:lnTo>
                  <a:lnTo>
                    <a:pt x="78383" y="350721"/>
                  </a:lnTo>
                  <a:lnTo>
                    <a:pt x="75442" y="346180"/>
                  </a:lnTo>
                  <a:lnTo>
                    <a:pt x="67753" y="338264"/>
                  </a:lnTo>
                  <a:lnTo>
                    <a:pt x="63296" y="335191"/>
                  </a:lnTo>
                  <a:lnTo>
                    <a:pt x="53159" y="330817"/>
                  </a:lnTo>
                  <a:lnTo>
                    <a:pt x="47864" y="329682"/>
                  </a:lnTo>
                  <a:lnTo>
                    <a:pt x="36823" y="329515"/>
                  </a:lnTo>
                  <a:close/>
                </a:path>
                <a:path w="844550" h="2091690">
                  <a:moveTo>
                    <a:pt x="797912" y="2001215"/>
                  </a:moveTo>
                  <a:lnTo>
                    <a:pt x="792582" y="2002169"/>
                  </a:lnTo>
                  <a:lnTo>
                    <a:pt x="787441" y="2004181"/>
                  </a:lnTo>
                  <a:lnTo>
                    <a:pt x="778089" y="2006883"/>
                  </a:lnTo>
                  <a:lnTo>
                    <a:pt x="768748" y="2007663"/>
                  </a:lnTo>
                  <a:lnTo>
                    <a:pt x="825315" y="2007663"/>
                  </a:lnTo>
                  <a:lnTo>
                    <a:pt x="824362" y="2007000"/>
                  </a:lnTo>
                  <a:lnTo>
                    <a:pt x="814243" y="2002584"/>
                  </a:lnTo>
                  <a:lnTo>
                    <a:pt x="808953" y="2001428"/>
                  </a:lnTo>
                  <a:lnTo>
                    <a:pt x="797912" y="2001215"/>
                  </a:lnTo>
                  <a:close/>
                </a:path>
                <a:path w="844550" h="2091690">
                  <a:moveTo>
                    <a:pt x="60930" y="0"/>
                  </a:moveTo>
                  <a:lnTo>
                    <a:pt x="25354" y="22425"/>
                  </a:lnTo>
                  <a:lnTo>
                    <a:pt x="20575" y="43529"/>
                  </a:lnTo>
                  <a:lnTo>
                    <a:pt x="22446" y="54399"/>
                  </a:lnTo>
                  <a:lnTo>
                    <a:pt x="53361" y="82477"/>
                  </a:lnTo>
                  <a:lnTo>
                    <a:pt x="65035" y="86471"/>
                  </a:lnTo>
                  <a:lnTo>
                    <a:pt x="74726" y="92733"/>
                  </a:lnTo>
                  <a:lnTo>
                    <a:pt x="82434" y="101263"/>
                  </a:lnTo>
                  <a:lnTo>
                    <a:pt x="88161" y="112061"/>
                  </a:lnTo>
                  <a:lnTo>
                    <a:pt x="753705" y="1788028"/>
                  </a:lnTo>
                  <a:lnTo>
                    <a:pt x="756644" y="1792570"/>
                  </a:lnTo>
                  <a:lnTo>
                    <a:pt x="795263" y="1809233"/>
                  </a:lnTo>
                  <a:lnTo>
                    <a:pt x="800590" y="1808258"/>
                  </a:lnTo>
                  <a:lnTo>
                    <a:pt x="830784" y="1779001"/>
                  </a:lnTo>
                  <a:lnTo>
                    <a:pt x="832087" y="1762685"/>
                  </a:lnTo>
                  <a:lnTo>
                    <a:pt x="831111" y="1757365"/>
                  </a:lnTo>
                  <a:lnTo>
                    <a:pt x="165504" y="81261"/>
                  </a:lnTo>
                  <a:lnTo>
                    <a:pt x="139686" y="40353"/>
                  </a:lnTo>
                  <a:lnTo>
                    <a:pt x="101423" y="11827"/>
                  </a:lnTo>
                  <a:lnTo>
                    <a:pt x="66344" y="141"/>
                  </a:lnTo>
                  <a:lnTo>
                    <a:pt x="60930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6440" y="7688950"/>
              <a:ext cx="477520" cy="733425"/>
            </a:xfrm>
            <a:custGeom>
              <a:avLst/>
              <a:gdLst/>
              <a:ahLst/>
              <a:cxnLst/>
              <a:rect l="l" t="t" r="r" b="b"/>
              <a:pathLst>
                <a:path w="477519" h="733425">
                  <a:moveTo>
                    <a:pt x="271550" y="732936"/>
                  </a:moveTo>
                  <a:lnTo>
                    <a:pt x="229012" y="703404"/>
                  </a:lnTo>
                  <a:lnTo>
                    <a:pt x="3340" y="134734"/>
                  </a:lnTo>
                  <a:lnTo>
                    <a:pt x="0" y="116508"/>
                  </a:lnTo>
                  <a:lnTo>
                    <a:pt x="3783" y="99023"/>
                  </a:lnTo>
                  <a:lnTo>
                    <a:pt x="13850" y="84267"/>
                  </a:lnTo>
                  <a:lnTo>
                    <a:pt x="29363" y="74228"/>
                  </a:lnTo>
                  <a:lnTo>
                    <a:pt x="216729" y="0"/>
                  </a:lnTo>
                  <a:lnTo>
                    <a:pt x="476959" y="655374"/>
                  </a:lnTo>
                  <a:lnTo>
                    <a:pt x="289802" y="729602"/>
                  </a:lnTo>
                  <a:lnTo>
                    <a:pt x="271550" y="732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534" y="7647289"/>
              <a:ext cx="561340" cy="816610"/>
            </a:xfrm>
            <a:custGeom>
              <a:avLst/>
              <a:gdLst/>
              <a:ahLst/>
              <a:cxnLst/>
              <a:rect l="l" t="t" r="r" b="b"/>
              <a:pathLst>
                <a:path w="561340" h="816609">
                  <a:moveTo>
                    <a:pt x="242083" y="3444"/>
                  </a:moveTo>
                  <a:lnTo>
                    <a:pt x="55910" y="77239"/>
                  </a:lnTo>
                  <a:lnTo>
                    <a:pt x="15893" y="108688"/>
                  </a:lnTo>
                  <a:lnTo>
                    <a:pt x="0" y="157982"/>
                  </a:lnTo>
                  <a:lnTo>
                    <a:pt x="1542" y="174890"/>
                  </a:lnTo>
                  <a:lnTo>
                    <a:pt x="232211" y="760389"/>
                  </a:lnTo>
                  <a:lnTo>
                    <a:pt x="263875" y="800525"/>
                  </a:lnTo>
                  <a:lnTo>
                    <a:pt x="313234" y="816451"/>
                  </a:lnTo>
                  <a:lnTo>
                    <a:pt x="330181" y="814917"/>
                  </a:lnTo>
                  <a:lnTo>
                    <a:pt x="347171" y="809875"/>
                  </a:lnTo>
                  <a:lnTo>
                    <a:pt x="537803" y="734441"/>
                  </a:lnTo>
                  <a:lnTo>
                    <a:pt x="537170" y="734441"/>
                  </a:lnTo>
                  <a:lnTo>
                    <a:pt x="539716" y="733170"/>
                  </a:lnTo>
                  <a:lnTo>
                    <a:pt x="314956" y="733170"/>
                  </a:lnTo>
                  <a:lnTo>
                    <a:pt x="313668" y="733151"/>
                  </a:lnTo>
                  <a:lnTo>
                    <a:pt x="311077" y="732037"/>
                  </a:lnTo>
                  <a:lnTo>
                    <a:pt x="310158" y="731086"/>
                  </a:lnTo>
                  <a:lnTo>
                    <a:pt x="83386" y="159656"/>
                  </a:lnTo>
                  <a:lnTo>
                    <a:pt x="83402" y="158364"/>
                  </a:lnTo>
                  <a:lnTo>
                    <a:pt x="84467" y="155884"/>
                  </a:lnTo>
                  <a:lnTo>
                    <a:pt x="85359" y="155039"/>
                  </a:lnTo>
                  <a:lnTo>
                    <a:pt x="235270" y="95622"/>
                  </a:lnTo>
                  <a:lnTo>
                    <a:pt x="217895" y="51866"/>
                  </a:lnTo>
                  <a:lnTo>
                    <a:pt x="217030" y="47151"/>
                  </a:lnTo>
                  <a:lnTo>
                    <a:pt x="217087" y="35519"/>
                  </a:lnTo>
                  <a:lnTo>
                    <a:pt x="218224" y="30230"/>
                  </a:lnTo>
                  <a:lnTo>
                    <a:pt x="222604" y="20107"/>
                  </a:lnTo>
                  <a:lnTo>
                    <a:pt x="225680" y="15656"/>
                  </a:lnTo>
                  <a:lnTo>
                    <a:pt x="229384" y="12067"/>
                  </a:lnTo>
                  <a:lnTo>
                    <a:pt x="233125" y="8342"/>
                  </a:lnTo>
                  <a:lnTo>
                    <a:pt x="233457" y="8120"/>
                  </a:lnTo>
                  <a:lnTo>
                    <a:pt x="233606" y="7976"/>
                  </a:lnTo>
                  <a:lnTo>
                    <a:pt x="237639" y="5341"/>
                  </a:lnTo>
                  <a:lnTo>
                    <a:pt x="237772" y="5286"/>
                  </a:lnTo>
                  <a:lnTo>
                    <a:pt x="238154" y="5039"/>
                  </a:lnTo>
                  <a:lnTo>
                    <a:pt x="241815" y="3589"/>
                  </a:lnTo>
                  <a:lnTo>
                    <a:pt x="242083" y="3444"/>
                  </a:lnTo>
                  <a:close/>
                </a:path>
                <a:path w="561340" h="816609">
                  <a:moveTo>
                    <a:pt x="544578" y="729962"/>
                  </a:moveTo>
                  <a:lnTo>
                    <a:pt x="541069" y="732494"/>
                  </a:lnTo>
                  <a:lnTo>
                    <a:pt x="537170" y="734441"/>
                  </a:lnTo>
                  <a:lnTo>
                    <a:pt x="541324" y="732367"/>
                  </a:lnTo>
                  <a:lnTo>
                    <a:pt x="544325" y="730214"/>
                  </a:lnTo>
                  <a:lnTo>
                    <a:pt x="544578" y="729962"/>
                  </a:lnTo>
                  <a:close/>
                </a:path>
                <a:path w="561340" h="816609">
                  <a:moveTo>
                    <a:pt x="544325" y="730214"/>
                  </a:moveTo>
                  <a:lnTo>
                    <a:pt x="541324" y="732367"/>
                  </a:lnTo>
                  <a:lnTo>
                    <a:pt x="537170" y="734441"/>
                  </a:lnTo>
                  <a:lnTo>
                    <a:pt x="537803" y="734441"/>
                  </a:lnTo>
                  <a:lnTo>
                    <a:pt x="538927" y="733996"/>
                  </a:lnTo>
                  <a:lnTo>
                    <a:pt x="543635" y="730905"/>
                  </a:lnTo>
                  <a:lnTo>
                    <a:pt x="544325" y="730214"/>
                  </a:lnTo>
                  <a:close/>
                </a:path>
                <a:path w="561340" h="816609">
                  <a:moveTo>
                    <a:pt x="464866" y="673845"/>
                  </a:moveTo>
                  <a:lnTo>
                    <a:pt x="314956" y="733170"/>
                  </a:lnTo>
                  <a:lnTo>
                    <a:pt x="539716" y="733170"/>
                  </a:lnTo>
                  <a:lnTo>
                    <a:pt x="541069" y="732494"/>
                  </a:lnTo>
                  <a:lnTo>
                    <a:pt x="544579" y="729961"/>
                  </a:lnTo>
                  <a:lnTo>
                    <a:pt x="547701" y="726839"/>
                  </a:lnTo>
                  <a:lnTo>
                    <a:pt x="547908" y="726839"/>
                  </a:lnTo>
                  <a:lnTo>
                    <a:pt x="554158" y="720612"/>
                  </a:lnTo>
                  <a:lnTo>
                    <a:pt x="557946" y="713614"/>
                  </a:lnTo>
                  <a:lnTo>
                    <a:pt x="558205" y="712366"/>
                  </a:lnTo>
                  <a:lnTo>
                    <a:pt x="480161" y="712366"/>
                  </a:lnTo>
                  <a:lnTo>
                    <a:pt x="464866" y="673845"/>
                  </a:lnTo>
                  <a:close/>
                </a:path>
                <a:path w="561340" h="816609">
                  <a:moveTo>
                    <a:pt x="547908" y="726839"/>
                  </a:moveTo>
                  <a:lnTo>
                    <a:pt x="547701" y="726839"/>
                  </a:lnTo>
                  <a:lnTo>
                    <a:pt x="544325" y="730214"/>
                  </a:lnTo>
                  <a:lnTo>
                    <a:pt x="545024" y="729713"/>
                  </a:lnTo>
                  <a:lnTo>
                    <a:pt x="547908" y="726839"/>
                  </a:lnTo>
                  <a:close/>
                </a:path>
                <a:path w="561340" h="816609">
                  <a:moveTo>
                    <a:pt x="502904" y="658792"/>
                  </a:moveTo>
                  <a:lnTo>
                    <a:pt x="464866" y="673845"/>
                  </a:lnTo>
                  <a:lnTo>
                    <a:pt x="480161" y="712366"/>
                  </a:lnTo>
                  <a:lnTo>
                    <a:pt x="518071" y="697351"/>
                  </a:lnTo>
                  <a:lnTo>
                    <a:pt x="488781" y="668065"/>
                  </a:lnTo>
                  <a:lnTo>
                    <a:pt x="492041" y="664806"/>
                  </a:lnTo>
                  <a:lnTo>
                    <a:pt x="495760" y="662133"/>
                  </a:lnTo>
                  <a:lnTo>
                    <a:pt x="499938" y="660048"/>
                  </a:lnTo>
                  <a:lnTo>
                    <a:pt x="503403" y="660048"/>
                  </a:lnTo>
                  <a:lnTo>
                    <a:pt x="502904" y="658792"/>
                  </a:lnTo>
                  <a:close/>
                </a:path>
                <a:path w="561340" h="816609">
                  <a:moveTo>
                    <a:pt x="518120" y="697332"/>
                  </a:moveTo>
                  <a:lnTo>
                    <a:pt x="480161" y="712366"/>
                  </a:lnTo>
                  <a:lnTo>
                    <a:pt x="558205" y="712366"/>
                  </a:lnTo>
                  <a:lnTo>
                    <a:pt x="561303" y="697452"/>
                  </a:lnTo>
                  <a:lnTo>
                    <a:pt x="518241" y="697452"/>
                  </a:lnTo>
                  <a:close/>
                </a:path>
                <a:path w="561340" h="816609">
                  <a:moveTo>
                    <a:pt x="548471" y="658792"/>
                  </a:moveTo>
                  <a:lnTo>
                    <a:pt x="502904" y="658792"/>
                  </a:lnTo>
                  <a:lnTo>
                    <a:pt x="517556" y="695726"/>
                  </a:lnTo>
                  <a:lnTo>
                    <a:pt x="518866" y="697037"/>
                  </a:lnTo>
                  <a:lnTo>
                    <a:pt x="518183" y="697307"/>
                  </a:lnTo>
                  <a:lnTo>
                    <a:pt x="518241" y="697452"/>
                  </a:lnTo>
                  <a:lnTo>
                    <a:pt x="561303" y="697452"/>
                  </a:lnTo>
                  <a:lnTo>
                    <a:pt x="561183" y="695726"/>
                  </a:lnTo>
                  <a:lnTo>
                    <a:pt x="560636" y="689426"/>
                  </a:lnTo>
                  <a:lnTo>
                    <a:pt x="548471" y="658792"/>
                  </a:lnTo>
                  <a:close/>
                </a:path>
                <a:path w="561340" h="816609">
                  <a:moveTo>
                    <a:pt x="496060" y="661984"/>
                  </a:moveTo>
                  <a:lnTo>
                    <a:pt x="495760" y="662133"/>
                  </a:lnTo>
                  <a:lnTo>
                    <a:pt x="492041" y="664806"/>
                  </a:lnTo>
                  <a:lnTo>
                    <a:pt x="488781" y="668065"/>
                  </a:lnTo>
                  <a:lnTo>
                    <a:pt x="518120" y="697332"/>
                  </a:lnTo>
                  <a:lnTo>
                    <a:pt x="518076" y="697037"/>
                  </a:lnTo>
                  <a:lnTo>
                    <a:pt x="517556" y="695726"/>
                  </a:lnTo>
                  <a:lnTo>
                    <a:pt x="489460" y="667596"/>
                  </a:lnTo>
                  <a:lnTo>
                    <a:pt x="492568" y="664499"/>
                  </a:lnTo>
                  <a:lnTo>
                    <a:pt x="496060" y="661984"/>
                  </a:lnTo>
                  <a:close/>
                </a:path>
                <a:path w="561340" h="816609">
                  <a:moveTo>
                    <a:pt x="517556" y="695726"/>
                  </a:moveTo>
                  <a:lnTo>
                    <a:pt x="518183" y="697307"/>
                  </a:lnTo>
                  <a:lnTo>
                    <a:pt x="518866" y="697037"/>
                  </a:lnTo>
                  <a:lnTo>
                    <a:pt x="517556" y="695726"/>
                  </a:lnTo>
                  <a:close/>
                </a:path>
                <a:path w="561340" h="816609">
                  <a:moveTo>
                    <a:pt x="503403" y="660048"/>
                  </a:moveTo>
                  <a:lnTo>
                    <a:pt x="499938" y="660048"/>
                  </a:lnTo>
                  <a:lnTo>
                    <a:pt x="496060" y="661984"/>
                  </a:lnTo>
                  <a:lnTo>
                    <a:pt x="492568" y="664499"/>
                  </a:lnTo>
                  <a:lnTo>
                    <a:pt x="489460" y="667596"/>
                  </a:lnTo>
                  <a:lnTo>
                    <a:pt x="517556" y="695726"/>
                  </a:lnTo>
                  <a:lnTo>
                    <a:pt x="503403" y="660048"/>
                  </a:lnTo>
                  <a:close/>
                </a:path>
                <a:path w="561340" h="816609">
                  <a:moveTo>
                    <a:pt x="299298" y="31264"/>
                  </a:moveTo>
                  <a:lnTo>
                    <a:pt x="300269" y="36122"/>
                  </a:lnTo>
                  <a:lnTo>
                    <a:pt x="300275" y="47151"/>
                  </a:lnTo>
                  <a:lnTo>
                    <a:pt x="299222" y="52456"/>
                  </a:lnTo>
                  <a:lnTo>
                    <a:pt x="272090" y="81029"/>
                  </a:lnTo>
                  <a:lnTo>
                    <a:pt x="235270" y="95622"/>
                  </a:lnTo>
                  <a:lnTo>
                    <a:pt x="464866" y="673845"/>
                  </a:lnTo>
                  <a:lnTo>
                    <a:pt x="502904" y="658792"/>
                  </a:lnTo>
                  <a:lnTo>
                    <a:pt x="548471" y="658792"/>
                  </a:lnTo>
                  <a:lnTo>
                    <a:pt x="299298" y="31264"/>
                  </a:lnTo>
                  <a:close/>
                </a:path>
                <a:path w="561340" h="816609">
                  <a:moveTo>
                    <a:pt x="265194" y="285"/>
                  </a:moveTo>
                  <a:lnTo>
                    <a:pt x="258011" y="285"/>
                  </a:lnTo>
                  <a:lnTo>
                    <a:pt x="249839" y="1050"/>
                  </a:lnTo>
                  <a:lnTo>
                    <a:pt x="218224" y="30230"/>
                  </a:lnTo>
                  <a:lnTo>
                    <a:pt x="217030" y="47151"/>
                  </a:lnTo>
                  <a:lnTo>
                    <a:pt x="217895" y="51866"/>
                  </a:lnTo>
                  <a:lnTo>
                    <a:pt x="235270" y="95622"/>
                  </a:lnTo>
                  <a:lnTo>
                    <a:pt x="265970" y="83454"/>
                  </a:lnTo>
                  <a:lnTo>
                    <a:pt x="258011" y="83454"/>
                  </a:lnTo>
                  <a:lnTo>
                    <a:pt x="258011" y="41870"/>
                  </a:lnTo>
                  <a:lnTo>
                    <a:pt x="300272" y="41870"/>
                  </a:lnTo>
                  <a:lnTo>
                    <a:pt x="300148" y="35519"/>
                  </a:lnTo>
                  <a:lnTo>
                    <a:pt x="274044" y="3027"/>
                  </a:lnTo>
                  <a:lnTo>
                    <a:pt x="267122" y="667"/>
                  </a:lnTo>
                  <a:lnTo>
                    <a:pt x="265194" y="285"/>
                  </a:lnTo>
                  <a:close/>
                </a:path>
                <a:path w="561340" h="816609">
                  <a:moveTo>
                    <a:pt x="258011" y="41870"/>
                  </a:moveTo>
                  <a:lnTo>
                    <a:pt x="258011" y="83454"/>
                  </a:lnTo>
                  <a:lnTo>
                    <a:pt x="266520" y="82679"/>
                  </a:lnTo>
                  <a:lnTo>
                    <a:pt x="272090" y="81029"/>
                  </a:lnTo>
                  <a:lnTo>
                    <a:pt x="273370" y="80521"/>
                  </a:lnTo>
                  <a:lnTo>
                    <a:pt x="258011" y="41870"/>
                  </a:lnTo>
                  <a:close/>
                </a:path>
                <a:path w="561340" h="816609">
                  <a:moveTo>
                    <a:pt x="272090" y="81029"/>
                  </a:moveTo>
                  <a:lnTo>
                    <a:pt x="266520" y="82679"/>
                  </a:lnTo>
                  <a:lnTo>
                    <a:pt x="258011" y="83454"/>
                  </a:lnTo>
                  <a:lnTo>
                    <a:pt x="265970" y="83454"/>
                  </a:lnTo>
                  <a:lnTo>
                    <a:pt x="272090" y="81029"/>
                  </a:lnTo>
                  <a:close/>
                </a:path>
                <a:path w="561340" h="816609">
                  <a:moveTo>
                    <a:pt x="300272" y="41870"/>
                  </a:moveTo>
                  <a:lnTo>
                    <a:pt x="258011" y="41870"/>
                  </a:lnTo>
                  <a:lnTo>
                    <a:pt x="273370" y="80521"/>
                  </a:lnTo>
                  <a:lnTo>
                    <a:pt x="272090" y="81029"/>
                  </a:lnTo>
                  <a:lnTo>
                    <a:pt x="299222" y="52456"/>
                  </a:lnTo>
                  <a:lnTo>
                    <a:pt x="300275" y="47151"/>
                  </a:lnTo>
                  <a:lnTo>
                    <a:pt x="300272" y="41870"/>
                  </a:lnTo>
                  <a:close/>
                </a:path>
                <a:path w="561340" h="816609">
                  <a:moveTo>
                    <a:pt x="297221" y="26034"/>
                  </a:moveTo>
                  <a:lnTo>
                    <a:pt x="299298" y="31264"/>
                  </a:lnTo>
                  <a:lnTo>
                    <a:pt x="299209" y="30818"/>
                  </a:lnTo>
                  <a:lnTo>
                    <a:pt x="297221" y="26034"/>
                  </a:lnTo>
                  <a:close/>
                </a:path>
                <a:path w="561340" h="816609">
                  <a:moveTo>
                    <a:pt x="295057" y="20824"/>
                  </a:moveTo>
                  <a:lnTo>
                    <a:pt x="297221" y="26034"/>
                  </a:lnTo>
                  <a:lnTo>
                    <a:pt x="295304" y="21207"/>
                  </a:lnTo>
                  <a:lnTo>
                    <a:pt x="295057" y="20824"/>
                  </a:lnTo>
                  <a:close/>
                </a:path>
                <a:path w="561340" h="816609">
                  <a:moveTo>
                    <a:pt x="293646" y="18645"/>
                  </a:moveTo>
                  <a:lnTo>
                    <a:pt x="295057" y="20824"/>
                  </a:lnTo>
                  <a:lnTo>
                    <a:pt x="294977" y="20631"/>
                  </a:lnTo>
                  <a:lnTo>
                    <a:pt x="293646" y="18645"/>
                  </a:lnTo>
                  <a:close/>
                </a:path>
                <a:path w="561340" h="816609">
                  <a:moveTo>
                    <a:pt x="292221" y="16517"/>
                  </a:moveTo>
                  <a:lnTo>
                    <a:pt x="293646" y="18645"/>
                  </a:lnTo>
                  <a:lnTo>
                    <a:pt x="292364" y="16665"/>
                  </a:lnTo>
                  <a:lnTo>
                    <a:pt x="292221" y="16517"/>
                  </a:lnTo>
                  <a:close/>
                </a:path>
                <a:path w="561340" h="816609">
                  <a:moveTo>
                    <a:pt x="288258" y="12437"/>
                  </a:moveTo>
                  <a:lnTo>
                    <a:pt x="292221" y="16517"/>
                  </a:lnTo>
                  <a:lnTo>
                    <a:pt x="291966" y="16136"/>
                  </a:lnTo>
                  <a:lnTo>
                    <a:pt x="288258" y="12437"/>
                  </a:lnTo>
                  <a:close/>
                </a:path>
                <a:path w="561340" h="816609">
                  <a:moveTo>
                    <a:pt x="284304" y="8493"/>
                  </a:moveTo>
                  <a:lnTo>
                    <a:pt x="288258" y="12437"/>
                  </a:lnTo>
                  <a:lnTo>
                    <a:pt x="284675" y="8749"/>
                  </a:lnTo>
                  <a:lnTo>
                    <a:pt x="284304" y="8493"/>
                  </a:lnTo>
                  <a:close/>
                </a:path>
                <a:path w="561340" h="816609">
                  <a:moveTo>
                    <a:pt x="241649" y="3679"/>
                  </a:moveTo>
                  <a:lnTo>
                    <a:pt x="237772" y="5286"/>
                  </a:lnTo>
                  <a:lnTo>
                    <a:pt x="235089" y="7029"/>
                  </a:lnTo>
                  <a:lnTo>
                    <a:pt x="233457" y="8120"/>
                  </a:lnTo>
                  <a:lnTo>
                    <a:pt x="229176" y="12275"/>
                  </a:lnTo>
                  <a:lnTo>
                    <a:pt x="235525" y="7002"/>
                  </a:lnTo>
                  <a:lnTo>
                    <a:pt x="241649" y="3679"/>
                  </a:lnTo>
                  <a:close/>
                </a:path>
                <a:path w="561340" h="816609">
                  <a:moveTo>
                    <a:pt x="233457" y="8120"/>
                  </a:moveTo>
                  <a:lnTo>
                    <a:pt x="233077" y="8374"/>
                  </a:lnTo>
                  <a:lnTo>
                    <a:pt x="229384" y="12067"/>
                  </a:lnTo>
                  <a:lnTo>
                    <a:pt x="233457" y="8120"/>
                  </a:lnTo>
                  <a:close/>
                </a:path>
                <a:path w="561340" h="816609">
                  <a:moveTo>
                    <a:pt x="282141" y="7002"/>
                  </a:moveTo>
                  <a:lnTo>
                    <a:pt x="284304" y="8493"/>
                  </a:lnTo>
                  <a:lnTo>
                    <a:pt x="284153" y="8342"/>
                  </a:lnTo>
                  <a:lnTo>
                    <a:pt x="282141" y="7002"/>
                  </a:lnTo>
                  <a:close/>
                </a:path>
                <a:path w="561340" h="816609">
                  <a:moveTo>
                    <a:pt x="235589" y="6695"/>
                  </a:moveTo>
                  <a:lnTo>
                    <a:pt x="233606" y="7976"/>
                  </a:lnTo>
                  <a:lnTo>
                    <a:pt x="233457" y="8120"/>
                  </a:lnTo>
                  <a:lnTo>
                    <a:pt x="235589" y="6695"/>
                  </a:lnTo>
                  <a:close/>
                </a:path>
                <a:path w="561340" h="816609">
                  <a:moveTo>
                    <a:pt x="280029" y="5594"/>
                  </a:moveTo>
                  <a:lnTo>
                    <a:pt x="282141" y="7002"/>
                  </a:lnTo>
                  <a:lnTo>
                    <a:pt x="280218" y="5676"/>
                  </a:lnTo>
                  <a:lnTo>
                    <a:pt x="280029" y="5594"/>
                  </a:lnTo>
                  <a:close/>
                </a:path>
                <a:path w="561340" h="816609">
                  <a:moveTo>
                    <a:pt x="237772" y="5286"/>
                  </a:moveTo>
                  <a:lnTo>
                    <a:pt x="237578" y="5366"/>
                  </a:lnTo>
                  <a:lnTo>
                    <a:pt x="235589" y="6695"/>
                  </a:lnTo>
                  <a:lnTo>
                    <a:pt x="237772" y="5286"/>
                  </a:lnTo>
                  <a:close/>
                </a:path>
                <a:path w="561340" h="816609">
                  <a:moveTo>
                    <a:pt x="274853" y="3361"/>
                  </a:moveTo>
                  <a:lnTo>
                    <a:pt x="280029" y="5594"/>
                  </a:lnTo>
                  <a:lnTo>
                    <a:pt x="279648" y="5341"/>
                  </a:lnTo>
                  <a:lnTo>
                    <a:pt x="274853" y="3361"/>
                  </a:lnTo>
                  <a:close/>
                </a:path>
                <a:path w="561340" h="816609">
                  <a:moveTo>
                    <a:pt x="241815" y="3589"/>
                  </a:moveTo>
                  <a:lnTo>
                    <a:pt x="238154" y="5039"/>
                  </a:lnTo>
                  <a:lnTo>
                    <a:pt x="237772" y="5286"/>
                  </a:lnTo>
                  <a:lnTo>
                    <a:pt x="241649" y="3679"/>
                  </a:lnTo>
                  <a:lnTo>
                    <a:pt x="241815" y="3589"/>
                  </a:lnTo>
                  <a:close/>
                </a:path>
                <a:path w="561340" h="816609">
                  <a:moveTo>
                    <a:pt x="242976" y="3129"/>
                  </a:moveTo>
                  <a:lnTo>
                    <a:pt x="241815" y="3589"/>
                  </a:lnTo>
                  <a:lnTo>
                    <a:pt x="241649" y="3679"/>
                  </a:lnTo>
                  <a:lnTo>
                    <a:pt x="242976" y="3129"/>
                  </a:lnTo>
                  <a:close/>
                </a:path>
                <a:path w="561340" h="816609">
                  <a:moveTo>
                    <a:pt x="242826" y="3149"/>
                  </a:moveTo>
                  <a:lnTo>
                    <a:pt x="242380" y="3283"/>
                  </a:lnTo>
                  <a:lnTo>
                    <a:pt x="242083" y="3444"/>
                  </a:lnTo>
                  <a:lnTo>
                    <a:pt x="242826" y="3149"/>
                  </a:lnTo>
                  <a:close/>
                </a:path>
                <a:path w="561340" h="816609">
                  <a:moveTo>
                    <a:pt x="269633" y="1205"/>
                  </a:moveTo>
                  <a:lnTo>
                    <a:pt x="274853" y="3361"/>
                  </a:lnTo>
                  <a:lnTo>
                    <a:pt x="270081" y="1302"/>
                  </a:lnTo>
                  <a:lnTo>
                    <a:pt x="269633" y="1205"/>
                  </a:lnTo>
                  <a:close/>
                </a:path>
                <a:path w="561340" h="816609">
                  <a:moveTo>
                    <a:pt x="245179" y="2216"/>
                  </a:moveTo>
                  <a:lnTo>
                    <a:pt x="242826" y="3149"/>
                  </a:lnTo>
                  <a:lnTo>
                    <a:pt x="243224" y="3027"/>
                  </a:lnTo>
                  <a:lnTo>
                    <a:pt x="245179" y="2216"/>
                  </a:lnTo>
                  <a:close/>
                </a:path>
                <a:path w="561340" h="816609">
                  <a:moveTo>
                    <a:pt x="247785" y="1225"/>
                  </a:moveTo>
                  <a:lnTo>
                    <a:pt x="247584" y="1263"/>
                  </a:lnTo>
                  <a:lnTo>
                    <a:pt x="245179" y="2216"/>
                  </a:lnTo>
                  <a:lnTo>
                    <a:pt x="243194" y="3039"/>
                  </a:lnTo>
                  <a:lnTo>
                    <a:pt x="247785" y="1225"/>
                  </a:lnTo>
                  <a:close/>
                </a:path>
                <a:path w="561340" h="816609">
                  <a:moveTo>
                    <a:pt x="258011" y="285"/>
                  </a:moveTo>
                  <a:lnTo>
                    <a:pt x="252704" y="285"/>
                  </a:lnTo>
                  <a:lnTo>
                    <a:pt x="247785" y="1225"/>
                  </a:lnTo>
                  <a:lnTo>
                    <a:pt x="243235" y="3027"/>
                  </a:lnTo>
                  <a:lnTo>
                    <a:pt x="249892" y="1035"/>
                  </a:lnTo>
                  <a:lnTo>
                    <a:pt x="258011" y="285"/>
                  </a:lnTo>
                  <a:close/>
                </a:path>
                <a:path w="561340" h="816609">
                  <a:moveTo>
                    <a:pt x="248225" y="1050"/>
                  </a:moveTo>
                  <a:lnTo>
                    <a:pt x="247778" y="1140"/>
                  </a:lnTo>
                  <a:lnTo>
                    <a:pt x="245179" y="2216"/>
                  </a:lnTo>
                  <a:lnTo>
                    <a:pt x="247584" y="1263"/>
                  </a:lnTo>
                  <a:lnTo>
                    <a:pt x="247834" y="1205"/>
                  </a:lnTo>
                  <a:lnTo>
                    <a:pt x="248225" y="1050"/>
                  </a:lnTo>
                  <a:close/>
                </a:path>
                <a:path w="561340" h="816609">
                  <a:moveTo>
                    <a:pt x="258917" y="78"/>
                  </a:moveTo>
                  <a:lnTo>
                    <a:pt x="253298" y="81"/>
                  </a:lnTo>
                  <a:lnTo>
                    <a:pt x="250748" y="548"/>
                  </a:lnTo>
                  <a:lnTo>
                    <a:pt x="248225" y="1050"/>
                  </a:lnTo>
                  <a:lnTo>
                    <a:pt x="247785" y="1225"/>
                  </a:lnTo>
                  <a:lnTo>
                    <a:pt x="252704" y="285"/>
                  </a:lnTo>
                  <a:lnTo>
                    <a:pt x="265194" y="285"/>
                  </a:lnTo>
                  <a:lnTo>
                    <a:pt x="264579" y="163"/>
                  </a:lnTo>
                  <a:lnTo>
                    <a:pt x="258917" y="78"/>
                  </a:lnTo>
                  <a:close/>
                </a:path>
                <a:path w="561340" h="816609">
                  <a:moveTo>
                    <a:pt x="267122" y="667"/>
                  </a:moveTo>
                  <a:lnTo>
                    <a:pt x="269633" y="1205"/>
                  </a:lnTo>
                  <a:lnTo>
                    <a:pt x="269443" y="1127"/>
                  </a:lnTo>
                  <a:lnTo>
                    <a:pt x="267122" y="667"/>
                  </a:lnTo>
                  <a:close/>
                </a:path>
                <a:path w="561340" h="816609">
                  <a:moveTo>
                    <a:pt x="250748" y="548"/>
                  </a:moveTo>
                  <a:lnTo>
                    <a:pt x="248419" y="974"/>
                  </a:lnTo>
                  <a:lnTo>
                    <a:pt x="248225" y="1050"/>
                  </a:lnTo>
                  <a:lnTo>
                    <a:pt x="250748" y="548"/>
                  </a:lnTo>
                  <a:close/>
                </a:path>
                <a:path w="561340" h="816609">
                  <a:moveTo>
                    <a:pt x="264579" y="163"/>
                  </a:moveTo>
                  <a:lnTo>
                    <a:pt x="267122" y="667"/>
                  </a:lnTo>
                  <a:lnTo>
                    <a:pt x="264787" y="166"/>
                  </a:lnTo>
                  <a:lnTo>
                    <a:pt x="264579" y="163"/>
                  </a:lnTo>
                  <a:close/>
                </a:path>
                <a:path w="561340" h="816609">
                  <a:moveTo>
                    <a:pt x="253299" y="81"/>
                  </a:moveTo>
                  <a:lnTo>
                    <a:pt x="253089" y="81"/>
                  </a:lnTo>
                  <a:lnTo>
                    <a:pt x="250748" y="548"/>
                  </a:lnTo>
                  <a:lnTo>
                    <a:pt x="253299" y="81"/>
                  </a:lnTo>
                  <a:close/>
                </a:path>
                <a:path w="561340" h="816609">
                  <a:moveTo>
                    <a:pt x="264131" y="75"/>
                  </a:moveTo>
                  <a:lnTo>
                    <a:pt x="258917" y="78"/>
                  </a:lnTo>
                  <a:lnTo>
                    <a:pt x="264579" y="163"/>
                  </a:lnTo>
                  <a:lnTo>
                    <a:pt x="264131" y="75"/>
                  </a:lnTo>
                  <a:close/>
                </a:path>
                <a:path w="561340" h="816609">
                  <a:moveTo>
                    <a:pt x="253745" y="0"/>
                  </a:moveTo>
                  <a:lnTo>
                    <a:pt x="253299" y="81"/>
                  </a:lnTo>
                  <a:lnTo>
                    <a:pt x="258917" y="78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32" y="8393679"/>
              <a:ext cx="2464992" cy="189332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98170" y="0"/>
            <a:ext cx="5486399" cy="1028390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836922" y="7482043"/>
            <a:ext cx="1847214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5140" algn="l"/>
              </a:tabLst>
            </a:pP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EA</a:t>
            </a:r>
            <a:r>
              <a:rPr sz="18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3831" y="8589003"/>
            <a:ext cx="5803900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7780" marR="5080" indent="-1275715">
              <a:lnSpc>
                <a:spcPct val="115799"/>
              </a:lnSpc>
              <a:spcBef>
                <a:spcPts val="100"/>
              </a:spcBef>
              <a:tabLst>
                <a:tab pos="3082290" algn="l"/>
              </a:tabLst>
            </a:pPr>
            <a:r>
              <a:rPr sz="3400" b="1" spc="140" dirty="0">
                <a:latin typeface="Trebuchet MS"/>
                <a:cs typeface="Trebuchet MS"/>
              </a:rPr>
              <a:t>Р</a:t>
            </a:r>
            <a:r>
              <a:rPr sz="3400" b="1" spc="420" dirty="0">
                <a:latin typeface="Trebuchet MS"/>
                <a:cs typeface="Trebuchet MS"/>
              </a:rPr>
              <a:t>и</a:t>
            </a:r>
            <a:r>
              <a:rPr sz="3400" b="1" spc="70" dirty="0">
                <a:latin typeface="Trebuchet MS"/>
                <a:cs typeface="Trebuchet MS"/>
              </a:rPr>
              <a:t>с</a:t>
            </a:r>
            <a:r>
              <a:rPr sz="3400" b="1" spc="225" dirty="0">
                <a:latin typeface="Trebuchet MS"/>
                <a:cs typeface="Trebuchet MS"/>
              </a:rPr>
              <a:t>у</a:t>
            </a:r>
            <a:r>
              <a:rPr sz="3400" b="1" spc="240" dirty="0">
                <a:latin typeface="Trebuchet MS"/>
                <a:cs typeface="Trebuchet MS"/>
              </a:rPr>
              <a:t>н</a:t>
            </a:r>
            <a:r>
              <a:rPr sz="3400" b="1" spc="220" dirty="0">
                <a:latin typeface="Trebuchet MS"/>
                <a:cs typeface="Trebuchet MS"/>
              </a:rPr>
              <a:t>о</a:t>
            </a:r>
            <a:r>
              <a:rPr sz="3400" b="1" spc="440" dirty="0">
                <a:latin typeface="Trebuchet MS"/>
                <a:cs typeface="Trebuchet MS"/>
              </a:rPr>
              <a:t>к</a:t>
            </a:r>
            <a:r>
              <a:rPr sz="3400" b="1" spc="-145" dirty="0">
                <a:latin typeface="Trebuchet MS"/>
                <a:cs typeface="Trebuchet MS"/>
              </a:rPr>
              <a:t> </a:t>
            </a:r>
            <a:r>
              <a:rPr sz="3400" b="1" dirty="0">
                <a:latin typeface="Trebuchet MS"/>
                <a:cs typeface="Trebuchet MS"/>
              </a:rPr>
              <a:t>1</a:t>
            </a:r>
            <a:r>
              <a:rPr sz="3400" b="1" spc="-145" dirty="0">
                <a:latin typeface="Trebuchet MS"/>
                <a:cs typeface="Trebuchet MS"/>
              </a:rPr>
              <a:t> </a:t>
            </a:r>
            <a:r>
              <a:rPr sz="3400" b="1" spc="900" dirty="0">
                <a:latin typeface="Trebuchet MS"/>
                <a:cs typeface="Trebuchet MS"/>
              </a:rPr>
              <a:t>—</a:t>
            </a:r>
            <a:r>
              <a:rPr sz="3400" b="1" dirty="0">
                <a:latin typeface="Trebuchet MS"/>
                <a:cs typeface="Trebuchet MS"/>
              </a:rPr>
              <a:t>	</a:t>
            </a:r>
            <a:r>
              <a:rPr sz="3400" b="1" spc="280" dirty="0">
                <a:latin typeface="Trebuchet MS"/>
                <a:cs typeface="Trebuchet MS"/>
              </a:rPr>
              <a:t>Д</a:t>
            </a:r>
            <a:r>
              <a:rPr sz="3400" b="1" spc="420" dirty="0">
                <a:latin typeface="Trebuchet MS"/>
                <a:cs typeface="Trebuchet MS"/>
              </a:rPr>
              <a:t>и</a:t>
            </a:r>
            <a:r>
              <a:rPr sz="3400" b="1" spc="295" dirty="0">
                <a:latin typeface="Trebuchet MS"/>
                <a:cs typeface="Trebuchet MS"/>
              </a:rPr>
              <a:t>а</a:t>
            </a:r>
            <a:r>
              <a:rPr sz="3400" b="1" spc="125" dirty="0">
                <a:latin typeface="Trebuchet MS"/>
                <a:cs typeface="Trebuchet MS"/>
              </a:rPr>
              <a:t>г</a:t>
            </a:r>
            <a:r>
              <a:rPr sz="3400" b="1" spc="190" dirty="0">
                <a:latin typeface="Trebuchet MS"/>
                <a:cs typeface="Trebuchet MS"/>
              </a:rPr>
              <a:t>р</a:t>
            </a:r>
            <a:r>
              <a:rPr sz="3400" b="1" spc="295" dirty="0">
                <a:latin typeface="Trebuchet MS"/>
                <a:cs typeface="Trebuchet MS"/>
              </a:rPr>
              <a:t>а</a:t>
            </a:r>
            <a:r>
              <a:rPr sz="3400" b="1" spc="465" dirty="0">
                <a:latin typeface="Trebuchet MS"/>
                <a:cs typeface="Trebuchet MS"/>
              </a:rPr>
              <a:t>мм</a:t>
            </a:r>
            <a:r>
              <a:rPr sz="3400" b="1" spc="210" dirty="0">
                <a:latin typeface="Trebuchet MS"/>
                <a:cs typeface="Trebuchet MS"/>
              </a:rPr>
              <a:t>а  </a:t>
            </a:r>
            <a:r>
              <a:rPr sz="3400" b="1" spc="270" dirty="0">
                <a:latin typeface="Trebuchet MS"/>
                <a:cs typeface="Trebuchet MS"/>
              </a:rPr>
              <a:t>прецедентов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0" y="221978"/>
            <a:ext cx="12418275" cy="78168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54200" y="6102344"/>
            <a:ext cx="3590395" cy="396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28" y="16578"/>
            <a:ext cx="1856748" cy="596791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52313" y="8083544"/>
            <a:ext cx="646430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9320" marR="5080" indent="-2167255">
              <a:lnSpc>
                <a:spcPct val="115599"/>
              </a:lnSpc>
              <a:spcBef>
                <a:spcPts val="100"/>
              </a:spcBef>
            </a:pPr>
            <a:r>
              <a:rPr sz="4000" spc="120" dirty="0">
                <a:solidFill>
                  <a:srgbClr val="000000"/>
                </a:solidFill>
              </a:rPr>
              <a:t>Рисунок</a:t>
            </a:r>
            <a:r>
              <a:rPr sz="4000" spc="-130" dirty="0">
                <a:solidFill>
                  <a:srgbClr val="000000"/>
                </a:solidFill>
              </a:rPr>
              <a:t> </a:t>
            </a:r>
            <a:r>
              <a:rPr sz="4000" i="1" spc="-30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r>
              <a:rPr sz="4000" i="1"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i="1" spc="375" dirty="0">
                <a:solidFill>
                  <a:srgbClr val="000000"/>
                </a:solidFill>
                <a:latin typeface="Calibri"/>
                <a:cs typeface="Calibri"/>
              </a:rPr>
              <a:t>—</a:t>
            </a:r>
            <a:r>
              <a:rPr sz="4000" i="1"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254" dirty="0">
                <a:solidFill>
                  <a:srgbClr val="000000"/>
                </a:solidFill>
              </a:rPr>
              <a:t>Диаграмма </a:t>
            </a:r>
            <a:r>
              <a:rPr sz="4000" spc="-1095" dirty="0">
                <a:solidFill>
                  <a:srgbClr val="000000"/>
                </a:solidFill>
              </a:rPr>
              <a:t> </a:t>
            </a:r>
            <a:r>
              <a:rPr sz="4000" spc="60" dirty="0">
                <a:solidFill>
                  <a:srgbClr val="000000"/>
                </a:solidFill>
              </a:rPr>
              <a:t>классов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96" y="-519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190788" y="803744"/>
            <a:ext cx="2097405" cy="1958975"/>
          </a:xfrm>
          <a:custGeom>
            <a:avLst/>
            <a:gdLst/>
            <a:ahLst/>
            <a:cxnLst/>
            <a:rect l="l" t="t" r="r" b="b"/>
            <a:pathLst>
              <a:path w="2097405" h="1958975">
                <a:moveTo>
                  <a:pt x="1048671" y="1958505"/>
                </a:moveTo>
                <a:lnTo>
                  <a:pt x="984059" y="1956672"/>
                </a:lnTo>
                <a:lnTo>
                  <a:pt x="922772" y="1951365"/>
                </a:lnTo>
                <a:lnTo>
                  <a:pt x="865630" y="1942875"/>
                </a:lnTo>
                <a:lnTo>
                  <a:pt x="813451" y="1931488"/>
                </a:lnTo>
                <a:lnTo>
                  <a:pt x="767053" y="1917495"/>
                </a:lnTo>
                <a:lnTo>
                  <a:pt x="727256" y="1901184"/>
                </a:lnTo>
                <a:lnTo>
                  <a:pt x="670736" y="1862763"/>
                </a:lnTo>
                <a:lnTo>
                  <a:pt x="650441" y="1818536"/>
                </a:lnTo>
                <a:lnTo>
                  <a:pt x="655393" y="1796368"/>
                </a:lnTo>
                <a:lnTo>
                  <a:pt x="692760" y="1755624"/>
                </a:lnTo>
                <a:lnTo>
                  <a:pt x="762881" y="1721015"/>
                </a:lnTo>
                <a:lnTo>
                  <a:pt x="808806" y="1706757"/>
                </a:lnTo>
                <a:lnTo>
                  <a:pt x="860620" y="1695089"/>
                </a:lnTo>
                <a:lnTo>
                  <a:pt x="917496" y="1686300"/>
                </a:lnTo>
                <a:lnTo>
                  <a:pt x="978603" y="1680680"/>
                </a:lnTo>
                <a:lnTo>
                  <a:pt x="978603" y="1491741"/>
                </a:lnTo>
                <a:lnTo>
                  <a:pt x="139304" y="1491741"/>
                </a:lnTo>
                <a:lnTo>
                  <a:pt x="121594" y="1490619"/>
                </a:lnTo>
                <a:lnTo>
                  <a:pt x="72933" y="1474915"/>
                </a:lnTo>
                <a:lnTo>
                  <a:pt x="34018" y="1443475"/>
                </a:lnTo>
                <a:lnTo>
                  <a:pt x="6260" y="1393659"/>
                </a:lnTo>
                <a:lnTo>
                  <a:pt x="0" y="1352225"/>
                </a:lnTo>
                <a:lnTo>
                  <a:pt x="0" y="793633"/>
                </a:lnTo>
                <a:lnTo>
                  <a:pt x="155369" y="793633"/>
                </a:lnTo>
                <a:lnTo>
                  <a:pt x="155369" y="1336304"/>
                </a:lnTo>
                <a:lnTo>
                  <a:pt x="1941972" y="1336304"/>
                </a:lnTo>
                <a:lnTo>
                  <a:pt x="1941972" y="155436"/>
                </a:lnTo>
                <a:lnTo>
                  <a:pt x="1000551" y="155436"/>
                </a:lnTo>
                <a:lnTo>
                  <a:pt x="1000551" y="0"/>
                </a:lnTo>
                <a:lnTo>
                  <a:pt x="1957961" y="0"/>
                </a:lnTo>
                <a:lnTo>
                  <a:pt x="2001933" y="7127"/>
                </a:lnTo>
                <a:lnTo>
                  <a:pt x="2040166" y="26956"/>
                </a:lnTo>
                <a:lnTo>
                  <a:pt x="2070344" y="57157"/>
                </a:lnTo>
                <a:lnTo>
                  <a:pt x="2090150" y="95403"/>
                </a:lnTo>
                <a:lnTo>
                  <a:pt x="2097266" y="139365"/>
                </a:lnTo>
                <a:lnTo>
                  <a:pt x="2097266" y="1352225"/>
                </a:lnTo>
                <a:lnTo>
                  <a:pt x="2091006" y="1393659"/>
                </a:lnTo>
                <a:lnTo>
                  <a:pt x="2073433" y="1430170"/>
                </a:lnTo>
                <a:lnTo>
                  <a:pt x="2024295" y="1474877"/>
                </a:lnTo>
                <a:lnTo>
                  <a:pt x="1957961" y="1491741"/>
                </a:lnTo>
                <a:lnTo>
                  <a:pt x="1118663" y="1491741"/>
                </a:lnTo>
                <a:lnTo>
                  <a:pt x="1118663" y="1680680"/>
                </a:lnTo>
                <a:lnTo>
                  <a:pt x="1178140" y="1686112"/>
                </a:lnTo>
                <a:lnTo>
                  <a:pt x="1233644" y="1694535"/>
                </a:lnTo>
                <a:lnTo>
                  <a:pt x="1284396" y="1705690"/>
                </a:lnTo>
                <a:lnTo>
                  <a:pt x="1329619" y="1719313"/>
                </a:lnTo>
                <a:lnTo>
                  <a:pt x="1378490" y="1740058"/>
                </a:lnTo>
                <a:lnTo>
                  <a:pt x="1415411" y="1763888"/>
                </a:lnTo>
                <a:lnTo>
                  <a:pt x="1446900" y="1818536"/>
                </a:lnTo>
                <a:lnTo>
                  <a:pt x="1441688" y="1841231"/>
                </a:lnTo>
                <a:lnTo>
                  <a:pt x="1402450" y="1882843"/>
                </a:lnTo>
                <a:lnTo>
                  <a:pt x="1330260" y="1917495"/>
                </a:lnTo>
                <a:lnTo>
                  <a:pt x="1283858" y="1931488"/>
                </a:lnTo>
                <a:lnTo>
                  <a:pt x="1231678" y="1942875"/>
                </a:lnTo>
                <a:lnTo>
                  <a:pt x="1174540" y="1951365"/>
                </a:lnTo>
                <a:lnTo>
                  <a:pt x="1113264" y="1956672"/>
                </a:lnTo>
                <a:lnTo>
                  <a:pt x="1048671" y="1958505"/>
                </a:lnTo>
                <a:close/>
              </a:path>
            </a:pathLst>
          </a:custGeom>
          <a:solidFill>
            <a:srgbClr val="427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763747" y="674188"/>
            <a:ext cx="355600" cy="410845"/>
          </a:xfrm>
          <a:custGeom>
            <a:avLst/>
            <a:gdLst/>
            <a:ahLst/>
            <a:cxnLst/>
            <a:rect l="l" t="t" r="r" b="b"/>
            <a:pathLst>
              <a:path w="355600" h="410844">
                <a:moveTo>
                  <a:pt x="351543" y="410323"/>
                </a:moveTo>
                <a:lnTo>
                  <a:pt x="0" y="207198"/>
                </a:lnTo>
                <a:lnTo>
                  <a:pt x="0" y="203124"/>
                </a:lnTo>
                <a:lnTo>
                  <a:pt x="348677" y="1659"/>
                </a:lnTo>
                <a:lnTo>
                  <a:pt x="351543" y="0"/>
                </a:lnTo>
                <a:lnTo>
                  <a:pt x="355088" y="2112"/>
                </a:lnTo>
                <a:lnTo>
                  <a:pt x="355088" y="101335"/>
                </a:lnTo>
                <a:lnTo>
                  <a:pt x="354333" y="102769"/>
                </a:lnTo>
                <a:lnTo>
                  <a:pt x="180636" y="203124"/>
                </a:lnTo>
                <a:lnTo>
                  <a:pt x="180636" y="207198"/>
                </a:lnTo>
                <a:lnTo>
                  <a:pt x="354333" y="307553"/>
                </a:lnTo>
                <a:lnTo>
                  <a:pt x="355088" y="308911"/>
                </a:lnTo>
                <a:lnTo>
                  <a:pt x="355088" y="408210"/>
                </a:lnTo>
                <a:lnTo>
                  <a:pt x="351543" y="410323"/>
                </a:lnTo>
                <a:close/>
              </a:path>
            </a:pathLst>
          </a:custGeom>
          <a:solidFill>
            <a:srgbClr val="427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48012" y="598359"/>
            <a:ext cx="680085" cy="563880"/>
          </a:xfrm>
          <a:custGeom>
            <a:avLst/>
            <a:gdLst/>
            <a:ahLst/>
            <a:cxnLst/>
            <a:rect l="l" t="t" r="r" b="b"/>
            <a:pathLst>
              <a:path w="680084" h="563880">
                <a:moveTo>
                  <a:pt x="295516" y="2260"/>
                </a:moveTo>
                <a:lnTo>
                  <a:pt x="207111" y="0"/>
                </a:lnTo>
                <a:lnTo>
                  <a:pt x="0" y="559727"/>
                </a:lnTo>
                <a:lnTo>
                  <a:pt x="87871" y="563575"/>
                </a:lnTo>
                <a:lnTo>
                  <a:pt x="295516" y="2260"/>
                </a:lnTo>
                <a:close/>
              </a:path>
              <a:path w="680084" h="563880">
                <a:moveTo>
                  <a:pt x="679856" y="278955"/>
                </a:moveTo>
                <a:lnTo>
                  <a:pt x="328244" y="75831"/>
                </a:lnTo>
                <a:lnTo>
                  <a:pt x="324700" y="77952"/>
                </a:lnTo>
                <a:lnTo>
                  <a:pt x="324700" y="177165"/>
                </a:lnTo>
                <a:lnTo>
                  <a:pt x="325526" y="178600"/>
                </a:lnTo>
                <a:lnTo>
                  <a:pt x="499224" y="278955"/>
                </a:lnTo>
                <a:lnTo>
                  <a:pt x="499224" y="283032"/>
                </a:lnTo>
                <a:lnTo>
                  <a:pt x="325526" y="383387"/>
                </a:lnTo>
                <a:lnTo>
                  <a:pt x="324700" y="384746"/>
                </a:lnTo>
                <a:lnTo>
                  <a:pt x="324700" y="484047"/>
                </a:lnTo>
                <a:lnTo>
                  <a:pt x="328244" y="486156"/>
                </a:lnTo>
                <a:lnTo>
                  <a:pt x="331114" y="484492"/>
                </a:lnTo>
                <a:lnTo>
                  <a:pt x="679856" y="283032"/>
                </a:lnTo>
                <a:lnTo>
                  <a:pt x="679856" y="278955"/>
                </a:lnTo>
                <a:close/>
              </a:path>
            </a:pathLst>
          </a:custGeom>
          <a:solidFill>
            <a:srgbClr val="427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06777" y="270090"/>
            <a:ext cx="1578610" cy="1221105"/>
          </a:xfrm>
          <a:custGeom>
            <a:avLst/>
            <a:gdLst/>
            <a:ahLst/>
            <a:cxnLst/>
            <a:rect l="l" t="t" r="r" b="b"/>
            <a:pathLst>
              <a:path w="1578609" h="1221105">
                <a:moveTo>
                  <a:pt x="1578063" y="0"/>
                </a:moveTo>
                <a:lnTo>
                  <a:pt x="0" y="0"/>
                </a:lnTo>
                <a:lnTo>
                  <a:pt x="0" y="119405"/>
                </a:lnTo>
                <a:lnTo>
                  <a:pt x="0" y="1100048"/>
                </a:lnTo>
                <a:lnTo>
                  <a:pt x="0" y="1220724"/>
                </a:lnTo>
                <a:lnTo>
                  <a:pt x="1578063" y="1220724"/>
                </a:lnTo>
                <a:lnTo>
                  <a:pt x="1578063" y="1100404"/>
                </a:lnTo>
                <a:lnTo>
                  <a:pt x="1578063" y="1100048"/>
                </a:lnTo>
                <a:lnTo>
                  <a:pt x="1578063" y="119710"/>
                </a:lnTo>
                <a:lnTo>
                  <a:pt x="1457756" y="119710"/>
                </a:lnTo>
                <a:lnTo>
                  <a:pt x="1457756" y="1100048"/>
                </a:lnTo>
                <a:lnTo>
                  <a:pt x="120218" y="1100048"/>
                </a:lnTo>
                <a:lnTo>
                  <a:pt x="120218" y="119405"/>
                </a:lnTo>
                <a:lnTo>
                  <a:pt x="1578063" y="119405"/>
                </a:lnTo>
                <a:lnTo>
                  <a:pt x="1578063" y="0"/>
                </a:lnTo>
                <a:close/>
              </a:path>
            </a:pathLst>
          </a:custGeom>
          <a:solidFill>
            <a:srgbClr val="427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506783" y="0"/>
            <a:ext cx="1578610" cy="197485"/>
          </a:xfrm>
          <a:custGeom>
            <a:avLst/>
            <a:gdLst/>
            <a:ahLst/>
            <a:cxnLst/>
            <a:rect l="l" t="t" r="r" b="b"/>
            <a:pathLst>
              <a:path w="1578609" h="197485">
                <a:moveTo>
                  <a:pt x="1578060" y="197465"/>
                </a:moveTo>
                <a:lnTo>
                  <a:pt x="0" y="197465"/>
                </a:lnTo>
                <a:lnTo>
                  <a:pt x="5210" y="152196"/>
                </a:lnTo>
                <a:lnTo>
                  <a:pt x="20053" y="110635"/>
                </a:lnTo>
                <a:lnTo>
                  <a:pt x="43346" y="73971"/>
                </a:lnTo>
                <a:lnTo>
                  <a:pt x="73907" y="43388"/>
                </a:lnTo>
                <a:lnTo>
                  <a:pt x="110555" y="20074"/>
                </a:lnTo>
                <a:lnTo>
                  <a:pt x="152106" y="5216"/>
                </a:lnTo>
                <a:lnTo>
                  <a:pt x="197380" y="0"/>
                </a:lnTo>
                <a:lnTo>
                  <a:pt x="1380680" y="0"/>
                </a:lnTo>
                <a:lnTo>
                  <a:pt x="1425929" y="5216"/>
                </a:lnTo>
                <a:lnTo>
                  <a:pt x="1467471" y="20074"/>
                </a:lnTo>
                <a:lnTo>
                  <a:pt x="1504120" y="43388"/>
                </a:lnTo>
                <a:lnTo>
                  <a:pt x="1022575" y="58703"/>
                </a:lnTo>
                <a:lnTo>
                  <a:pt x="1009896" y="61269"/>
                </a:lnTo>
                <a:lnTo>
                  <a:pt x="234412" y="61269"/>
                </a:lnTo>
                <a:lnTo>
                  <a:pt x="219848" y="64209"/>
                </a:lnTo>
                <a:lnTo>
                  <a:pt x="207958" y="72229"/>
                </a:lnTo>
                <a:lnTo>
                  <a:pt x="199942" y="84125"/>
                </a:lnTo>
                <a:lnTo>
                  <a:pt x="197002" y="98694"/>
                </a:lnTo>
                <a:lnTo>
                  <a:pt x="199942" y="113308"/>
                </a:lnTo>
                <a:lnTo>
                  <a:pt x="207958" y="125226"/>
                </a:lnTo>
                <a:lnTo>
                  <a:pt x="219848" y="133254"/>
                </a:lnTo>
                <a:lnTo>
                  <a:pt x="234412" y="136195"/>
                </a:lnTo>
                <a:lnTo>
                  <a:pt x="1009901" y="136195"/>
                </a:lnTo>
                <a:lnTo>
                  <a:pt x="1022575" y="138761"/>
                </a:lnTo>
                <a:lnTo>
                  <a:pt x="1568044" y="138761"/>
                </a:lnTo>
                <a:lnTo>
                  <a:pt x="1572845" y="152196"/>
                </a:lnTo>
                <a:lnTo>
                  <a:pt x="1578060" y="197465"/>
                </a:lnTo>
                <a:close/>
              </a:path>
              <a:path w="1578609" h="197485">
                <a:moveTo>
                  <a:pt x="1181791" y="138761"/>
                </a:moveTo>
                <a:lnTo>
                  <a:pt x="1022575" y="138761"/>
                </a:lnTo>
                <a:lnTo>
                  <a:pt x="1038143" y="135609"/>
                </a:lnTo>
                <a:lnTo>
                  <a:pt x="1050849" y="127018"/>
                </a:lnTo>
                <a:lnTo>
                  <a:pt x="1059410" y="114282"/>
                </a:lnTo>
                <a:lnTo>
                  <a:pt x="1062548" y="98694"/>
                </a:lnTo>
                <a:lnTo>
                  <a:pt x="1059410" y="83151"/>
                </a:lnTo>
                <a:lnTo>
                  <a:pt x="1050849" y="70437"/>
                </a:lnTo>
                <a:lnTo>
                  <a:pt x="1038143" y="61854"/>
                </a:lnTo>
                <a:lnTo>
                  <a:pt x="1022575" y="58703"/>
                </a:lnTo>
                <a:lnTo>
                  <a:pt x="1181791" y="58703"/>
                </a:lnTo>
                <a:lnTo>
                  <a:pt x="1166254" y="61854"/>
                </a:lnTo>
                <a:lnTo>
                  <a:pt x="1153545" y="70437"/>
                </a:lnTo>
                <a:lnTo>
                  <a:pt x="1144966" y="83151"/>
                </a:lnTo>
                <a:lnTo>
                  <a:pt x="1141817" y="98694"/>
                </a:lnTo>
                <a:lnTo>
                  <a:pt x="1144966" y="114282"/>
                </a:lnTo>
                <a:lnTo>
                  <a:pt x="1153545" y="127018"/>
                </a:lnTo>
                <a:lnTo>
                  <a:pt x="1166254" y="135609"/>
                </a:lnTo>
                <a:lnTo>
                  <a:pt x="1181791" y="138761"/>
                </a:lnTo>
                <a:close/>
              </a:path>
              <a:path w="1578609" h="197485">
                <a:moveTo>
                  <a:pt x="1341083" y="138761"/>
                </a:moveTo>
                <a:lnTo>
                  <a:pt x="1181791" y="138761"/>
                </a:lnTo>
                <a:lnTo>
                  <a:pt x="1197360" y="135609"/>
                </a:lnTo>
                <a:lnTo>
                  <a:pt x="1210065" y="127018"/>
                </a:lnTo>
                <a:lnTo>
                  <a:pt x="1218627" y="114282"/>
                </a:lnTo>
                <a:lnTo>
                  <a:pt x="1221765" y="98694"/>
                </a:lnTo>
                <a:lnTo>
                  <a:pt x="1218627" y="83151"/>
                </a:lnTo>
                <a:lnTo>
                  <a:pt x="1210065" y="70437"/>
                </a:lnTo>
                <a:lnTo>
                  <a:pt x="1197360" y="61854"/>
                </a:lnTo>
                <a:lnTo>
                  <a:pt x="1181791" y="58703"/>
                </a:lnTo>
                <a:lnTo>
                  <a:pt x="1341083" y="58703"/>
                </a:lnTo>
                <a:lnTo>
                  <a:pt x="1325514" y="61854"/>
                </a:lnTo>
                <a:lnTo>
                  <a:pt x="1312809" y="70437"/>
                </a:lnTo>
                <a:lnTo>
                  <a:pt x="1304247" y="83151"/>
                </a:lnTo>
                <a:lnTo>
                  <a:pt x="1301109" y="98694"/>
                </a:lnTo>
                <a:lnTo>
                  <a:pt x="1304247" y="114282"/>
                </a:lnTo>
                <a:lnTo>
                  <a:pt x="1312809" y="127018"/>
                </a:lnTo>
                <a:lnTo>
                  <a:pt x="1325514" y="135609"/>
                </a:lnTo>
                <a:lnTo>
                  <a:pt x="1341083" y="138761"/>
                </a:lnTo>
                <a:close/>
              </a:path>
              <a:path w="1578609" h="197485">
                <a:moveTo>
                  <a:pt x="1568044" y="138761"/>
                </a:moveTo>
                <a:lnTo>
                  <a:pt x="1341083" y="138761"/>
                </a:lnTo>
                <a:lnTo>
                  <a:pt x="1356652" y="135609"/>
                </a:lnTo>
                <a:lnTo>
                  <a:pt x="1369357" y="127018"/>
                </a:lnTo>
                <a:lnTo>
                  <a:pt x="1377918" y="114282"/>
                </a:lnTo>
                <a:lnTo>
                  <a:pt x="1381057" y="98694"/>
                </a:lnTo>
                <a:lnTo>
                  <a:pt x="1377918" y="83151"/>
                </a:lnTo>
                <a:lnTo>
                  <a:pt x="1369357" y="70437"/>
                </a:lnTo>
                <a:lnTo>
                  <a:pt x="1356652" y="61854"/>
                </a:lnTo>
                <a:lnTo>
                  <a:pt x="1341083" y="58703"/>
                </a:lnTo>
                <a:lnTo>
                  <a:pt x="1519429" y="58703"/>
                </a:lnTo>
                <a:lnTo>
                  <a:pt x="1534690" y="73971"/>
                </a:lnTo>
                <a:lnTo>
                  <a:pt x="1557993" y="110635"/>
                </a:lnTo>
                <a:lnTo>
                  <a:pt x="1568044" y="138761"/>
                </a:lnTo>
                <a:close/>
              </a:path>
              <a:path w="1578609" h="197485">
                <a:moveTo>
                  <a:pt x="1009901" y="136195"/>
                </a:moveTo>
                <a:lnTo>
                  <a:pt x="873088" y="136195"/>
                </a:lnTo>
                <a:lnTo>
                  <a:pt x="887651" y="133254"/>
                </a:lnTo>
                <a:lnTo>
                  <a:pt x="899542" y="125226"/>
                </a:lnTo>
                <a:lnTo>
                  <a:pt x="907558" y="113308"/>
                </a:lnTo>
                <a:lnTo>
                  <a:pt x="910497" y="98694"/>
                </a:lnTo>
                <a:lnTo>
                  <a:pt x="907558" y="84125"/>
                </a:lnTo>
                <a:lnTo>
                  <a:pt x="899542" y="72229"/>
                </a:lnTo>
                <a:lnTo>
                  <a:pt x="887651" y="64209"/>
                </a:lnTo>
                <a:lnTo>
                  <a:pt x="873088" y="61269"/>
                </a:lnTo>
                <a:lnTo>
                  <a:pt x="1009896" y="61269"/>
                </a:lnTo>
                <a:lnTo>
                  <a:pt x="1007006" y="61854"/>
                </a:lnTo>
                <a:lnTo>
                  <a:pt x="994301" y="70437"/>
                </a:lnTo>
                <a:lnTo>
                  <a:pt x="985739" y="83151"/>
                </a:lnTo>
                <a:lnTo>
                  <a:pt x="982601" y="98694"/>
                </a:lnTo>
                <a:lnTo>
                  <a:pt x="985739" y="114282"/>
                </a:lnTo>
                <a:lnTo>
                  <a:pt x="994301" y="127018"/>
                </a:lnTo>
                <a:lnTo>
                  <a:pt x="1007006" y="135609"/>
                </a:lnTo>
                <a:lnTo>
                  <a:pt x="1009901" y="136195"/>
                </a:lnTo>
                <a:close/>
              </a:path>
            </a:pathLst>
          </a:custGeom>
          <a:solidFill>
            <a:srgbClr val="427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93427" y="9157563"/>
            <a:ext cx="88265" cy="467995"/>
          </a:xfrm>
          <a:custGeom>
            <a:avLst/>
            <a:gdLst/>
            <a:ahLst/>
            <a:cxnLst/>
            <a:rect l="l" t="t" r="r" b="b"/>
            <a:pathLst>
              <a:path w="88264" h="467995">
                <a:moveTo>
                  <a:pt x="40411" y="0"/>
                </a:moveTo>
                <a:lnTo>
                  <a:pt x="22898" y="41617"/>
                </a:lnTo>
                <a:lnTo>
                  <a:pt x="10553" y="85763"/>
                </a:lnTo>
                <a:lnTo>
                  <a:pt x="3035" y="132181"/>
                </a:lnTo>
                <a:lnTo>
                  <a:pt x="0" y="180543"/>
                </a:lnTo>
                <a:lnTo>
                  <a:pt x="1130" y="230581"/>
                </a:lnTo>
                <a:lnTo>
                  <a:pt x="6083" y="282003"/>
                </a:lnTo>
                <a:lnTo>
                  <a:pt x="14503" y="334518"/>
                </a:lnTo>
                <a:lnTo>
                  <a:pt x="26060" y="387845"/>
                </a:lnTo>
                <a:lnTo>
                  <a:pt x="40411" y="441680"/>
                </a:lnTo>
                <a:lnTo>
                  <a:pt x="34277" y="394423"/>
                </a:lnTo>
                <a:lnTo>
                  <a:pt x="29857" y="347103"/>
                </a:lnTo>
                <a:lnTo>
                  <a:pt x="27152" y="299720"/>
                </a:lnTo>
                <a:lnTo>
                  <a:pt x="26187" y="252260"/>
                </a:lnTo>
                <a:lnTo>
                  <a:pt x="26936" y="204736"/>
                </a:lnTo>
                <a:lnTo>
                  <a:pt x="29413" y="157149"/>
                </a:lnTo>
                <a:lnTo>
                  <a:pt x="40411" y="0"/>
                </a:lnTo>
                <a:close/>
              </a:path>
              <a:path w="88264" h="467995">
                <a:moveTo>
                  <a:pt x="87706" y="205066"/>
                </a:moveTo>
                <a:lnTo>
                  <a:pt x="74333" y="250748"/>
                </a:lnTo>
                <a:lnTo>
                  <a:pt x="68605" y="300888"/>
                </a:lnTo>
                <a:lnTo>
                  <a:pt x="69545" y="354469"/>
                </a:lnTo>
                <a:lnTo>
                  <a:pt x="76238" y="410502"/>
                </a:lnTo>
                <a:lnTo>
                  <a:pt x="87706" y="467969"/>
                </a:lnTo>
                <a:lnTo>
                  <a:pt x="83591" y="425716"/>
                </a:lnTo>
                <a:lnTo>
                  <a:pt x="81330" y="383400"/>
                </a:lnTo>
                <a:lnTo>
                  <a:pt x="80937" y="341033"/>
                </a:lnTo>
                <a:lnTo>
                  <a:pt x="82410" y="298602"/>
                </a:lnTo>
                <a:lnTo>
                  <a:pt x="87706" y="205066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39450" y="9725440"/>
            <a:ext cx="452120" cy="536575"/>
            <a:chOff x="3039450" y="9725440"/>
            <a:chExt cx="452120" cy="536575"/>
          </a:xfrm>
        </p:grpSpPr>
        <p:sp>
          <p:nvSpPr>
            <p:cNvPr id="11" name="object 11"/>
            <p:cNvSpPr/>
            <p:nvPr/>
          </p:nvSpPr>
          <p:spPr>
            <a:xfrm>
              <a:off x="3039450" y="9725440"/>
              <a:ext cx="452120" cy="536575"/>
            </a:xfrm>
            <a:custGeom>
              <a:avLst/>
              <a:gdLst/>
              <a:ahLst/>
              <a:cxnLst/>
              <a:rect l="l" t="t" r="r" b="b"/>
              <a:pathLst>
                <a:path w="452120" h="536575">
                  <a:moveTo>
                    <a:pt x="390936" y="536322"/>
                  </a:moveTo>
                  <a:lnTo>
                    <a:pt x="66223" y="536331"/>
                  </a:lnTo>
                  <a:lnTo>
                    <a:pt x="52545" y="87940"/>
                  </a:lnTo>
                  <a:lnTo>
                    <a:pt x="52031" y="86702"/>
                  </a:lnTo>
                  <a:lnTo>
                    <a:pt x="49981" y="84651"/>
                  </a:lnTo>
                  <a:lnTo>
                    <a:pt x="48744" y="84137"/>
                  </a:lnTo>
                  <a:lnTo>
                    <a:pt x="13677" y="84131"/>
                  </a:lnTo>
                  <a:lnTo>
                    <a:pt x="11666" y="83730"/>
                  </a:lnTo>
                  <a:lnTo>
                    <a:pt x="0" y="13684"/>
                  </a:lnTo>
                  <a:lnTo>
                    <a:pt x="398" y="11671"/>
                  </a:lnTo>
                  <a:lnTo>
                    <a:pt x="13675" y="0"/>
                  </a:lnTo>
                  <a:lnTo>
                    <a:pt x="438229" y="9"/>
                  </a:lnTo>
                  <a:lnTo>
                    <a:pt x="451905" y="15777"/>
                  </a:lnTo>
                  <a:lnTo>
                    <a:pt x="451894" y="70447"/>
                  </a:lnTo>
                  <a:lnTo>
                    <a:pt x="408414" y="84127"/>
                  </a:lnTo>
                  <a:lnTo>
                    <a:pt x="407174" y="84639"/>
                  </a:lnTo>
                  <a:lnTo>
                    <a:pt x="405119" y="86695"/>
                  </a:lnTo>
                  <a:lnTo>
                    <a:pt x="404607" y="87936"/>
                  </a:lnTo>
                  <a:lnTo>
                    <a:pt x="404602" y="522647"/>
                  </a:lnTo>
                  <a:lnTo>
                    <a:pt x="404195" y="524655"/>
                  </a:lnTo>
                  <a:lnTo>
                    <a:pt x="392943" y="535914"/>
                  </a:lnTo>
                  <a:lnTo>
                    <a:pt x="390936" y="53632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86735" y="9820617"/>
              <a:ext cx="358140" cy="268605"/>
            </a:xfrm>
            <a:custGeom>
              <a:avLst/>
              <a:gdLst/>
              <a:ahLst/>
              <a:cxnLst/>
              <a:rect l="l" t="t" r="r" b="b"/>
              <a:pathLst>
                <a:path w="358139" h="268604">
                  <a:moveTo>
                    <a:pt x="357327" y="120992"/>
                  </a:moveTo>
                  <a:lnTo>
                    <a:pt x="313690" y="108267"/>
                  </a:lnTo>
                  <a:lnTo>
                    <a:pt x="269176" y="99123"/>
                  </a:lnTo>
                  <a:lnTo>
                    <a:pt x="224066" y="93611"/>
                  </a:lnTo>
                  <a:lnTo>
                    <a:pt x="178663" y="91770"/>
                  </a:lnTo>
                  <a:lnTo>
                    <a:pt x="155917" y="92227"/>
                  </a:lnTo>
                  <a:lnTo>
                    <a:pt x="110667" y="95910"/>
                  </a:lnTo>
                  <a:lnTo>
                    <a:pt x="65773" y="103251"/>
                  </a:lnTo>
                  <a:lnTo>
                    <a:pt x="21704" y="114185"/>
                  </a:lnTo>
                  <a:lnTo>
                    <a:pt x="0" y="120992"/>
                  </a:lnTo>
                  <a:lnTo>
                    <a:pt x="0" y="232117"/>
                  </a:lnTo>
                  <a:lnTo>
                    <a:pt x="51523" y="250215"/>
                  </a:lnTo>
                  <a:lnTo>
                    <a:pt x="102895" y="262229"/>
                  </a:lnTo>
                  <a:lnTo>
                    <a:pt x="154101" y="268185"/>
                  </a:lnTo>
                  <a:lnTo>
                    <a:pt x="205143" y="268135"/>
                  </a:lnTo>
                  <a:lnTo>
                    <a:pt x="256032" y="262089"/>
                  </a:lnTo>
                  <a:lnTo>
                    <a:pt x="306755" y="250075"/>
                  </a:lnTo>
                  <a:lnTo>
                    <a:pt x="357327" y="232117"/>
                  </a:lnTo>
                  <a:lnTo>
                    <a:pt x="357327" y="120992"/>
                  </a:lnTo>
                  <a:close/>
                </a:path>
                <a:path w="358139" h="268604">
                  <a:moveTo>
                    <a:pt x="357797" y="0"/>
                  </a:moveTo>
                  <a:lnTo>
                    <a:pt x="5727" y="0"/>
                  </a:lnTo>
                  <a:lnTo>
                    <a:pt x="5727" y="15773"/>
                  </a:lnTo>
                  <a:lnTo>
                    <a:pt x="357797" y="15773"/>
                  </a:lnTo>
                  <a:lnTo>
                    <a:pt x="35779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31622" y="7208098"/>
            <a:ext cx="1050925" cy="1145540"/>
            <a:chOff x="931622" y="7208098"/>
            <a:chExt cx="1050925" cy="1145540"/>
          </a:xfrm>
        </p:grpSpPr>
        <p:sp>
          <p:nvSpPr>
            <p:cNvPr id="14" name="object 14"/>
            <p:cNvSpPr/>
            <p:nvPr/>
          </p:nvSpPr>
          <p:spPr>
            <a:xfrm>
              <a:off x="994519" y="7400546"/>
              <a:ext cx="952500" cy="953135"/>
            </a:xfrm>
            <a:custGeom>
              <a:avLst/>
              <a:gdLst/>
              <a:ahLst/>
              <a:cxnLst/>
              <a:rect l="l" t="t" r="r" b="b"/>
              <a:pathLst>
                <a:path w="952500" h="953134">
                  <a:moveTo>
                    <a:pt x="476188" y="953003"/>
                  </a:moveTo>
                  <a:lnTo>
                    <a:pt x="429513" y="950709"/>
                  </a:lnTo>
                  <a:lnTo>
                    <a:pt x="383288" y="943847"/>
                  </a:lnTo>
                  <a:lnTo>
                    <a:pt x="337958" y="932485"/>
                  </a:lnTo>
                  <a:lnTo>
                    <a:pt x="293958" y="916731"/>
                  </a:lnTo>
                  <a:lnTo>
                    <a:pt x="251714" y="896738"/>
                  </a:lnTo>
                  <a:lnTo>
                    <a:pt x="211632" y="872698"/>
                  </a:lnTo>
                  <a:lnTo>
                    <a:pt x="174097" y="844842"/>
                  </a:lnTo>
                  <a:lnTo>
                    <a:pt x="139472" y="813439"/>
                  </a:lnTo>
                  <a:lnTo>
                    <a:pt x="108089" y="778791"/>
                  </a:lnTo>
                  <a:lnTo>
                    <a:pt x="80252" y="741231"/>
                  </a:lnTo>
                  <a:lnTo>
                    <a:pt x="56227" y="701123"/>
                  </a:lnTo>
                  <a:lnTo>
                    <a:pt x="36247" y="658851"/>
                  </a:lnTo>
                  <a:lnTo>
                    <a:pt x="20504" y="614822"/>
                  </a:lnTo>
                  <a:lnTo>
                    <a:pt x="9149" y="569462"/>
                  </a:lnTo>
                  <a:lnTo>
                    <a:pt x="2293" y="523207"/>
                  </a:lnTo>
                  <a:lnTo>
                    <a:pt x="0" y="476501"/>
                  </a:lnTo>
                  <a:lnTo>
                    <a:pt x="143" y="464804"/>
                  </a:lnTo>
                  <a:lnTo>
                    <a:pt x="3581" y="418169"/>
                  </a:lnTo>
                  <a:lnTo>
                    <a:pt x="11571" y="372096"/>
                  </a:lnTo>
                  <a:lnTo>
                    <a:pt x="24035" y="327028"/>
                  </a:lnTo>
                  <a:lnTo>
                    <a:pt x="40853" y="283400"/>
                  </a:lnTo>
                  <a:lnTo>
                    <a:pt x="61864" y="241631"/>
                  </a:lnTo>
                  <a:lnTo>
                    <a:pt x="86865" y="202125"/>
                  </a:lnTo>
                  <a:lnTo>
                    <a:pt x="115616" y="165260"/>
                  </a:lnTo>
                  <a:lnTo>
                    <a:pt x="147839" y="131394"/>
                  </a:lnTo>
                  <a:lnTo>
                    <a:pt x="183224" y="100850"/>
                  </a:lnTo>
                  <a:lnTo>
                    <a:pt x="221431" y="73925"/>
                  </a:lnTo>
                  <a:lnTo>
                    <a:pt x="262091" y="50877"/>
                  </a:lnTo>
                  <a:lnTo>
                    <a:pt x="304813" y="31927"/>
                  </a:lnTo>
                  <a:lnTo>
                    <a:pt x="349186" y="17259"/>
                  </a:lnTo>
                  <a:lnTo>
                    <a:pt x="394781" y="7014"/>
                  </a:lnTo>
                  <a:lnTo>
                    <a:pt x="441161" y="1290"/>
                  </a:lnTo>
                  <a:lnTo>
                    <a:pt x="476188" y="0"/>
                  </a:lnTo>
                  <a:lnTo>
                    <a:pt x="487878" y="143"/>
                  </a:lnTo>
                  <a:lnTo>
                    <a:pt x="534482" y="3583"/>
                  </a:lnTo>
                  <a:lnTo>
                    <a:pt x="580524" y="11578"/>
                  </a:lnTo>
                  <a:lnTo>
                    <a:pt x="625563" y="24050"/>
                  </a:lnTo>
                  <a:lnTo>
                    <a:pt x="669162" y="40880"/>
                  </a:lnTo>
                  <a:lnTo>
                    <a:pt x="710903" y="61905"/>
                  </a:lnTo>
                  <a:lnTo>
                    <a:pt x="750383" y="86923"/>
                  </a:lnTo>
                  <a:lnTo>
                    <a:pt x="787224" y="115692"/>
                  </a:lnTo>
                  <a:lnTo>
                    <a:pt x="821068" y="147936"/>
                  </a:lnTo>
                  <a:lnTo>
                    <a:pt x="851591" y="183345"/>
                  </a:lnTo>
                  <a:lnTo>
                    <a:pt x="878499" y="221577"/>
                  </a:lnTo>
                  <a:lnTo>
                    <a:pt x="901532" y="262264"/>
                  </a:lnTo>
                  <a:lnTo>
                    <a:pt x="920469" y="305014"/>
                  </a:lnTo>
                  <a:lnTo>
                    <a:pt x="935128" y="349416"/>
                  </a:lnTo>
                  <a:lnTo>
                    <a:pt x="945366" y="395041"/>
                  </a:lnTo>
                  <a:lnTo>
                    <a:pt x="951086" y="441451"/>
                  </a:lnTo>
                  <a:lnTo>
                    <a:pt x="952376" y="476501"/>
                  </a:lnTo>
                  <a:lnTo>
                    <a:pt x="952233" y="488199"/>
                  </a:lnTo>
                  <a:lnTo>
                    <a:pt x="948794" y="534834"/>
                  </a:lnTo>
                  <a:lnTo>
                    <a:pt x="940805" y="580907"/>
                  </a:lnTo>
                  <a:lnTo>
                    <a:pt x="928341" y="625975"/>
                  </a:lnTo>
                  <a:lnTo>
                    <a:pt x="911522" y="669603"/>
                  </a:lnTo>
                  <a:lnTo>
                    <a:pt x="890511" y="711371"/>
                  </a:lnTo>
                  <a:lnTo>
                    <a:pt x="865510" y="750878"/>
                  </a:lnTo>
                  <a:lnTo>
                    <a:pt x="836759" y="787742"/>
                  </a:lnTo>
                  <a:lnTo>
                    <a:pt x="804536" y="821609"/>
                  </a:lnTo>
                  <a:lnTo>
                    <a:pt x="769151" y="852152"/>
                  </a:lnTo>
                  <a:lnTo>
                    <a:pt x="730944" y="879078"/>
                  </a:lnTo>
                  <a:lnTo>
                    <a:pt x="690284" y="902126"/>
                  </a:lnTo>
                  <a:lnTo>
                    <a:pt x="647562" y="921075"/>
                  </a:lnTo>
                  <a:lnTo>
                    <a:pt x="603190" y="935743"/>
                  </a:lnTo>
                  <a:lnTo>
                    <a:pt x="557594" y="945989"/>
                  </a:lnTo>
                  <a:lnTo>
                    <a:pt x="511215" y="951713"/>
                  </a:lnTo>
                  <a:lnTo>
                    <a:pt x="476188" y="953003"/>
                  </a:lnTo>
                  <a:close/>
                </a:path>
              </a:pathLst>
            </a:custGeom>
            <a:solidFill>
              <a:srgbClr val="FE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1622" y="7208098"/>
              <a:ext cx="1050925" cy="765175"/>
            </a:xfrm>
            <a:custGeom>
              <a:avLst/>
              <a:gdLst/>
              <a:ahLst/>
              <a:cxnLst/>
              <a:rect l="l" t="t" r="r" b="b"/>
              <a:pathLst>
                <a:path w="1050925" h="765175">
                  <a:moveTo>
                    <a:pt x="71468" y="764835"/>
                  </a:moveTo>
                  <a:lnTo>
                    <a:pt x="47145" y="723826"/>
                  </a:lnTo>
                  <a:lnTo>
                    <a:pt x="27958" y="680720"/>
                  </a:lnTo>
                  <a:lnTo>
                    <a:pt x="13787" y="635940"/>
                  </a:lnTo>
                  <a:lnTo>
                    <a:pt x="4508" y="589913"/>
                  </a:lnTo>
                  <a:lnTo>
                    <a:pt x="0" y="543062"/>
                  </a:lnTo>
                  <a:lnTo>
                    <a:pt x="140" y="495812"/>
                  </a:lnTo>
                  <a:lnTo>
                    <a:pt x="4806" y="448589"/>
                  </a:lnTo>
                  <a:lnTo>
                    <a:pt x="13876" y="401818"/>
                  </a:lnTo>
                  <a:lnTo>
                    <a:pt x="27229" y="355922"/>
                  </a:lnTo>
                  <a:lnTo>
                    <a:pt x="44741" y="311327"/>
                  </a:lnTo>
                  <a:lnTo>
                    <a:pt x="66291" y="268459"/>
                  </a:lnTo>
                  <a:lnTo>
                    <a:pt x="91756" y="227741"/>
                  </a:lnTo>
                  <a:lnTo>
                    <a:pt x="126782" y="183746"/>
                  </a:lnTo>
                  <a:lnTo>
                    <a:pt x="166164" y="143609"/>
                  </a:lnTo>
                  <a:lnTo>
                    <a:pt x="209461" y="107735"/>
                  </a:lnTo>
                  <a:lnTo>
                    <a:pt x="256230" y="76530"/>
                  </a:lnTo>
                  <a:lnTo>
                    <a:pt x="305956" y="50301"/>
                  </a:lnTo>
                  <a:lnTo>
                    <a:pt x="358125" y="29353"/>
                  </a:lnTo>
                  <a:lnTo>
                    <a:pt x="412169" y="13882"/>
                  </a:lnTo>
                  <a:lnTo>
                    <a:pt x="467521" y="4082"/>
                  </a:lnTo>
                  <a:lnTo>
                    <a:pt x="467521" y="45954"/>
                  </a:lnTo>
                  <a:lnTo>
                    <a:pt x="517957" y="289"/>
                  </a:lnTo>
                  <a:lnTo>
                    <a:pt x="541693" y="0"/>
                  </a:lnTo>
                  <a:lnTo>
                    <a:pt x="565365" y="822"/>
                  </a:lnTo>
                  <a:lnTo>
                    <a:pt x="588971" y="2755"/>
                  </a:lnTo>
                  <a:lnTo>
                    <a:pt x="612513" y="5800"/>
                  </a:lnTo>
                  <a:lnTo>
                    <a:pt x="612513" y="61230"/>
                  </a:lnTo>
                  <a:lnTo>
                    <a:pt x="670973" y="18542"/>
                  </a:lnTo>
                  <a:lnTo>
                    <a:pt x="718549" y="34964"/>
                  </a:lnTo>
                  <a:lnTo>
                    <a:pt x="764421" y="55678"/>
                  </a:lnTo>
                  <a:lnTo>
                    <a:pt x="808214" y="80493"/>
                  </a:lnTo>
                  <a:lnTo>
                    <a:pt x="849550" y="109218"/>
                  </a:lnTo>
                  <a:lnTo>
                    <a:pt x="888096" y="141596"/>
                  </a:lnTo>
                  <a:lnTo>
                    <a:pt x="923516" y="177372"/>
                  </a:lnTo>
                  <a:lnTo>
                    <a:pt x="955527" y="216232"/>
                  </a:lnTo>
                  <a:lnTo>
                    <a:pt x="983845" y="257862"/>
                  </a:lnTo>
                  <a:lnTo>
                    <a:pt x="1010058" y="306436"/>
                  </a:lnTo>
                  <a:lnTo>
                    <a:pt x="1029020" y="354408"/>
                  </a:lnTo>
                  <a:lnTo>
                    <a:pt x="1041568" y="402045"/>
                  </a:lnTo>
                  <a:lnTo>
                    <a:pt x="1048538" y="449616"/>
                  </a:lnTo>
                  <a:lnTo>
                    <a:pt x="1050764" y="497389"/>
                  </a:lnTo>
                  <a:lnTo>
                    <a:pt x="1049083" y="545631"/>
                  </a:lnTo>
                  <a:lnTo>
                    <a:pt x="1044330" y="594610"/>
                  </a:lnTo>
                  <a:lnTo>
                    <a:pt x="1037341" y="644594"/>
                  </a:lnTo>
                  <a:lnTo>
                    <a:pt x="1028951" y="695851"/>
                  </a:lnTo>
                  <a:lnTo>
                    <a:pt x="1019996" y="748649"/>
                  </a:lnTo>
                  <a:lnTo>
                    <a:pt x="989757" y="703051"/>
                  </a:lnTo>
                  <a:lnTo>
                    <a:pt x="958280" y="660677"/>
                  </a:lnTo>
                  <a:lnTo>
                    <a:pt x="925978" y="620450"/>
                  </a:lnTo>
                  <a:lnTo>
                    <a:pt x="860546" y="542146"/>
                  </a:lnTo>
                  <a:lnTo>
                    <a:pt x="828242" y="501919"/>
                  </a:lnTo>
                  <a:lnTo>
                    <a:pt x="796763" y="459544"/>
                  </a:lnTo>
                  <a:lnTo>
                    <a:pt x="766521" y="413947"/>
                  </a:lnTo>
                  <a:lnTo>
                    <a:pt x="763928" y="418111"/>
                  </a:lnTo>
                  <a:lnTo>
                    <a:pt x="754246" y="422790"/>
                  </a:lnTo>
                  <a:lnTo>
                    <a:pt x="738193" y="427897"/>
                  </a:lnTo>
                  <a:lnTo>
                    <a:pt x="716489" y="433348"/>
                  </a:lnTo>
                  <a:lnTo>
                    <a:pt x="654981" y="382061"/>
                  </a:lnTo>
                  <a:lnTo>
                    <a:pt x="665263" y="443784"/>
                  </a:lnTo>
                  <a:lnTo>
                    <a:pt x="623042" y="451176"/>
                  </a:lnTo>
                  <a:lnTo>
                    <a:pt x="576556" y="458578"/>
                  </a:lnTo>
                  <a:lnTo>
                    <a:pt x="527136" y="465834"/>
                  </a:lnTo>
                  <a:lnTo>
                    <a:pt x="476114" y="472786"/>
                  </a:lnTo>
                  <a:lnTo>
                    <a:pt x="424819" y="479277"/>
                  </a:lnTo>
                  <a:lnTo>
                    <a:pt x="374583" y="485149"/>
                  </a:lnTo>
                  <a:lnTo>
                    <a:pt x="326738" y="490246"/>
                  </a:lnTo>
                  <a:lnTo>
                    <a:pt x="282613" y="494409"/>
                  </a:lnTo>
                  <a:lnTo>
                    <a:pt x="272561" y="413956"/>
                  </a:lnTo>
                  <a:lnTo>
                    <a:pt x="236583" y="497964"/>
                  </a:lnTo>
                  <a:lnTo>
                    <a:pt x="219057" y="499606"/>
                  </a:lnTo>
                  <a:lnTo>
                    <a:pt x="201536" y="500097"/>
                  </a:lnTo>
                  <a:lnTo>
                    <a:pt x="184021" y="499437"/>
                  </a:lnTo>
                  <a:lnTo>
                    <a:pt x="166511" y="497624"/>
                  </a:lnTo>
                  <a:lnTo>
                    <a:pt x="151254" y="542677"/>
                  </a:lnTo>
                  <a:lnTo>
                    <a:pt x="135295" y="587107"/>
                  </a:lnTo>
                  <a:lnTo>
                    <a:pt x="102678" y="675346"/>
                  </a:lnTo>
                  <a:lnTo>
                    <a:pt x="86721" y="719779"/>
                  </a:lnTo>
                  <a:lnTo>
                    <a:pt x="71468" y="764835"/>
                  </a:lnTo>
                  <a:close/>
                </a:path>
              </a:pathLst>
            </a:custGeom>
            <a:solidFill>
              <a:srgbClr val="2E2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0" y="8431648"/>
            <a:ext cx="4414520" cy="1855470"/>
            <a:chOff x="0" y="8431648"/>
            <a:chExt cx="4414520" cy="1855470"/>
          </a:xfrm>
        </p:grpSpPr>
        <p:sp>
          <p:nvSpPr>
            <p:cNvPr id="17" name="object 17"/>
            <p:cNvSpPr/>
            <p:nvPr/>
          </p:nvSpPr>
          <p:spPr>
            <a:xfrm>
              <a:off x="499171" y="8431648"/>
              <a:ext cx="1995805" cy="1855470"/>
            </a:xfrm>
            <a:custGeom>
              <a:avLst/>
              <a:gdLst/>
              <a:ahLst/>
              <a:cxnLst/>
              <a:rect l="l" t="t" r="r" b="b"/>
              <a:pathLst>
                <a:path w="1995805" h="1855470">
                  <a:moveTo>
                    <a:pt x="1870565" y="1855350"/>
                  </a:moveTo>
                  <a:lnTo>
                    <a:pt x="142971" y="1855350"/>
                  </a:lnTo>
                  <a:lnTo>
                    <a:pt x="146450" y="1802210"/>
                  </a:lnTo>
                  <a:lnTo>
                    <a:pt x="154741" y="1746588"/>
                  </a:lnTo>
                  <a:lnTo>
                    <a:pt x="166979" y="1706459"/>
                  </a:lnTo>
                  <a:lnTo>
                    <a:pt x="192877" y="1659910"/>
                  </a:lnTo>
                  <a:lnTo>
                    <a:pt x="201274" y="1644168"/>
                  </a:lnTo>
                  <a:lnTo>
                    <a:pt x="219512" y="1595955"/>
                  </a:lnTo>
                  <a:lnTo>
                    <a:pt x="229168" y="1545311"/>
                  </a:lnTo>
                  <a:lnTo>
                    <a:pt x="232460" y="1493135"/>
                  </a:lnTo>
                  <a:lnTo>
                    <a:pt x="231603" y="1440330"/>
                  </a:lnTo>
                  <a:lnTo>
                    <a:pt x="228815" y="1387797"/>
                  </a:lnTo>
                  <a:lnTo>
                    <a:pt x="226581" y="1335170"/>
                  </a:lnTo>
                  <a:lnTo>
                    <a:pt x="227306" y="1282287"/>
                  </a:lnTo>
                  <a:lnTo>
                    <a:pt x="233096" y="1230356"/>
                  </a:lnTo>
                  <a:lnTo>
                    <a:pt x="246057" y="1180583"/>
                  </a:lnTo>
                  <a:lnTo>
                    <a:pt x="268293" y="1134173"/>
                  </a:lnTo>
                  <a:lnTo>
                    <a:pt x="272320" y="1128247"/>
                  </a:lnTo>
                  <a:lnTo>
                    <a:pt x="275606" y="1121986"/>
                  </a:lnTo>
                  <a:lnTo>
                    <a:pt x="278150" y="1115387"/>
                  </a:lnTo>
                  <a:lnTo>
                    <a:pt x="279952" y="1108451"/>
                  </a:lnTo>
                  <a:lnTo>
                    <a:pt x="279495" y="1101695"/>
                  </a:lnTo>
                  <a:lnTo>
                    <a:pt x="278213" y="1095155"/>
                  </a:lnTo>
                  <a:lnTo>
                    <a:pt x="276106" y="1088834"/>
                  </a:lnTo>
                  <a:lnTo>
                    <a:pt x="273174" y="1082730"/>
                  </a:lnTo>
                  <a:lnTo>
                    <a:pt x="251681" y="1034534"/>
                  </a:lnTo>
                  <a:lnTo>
                    <a:pt x="230427" y="986329"/>
                  </a:lnTo>
                  <a:lnTo>
                    <a:pt x="209369" y="938119"/>
                  </a:lnTo>
                  <a:lnTo>
                    <a:pt x="188464" y="889903"/>
                  </a:lnTo>
                  <a:lnTo>
                    <a:pt x="84704" y="648797"/>
                  </a:lnTo>
                  <a:lnTo>
                    <a:pt x="63800" y="600581"/>
                  </a:lnTo>
                  <a:lnTo>
                    <a:pt x="42743" y="552370"/>
                  </a:lnTo>
                  <a:lnTo>
                    <a:pt x="21491" y="504166"/>
                  </a:lnTo>
                  <a:lnTo>
                    <a:pt x="0" y="455970"/>
                  </a:lnTo>
                  <a:lnTo>
                    <a:pt x="6523" y="433779"/>
                  </a:lnTo>
                  <a:lnTo>
                    <a:pt x="22764" y="390836"/>
                  </a:lnTo>
                  <a:lnTo>
                    <a:pt x="49323" y="354099"/>
                  </a:lnTo>
                  <a:lnTo>
                    <a:pt x="88341" y="331170"/>
                  </a:lnTo>
                  <a:lnTo>
                    <a:pt x="110696" y="328473"/>
                  </a:lnTo>
                  <a:lnTo>
                    <a:pt x="127078" y="322183"/>
                  </a:lnTo>
                  <a:lnTo>
                    <a:pt x="163193" y="304799"/>
                  </a:lnTo>
                  <a:lnTo>
                    <a:pt x="213996" y="279097"/>
                  </a:lnTo>
                  <a:lnTo>
                    <a:pt x="544809" y="105627"/>
                  </a:lnTo>
                  <a:lnTo>
                    <a:pt x="557200" y="99411"/>
                  </a:lnTo>
                  <a:lnTo>
                    <a:pt x="625958" y="60893"/>
                  </a:lnTo>
                  <a:lnTo>
                    <a:pt x="691284" y="29275"/>
                  </a:lnTo>
                  <a:lnTo>
                    <a:pt x="740083" y="7871"/>
                  </a:lnTo>
                  <a:lnTo>
                    <a:pt x="759259" y="0"/>
                  </a:lnTo>
                  <a:lnTo>
                    <a:pt x="864876" y="7490"/>
                  </a:lnTo>
                  <a:lnTo>
                    <a:pt x="956235" y="12517"/>
                  </a:lnTo>
                  <a:lnTo>
                    <a:pt x="1034373" y="15453"/>
                  </a:lnTo>
                  <a:lnTo>
                    <a:pt x="1100326" y="16670"/>
                  </a:lnTo>
                  <a:lnTo>
                    <a:pt x="1336227" y="16670"/>
                  </a:lnTo>
                  <a:lnTo>
                    <a:pt x="1363605" y="31058"/>
                  </a:lnTo>
                  <a:lnTo>
                    <a:pt x="1395665" y="51270"/>
                  </a:lnTo>
                  <a:lnTo>
                    <a:pt x="1424633" y="70055"/>
                  </a:lnTo>
                  <a:lnTo>
                    <a:pt x="1453653" y="87444"/>
                  </a:lnTo>
                  <a:lnTo>
                    <a:pt x="1674143" y="214123"/>
                  </a:lnTo>
                  <a:lnTo>
                    <a:pt x="1716191" y="237741"/>
                  </a:lnTo>
                  <a:lnTo>
                    <a:pt x="1755560" y="254787"/>
                  </a:lnTo>
                  <a:lnTo>
                    <a:pt x="1774378" y="257785"/>
                  </a:lnTo>
                  <a:lnTo>
                    <a:pt x="1819538" y="274004"/>
                  </a:lnTo>
                  <a:lnTo>
                    <a:pt x="1858365" y="302835"/>
                  </a:lnTo>
                  <a:lnTo>
                    <a:pt x="1890761" y="340415"/>
                  </a:lnTo>
                  <a:lnTo>
                    <a:pt x="1916627" y="382883"/>
                  </a:lnTo>
                  <a:lnTo>
                    <a:pt x="1937243" y="428195"/>
                  </a:lnTo>
                  <a:lnTo>
                    <a:pt x="1953831" y="475074"/>
                  </a:lnTo>
                  <a:lnTo>
                    <a:pt x="1967181" y="523144"/>
                  </a:lnTo>
                  <a:lnTo>
                    <a:pt x="1978079" y="572029"/>
                  </a:lnTo>
                  <a:lnTo>
                    <a:pt x="1987315" y="621352"/>
                  </a:lnTo>
                  <a:lnTo>
                    <a:pt x="1995676" y="670735"/>
                  </a:lnTo>
                  <a:lnTo>
                    <a:pt x="1970508" y="865840"/>
                  </a:lnTo>
                  <a:lnTo>
                    <a:pt x="1917910" y="1302695"/>
                  </a:lnTo>
                  <a:lnTo>
                    <a:pt x="1872243" y="1758614"/>
                  </a:lnTo>
                  <a:lnTo>
                    <a:pt x="1870565" y="1855350"/>
                  </a:lnTo>
                  <a:close/>
                </a:path>
                <a:path w="1995805" h="1855470">
                  <a:moveTo>
                    <a:pt x="1336227" y="16670"/>
                  </a:moveTo>
                  <a:lnTo>
                    <a:pt x="1100326" y="16670"/>
                  </a:lnTo>
                  <a:lnTo>
                    <a:pt x="1155130" y="16540"/>
                  </a:lnTo>
                  <a:lnTo>
                    <a:pt x="1199822" y="15434"/>
                  </a:lnTo>
                  <a:lnTo>
                    <a:pt x="1235439" y="13726"/>
                  </a:lnTo>
                  <a:lnTo>
                    <a:pt x="1263016" y="11786"/>
                  </a:lnTo>
                  <a:lnTo>
                    <a:pt x="1298196" y="8702"/>
                  </a:lnTo>
                  <a:lnTo>
                    <a:pt x="1307872" y="8302"/>
                  </a:lnTo>
                  <a:lnTo>
                    <a:pt x="1332869" y="14906"/>
                  </a:lnTo>
                  <a:lnTo>
                    <a:pt x="1336227" y="16670"/>
                  </a:lnTo>
                  <a:close/>
                </a:path>
              </a:pathLst>
            </a:custGeom>
            <a:solidFill>
              <a:srgbClr val="20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730" y="9406879"/>
              <a:ext cx="1066165" cy="880744"/>
            </a:xfrm>
            <a:custGeom>
              <a:avLst/>
              <a:gdLst/>
              <a:ahLst/>
              <a:cxnLst/>
              <a:rect l="l" t="t" r="r" b="b"/>
              <a:pathLst>
                <a:path w="1066165" h="880745">
                  <a:moveTo>
                    <a:pt x="90486" y="871903"/>
                  </a:moveTo>
                  <a:lnTo>
                    <a:pt x="60986" y="847305"/>
                  </a:lnTo>
                  <a:lnTo>
                    <a:pt x="59876" y="838414"/>
                  </a:lnTo>
                  <a:lnTo>
                    <a:pt x="52067" y="790390"/>
                  </a:lnTo>
                  <a:lnTo>
                    <a:pt x="45130" y="742292"/>
                  </a:lnTo>
                  <a:lnTo>
                    <a:pt x="39140" y="694080"/>
                  </a:lnTo>
                  <a:lnTo>
                    <a:pt x="34171" y="645714"/>
                  </a:lnTo>
                  <a:lnTo>
                    <a:pt x="30005" y="595767"/>
                  </a:lnTo>
                  <a:lnTo>
                    <a:pt x="1811" y="191664"/>
                  </a:lnTo>
                  <a:lnTo>
                    <a:pt x="324" y="172914"/>
                  </a:lnTo>
                  <a:lnTo>
                    <a:pt x="2839" y="116759"/>
                  </a:lnTo>
                  <a:lnTo>
                    <a:pt x="22731" y="56804"/>
                  </a:lnTo>
                  <a:lnTo>
                    <a:pt x="63603" y="10759"/>
                  </a:lnTo>
                  <a:lnTo>
                    <a:pt x="102324" y="1755"/>
                  </a:lnTo>
                  <a:lnTo>
                    <a:pt x="148700" y="0"/>
                  </a:lnTo>
                  <a:lnTo>
                    <a:pt x="195848" y="1479"/>
                  </a:lnTo>
                  <a:lnTo>
                    <a:pt x="286340" y="2959"/>
                  </a:lnTo>
                  <a:lnTo>
                    <a:pt x="335386" y="8992"/>
                  </a:lnTo>
                  <a:lnTo>
                    <a:pt x="382231" y="22343"/>
                  </a:lnTo>
                  <a:lnTo>
                    <a:pt x="425084" y="45079"/>
                  </a:lnTo>
                  <a:lnTo>
                    <a:pt x="460044" y="76717"/>
                  </a:lnTo>
                  <a:lnTo>
                    <a:pt x="486773" y="115481"/>
                  </a:lnTo>
                  <a:lnTo>
                    <a:pt x="505496" y="159345"/>
                  </a:lnTo>
                  <a:lnTo>
                    <a:pt x="516441" y="206280"/>
                  </a:lnTo>
                  <a:lnTo>
                    <a:pt x="519833" y="254260"/>
                  </a:lnTo>
                  <a:lnTo>
                    <a:pt x="516571" y="301746"/>
                  </a:lnTo>
                  <a:lnTo>
                    <a:pt x="508180" y="348566"/>
                  </a:lnTo>
                  <a:lnTo>
                    <a:pt x="495830" y="394740"/>
                  </a:lnTo>
                  <a:lnTo>
                    <a:pt x="480689" y="440288"/>
                  </a:lnTo>
                  <a:lnTo>
                    <a:pt x="463925" y="485230"/>
                  </a:lnTo>
                  <a:lnTo>
                    <a:pt x="451993" y="516677"/>
                  </a:lnTo>
                  <a:lnTo>
                    <a:pt x="440871" y="548269"/>
                  </a:lnTo>
                  <a:lnTo>
                    <a:pt x="431695" y="580280"/>
                  </a:lnTo>
                  <a:lnTo>
                    <a:pt x="425598" y="612983"/>
                  </a:lnTo>
                  <a:lnTo>
                    <a:pt x="715043" y="650281"/>
                  </a:lnTo>
                  <a:lnTo>
                    <a:pt x="921299" y="681777"/>
                  </a:lnTo>
                  <a:lnTo>
                    <a:pt x="1030308" y="708392"/>
                  </a:lnTo>
                  <a:lnTo>
                    <a:pt x="1052202" y="733646"/>
                  </a:lnTo>
                  <a:lnTo>
                    <a:pt x="1064824" y="764721"/>
                  </a:lnTo>
                  <a:lnTo>
                    <a:pt x="1066040" y="797027"/>
                  </a:lnTo>
                  <a:lnTo>
                    <a:pt x="1053718" y="825976"/>
                  </a:lnTo>
                  <a:lnTo>
                    <a:pt x="1015158" y="840676"/>
                  </a:lnTo>
                  <a:lnTo>
                    <a:pt x="933593" y="853213"/>
                  </a:lnTo>
                  <a:lnTo>
                    <a:pt x="881250" y="858725"/>
                  </a:lnTo>
                  <a:lnTo>
                    <a:pt x="823638" y="863762"/>
                  </a:lnTo>
                  <a:lnTo>
                    <a:pt x="710667" y="871788"/>
                  </a:lnTo>
                  <a:lnTo>
                    <a:pt x="95027" y="871788"/>
                  </a:lnTo>
                  <a:lnTo>
                    <a:pt x="90486" y="871903"/>
                  </a:lnTo>
                  <a:close/>
                </a:path>
                <a:path w="1066165" h="880745">
                  <a:moveTo>
                    <a:pt x="567296" y="880119"/>
                  </a:moveTo>
                  <a:lnTo>
                    <a:pt x="141149" y="880119"/>
                  </a:lnTo>
                  <a:lnTo>
                    <a:pt x="95027" y="871788"/>
                  </a:lnTo>
                  <a:lnTo>
                    <a:pt x="710667" y="871788"/>
                  </a:lnTo>
                  <a:lnTo>
                    <a:pt x="567296" y="880119"/>
                  </a:lnTo>
                  <a:close/>
                </a:path>
              </a:pathLst>
            </a:custGeom>
            <a:solidFill>
              <a:srgbClr val="FA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596" y="8839891"/>
              <a:ext cx="527685" cy="698500"/>
            </a:xfrm>
            <a:custGeom>
              <a:avLst/>
              <a:gdLst/>
              <a:ahLst/>
              <a:cxnLst/>
              <a:rect l="l" t="t" r="r" b="b"/>
              <a:pathLst>
                <a:path w="527685" h="698500">
                  <a:moveTo>
                    <a:pt x="527167" y="698096"/>
                  </a:moveTo>
                  <a:lnTo>
                    <a:pt x="479110" y="697317"/>
                  </a:lnTo>
                  <a:lnTo>
                    <a:pt x="431274" y="692434"/>
                  </a:lnTo>
                  <a:lnTo>
                    <a:pt x="383600" y="684685"/>
                  </a:lnTo>
                  <a:lnTo>
                    <a:pt x="336031" y="675312"/>
                  </a:lnTo>
                  <a:lnTo>
                    <a:pt x="288506" y="665553"/>
                  </a:lnTo>
                  <a:lnTo>
                    <a:pt x="240968" y="656650"/>
                  </a:lnTo>
                  <a:lnTo>
                    <a:pt x="193358" y="649841"/>
                  </a:lnTo>
                  <a:lnTo>
                    <a:pt x="145618" y="646368"/>
                  </a:lnTo>
                  <a:lnTo>
                    <a:pt x="97689" y="647470"/>
                  </a:lnTo>
                  <a:lnTo>
                    <a:pt x="74773" y="650586"/>
                  </a:lnTo>
                  <a:lnTo>
                    <a:pt x="52648" y="657180"/>
                  </a:lnTo>
                  <a:lnTo>
                    <a:pt x="33514" y="668336"/>
                  </a:lnTo>
                  <a:lnTo>
                    <a:pt x="19574" y="685134"/>
                  </a:lnTo>
                  <a:lnTo>
                    <a:pt x="12377" y="679188"/>
                  </a:lnTo>
                  <a:lnTo>
                    <a:pt x="8536" y="674374"/>
                  </a:lnTo>
                  <a:lnTo>
                    <a:pt x="2769" y="663216"/>
                  </a:lnTo>
                  <a:lnTo>
                    <a:pt x="1061" y="657298"/>
                  </a:lnTo>
                  <a:lnTo>
                    <a:pt x="0" y="644781"/>
                  </a:lnTo>
                  <a:lnTo>
                    <a:pt x="686" y="638659"/>
                  </a:lnTo>
                  <a:lnTo>
                    <a:pt x="4492" y="626688"/>
                  </a:lnTo>
                  <a:lnTo>
                    <a:pt x="7467" y="621295"/>
                  </a:lnTo>
                  <a:lnTo>
                    <a:pt x="11514" y="616494"/>
                  </a:lnTo>
                  <a:lnTo>
                    <a:pt x="16120" y="612322"/>
                  </a:lnTo>
                  <a:lnTo>
                    <a:pt x="20322" y="607775"/>
                  </a:lnTo>
                  <a:lnTo>
                    <a:pt x="24119" y="602853"/>
                  </a:lnTo>
                  <a:lnTo>
                    <a:pt x="28024" y="595350"/>
                  </a:lnTo>
                  <a:lnTo>
                    <a:pt x="29881" y="587371"/>
                  </a:lnTo>
                  <a:lnTo>
                    <a:pt x="29691" y="578914"/>
                  </a:lnTo>
                  <a:lnTo>
                    <a:pt x="33798" y="527522"/>
                  </a:lnTo>
                  <a:lnTo>
                    <a:pt x="39679" y="476565"/>
                  </a:lnTo>
                  <a:lnTo>
                    <a:pt x="47334" y="426043"/>
                  </a:lnTo>
                  <a:lnTo>
                    <a:pt x="56763" y="375954"/>
                  </a:lnTo>
                  <a:lnTo>
                    <a:pt x="67966" y="326300"/>
                  </a:lnTo>
                  <a:lnTo>
                    <a:pt x="80942" y="277081"/>
                  </a:lnTo>
                  <a:lnTo>
                    <a:pt x="95692" y="228295"/>
                  </a:lnTo>
                  <a:lnTo>
                    <a:pt x="112216" y="179944"/>
                  </a:lnTo>
                  <a:lnTo>
                    <a:pt x="130514" y="132028"/>
                  </a:lnTo>
                  <a:lnTo>
                    <a:pt x="154164" y="76192"/>
                  </a:lnTo>
                  <a:lnTo>
                    <a:pt x="181140" y="45329"/>
                  </a:lnTo>
                  <a:lnTo>
                    <a:pt x="208306" y="32802"/>
                  </a:lnTo>
                  <a:lnTo>
                    <a:pt x="221411" y="25918"/>
                  </a:lnTo>
                  <a:lnTo>
                    <a:pt x="228664" y="19650"/>
                  </a:lnTo>
                  <a:lnTo>
                    <a:pt x="235065" y="12774"/>
                  </a:lnTo>
                  <a:lnTo>
                    <a:pt x="241884" y="6498"/>
                  </a:lnTo>
                  <a:lnTo>
                    <a:pt x="250392" y="2034"/>
                  </a:lnTo>
                  <a:lnTo>
                    <a:pt x="282743" y="0"/>
                  </a:lnTo>
                  <a:lnTo>
                    <a:pt x="322219" y="7063"/>
                  </a:lnTo>
                  <a:lnTo>
                    <a:pt x="361922" y="17489"/>
                  </a:lnTo>
                  <a:lnTo>
                    <a:pt x="394954" y="25541"/>
                  </a:lnTo>
                  <a:lnTo>
                    <a:pt x="433107" y="35646"/>
                  </a:lnTo>
                  <a:lnTo>
                    <a:pt x="469779" y="66190"/>
                  </a:lnTo>
                  <a:lnTo>
                    <a:pt x="492695" y="109605"/>
                  </a:lnTo>
                  <a:lnTo>
                    <a:pt x="505406" y="155959"/>
                  </a:lnTo>
                  <a:lnTo>
                    <a:pt x="510897" y="203304"/>
                  </a:lnTo>
                  <a:lnTo>
                    <a:pt x="510826" y="251435"/>
                  </a:lnTo>
                  <a:lnTo>
                    <a:pt x="506852" y="300149"/>
                  </a:lnTo>
                  <a:lnTo>
                    <a:pt x="500636" y="349241"/>
                  </a:lnTo>
                  <a:lnTo>
                    <a:pt x="493836" y="398509"/>
                  </a:lnTo>
                  <a:lnTo>
                    <a:pt x="488112" y="447747"/>
                  </a:lnTo>
                  <a:lnTo>
                    <a:pt x="485121" y="496753"/>
                  </a:lnTo>
                  <a:lnTo>
                    <a:pt x="486525" y="545323"/>
                  </a:lnTo>
                  <a:lnTo>
                    <a:pt x="493981" y="593253"/>
                  </a:lnTo>
                  <a:lnTo>
                    <a:pt x="501241" y="619731"/>
                  </a:lnTo>
                  <a:lnTo>
                    <a:pt x="509868" y="645833"/>
                  </a:lnTo>
                  <a:lnTo>
                    <a:pt x="518849" y="671855"/>
                  </a:lnTo>
                  <a:lnTo>
                    <a:pt x="527167" y="698096"/>
                  </a:lnTo>
                  <a:close/>
                </a:path>
              </a:pathLst>
            </a:custGeom>
            <a:solidFill>
              <a:srgbClr val="20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3440" y="9406879"/>
              <a:ext cx="1066165" cy="879475"/>
            </a:xfrm>
            <a:custGeom>
              <a:avLst/>
              <a:gdLst/>
              <a:ahLst/>
              <a:cxnLst/>
              <a:rect l="l" t="t" r="r" b="b"/>
              <a:pathLst>
                <a:path w="1066164" h="879475">
                  <a:moveTo>
                    <a:pt x="821507" y="879194"/>
                  </a:moveTo>
                  <a:lnTo>
                    <a:pt x="764331" y="879037"/>
                  </a:lnTo>
                  <a:lnTo>
                    <a:pt x="701883" y="878178"/>
                  </a:lnTo>
                  <a:lnTo>
                    <a:pt x="635484" y="876666"/>
                  </a:lnTo>
                  <a:lnTo>
                    <a:pt x="566460" y="874553"/>
                  </a:lnTo>
                  <a:lnTo>
                    <a:pt x="496132" y="871888"/>
                  </a:lnTo>
                  <a:lnTo>
                    <a:pt x="425825" y="868721"/>
                  </a:lnTo>
                  <a:lnTo>
                    <a:pt x="356861" y="865104"/>
                  </a:lnTo>
                  <a:lnTo>
                    <a:pt x="290564" y="861086"/>
                  </a:lnTo>
                  <a:lnTo>
                    <a:pt x="228258" y="856718"/>
                  </a:lnTo>
                  <a:lnTo>
                    <a:pt x="171265" y="852050"/>
                  </a:lnTo>
                  <a:lnTo>
                    <a:pt x="120909" y="847133"/>
                  </a:lnTo>
                  <a:lnTo>
                    <a:pt x="78513" y="842016"/>
                  </a:lnTo>
                  <a:lnTo>
                    <a:pt x="22896" y="831387"/>
                  </a:lnTo>
                  <a:lnTo>
                    <a:pt x="0" y="797027"/>
                  </a:lnTo>
                  <a:lnTo>
                    <a:pt x="1216" y="764720"/>
                  </a:lnTo>
                  <a:lnTo>
                    <a:pt x="35731" y="708392"/>
                  </a:lnTo>
                  <a:lnTo>
                    <a:pt x="144740" y="681776"/>
                  </a:lnTo>
                  <a:lnTo>
                    <a:pt x="350996" y="650280"/>
                  </a:lnTo>
                  <a:lnTo>
                    <a:pt x="550797" y="623988"/>
                  </a:lnTo>
                  <a:lnTo>
                    <a:pt x="640442" y="612983"/>
                  </a:lnTo>
                  <a:lnTo>
                    <a:pt x="634345" y="580280"/>
                  </a:lnTo>
                  <a:lnTo>
                    <a:pt x="625168" y="548269"/>
                  </a:lnTo>
                  <a:lnTo>
                    <a:pt x="614047" y="516676"/>
                  </a:lnTo>
                  <a:lnTo>
                    <a:pt x="602114" y="485230"/>
                  </a:lnTo>
                  <a:lnTo>
                    <a:pt x="585351" y="440288"/>
                  </a:lnTo>
                  <a:lnTo>
                    <a:pt x="570210" y="394740"/>
                  </a:lnTo>
                  <a:lnTo>
                    <a:pt x="557859" y="348565"/>
                  </a:lnTo>
                  <a:lnTo>
                    <a:pt x="549469" y="301745"/>
                  </a:lnTo>
                  <a:lnTo>
                    <a:pt x="546207" y="254259"/>
                  </a:lnTo>
                  <a:lnTo>
                    <a:pt x="549599" y="206280"/>
                  </a:lnTo>
                  <a:lnTo>
                    <a:pt x="560544" y="159345"/>
                  </a:lnTo>
                  <a:lnTo>
                    <a:pt x="579267" y="115481"/>
                  </a:lnTo>
                  <a:lnTo>
                    <a:pt x="605996" y="76717"/>
                  </a:lnTo>
                  <a:lnTo>
                    <a:pt x="640956" y="45079"/>
                  </a:lnTo>
                  <a:lnTo>
                    <a:pt x="683809" y="22343"/>
                  </a:lnTo>
                  <a:lnTo>
                    <a:pt x="730654" y="8992"/>
                  </a:lnTo>
                  <a:lnTo>
                    <a:pt x="779699" y="2959"/>
                  </a:lnTo>
                  <a:lnTo>
                    <a:pt x="870191" y="1479"/>
                  </a:lnTo>
                  <a:lnTo>
                    <a:pt x="917340" y="0"/>
                  </a:lnTo>
                  <a:lnTo>
                    <a:pt x="963715" y="1755"/>
                  </a:lnTo>
                  <a:lnTo>
                    <a:pt x="1002437" y="10759"/>
                  </a:lnTo>
                  <a:lnTo>
                    <a:pt x="1043309" y="56805"/>
                  </a:lnTo>
                  <a:lnTo>
                    <a:pt x="1063201" y="116759"/>
                  </a:lnTo>
                  <a:lnTo>
                    <a:pt x="1066040" y="154180"/>
                  </a:lnTo>
                  <a:lnTo>
                    <a:pt x="1065716" y="172914"/>
                  </a:lnTo>
                  <a:lnTo>
                    <a:pt x="1064229" y="191664"/>
                  </a:lnTo>
                  <a:lnTo>
                    <a:pt x="1036035" y="595767"/>
                  </a:lnTo>
                  <a:lnTo>
                    <a:pt x="1031868" y="645714"/>
                  </a:lnTo>
                  <a:lnTo>
                    <a:pt x="1026899" y="694080"/>
                  </a:lnTo>
                  <a:lnTo>
                    <a:pt x="1020909" y="742292"/>
                  </a:lnTo>
                  <a:lnTo>
                    <a:pt x="1013973" y="790390"/>
                  </a:lnTo>
                  <a:lnTo>
                    <a:pt x="1006163" y="838414"/>
                  </a:lnTo>
                  <a:lnTo>
                    <a:pt x="1006039" y="842958"/>
                  </a:lnTo>
                  <a:lnTo>
                    <a:pt x="979944" y="871145"/>
                  </a:lnTo>
                  <a:lnTo>
                    <a:pt x="975553" y="871903"/>
                  </a:lnTo>
                  <a:lnTo>
                    <a:pt x="971012" y="871788"/>
                  </a:lnTo>
                  <a:lnTo>
                    <a:pt x="948162" y="874945"/>
                  </a:lnTo>
                  <a:lnTo>
                    <a:pt x="914746" y="877198"/>
                  </a:lnTo>
                  <a:lnTo>
                    <a:pt x="872086" y="878598"/>
                  </a:lnTo>
                  <a:lnTo>
                    <a:pt x="821507" y="879194"/>
                  </a:lnTo>
                  <a:close/>
                </a:path>
              </a:pathLst>
            </a:custGeom>
            <a:solidFill>
              <a:srgbClr val="FA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5446" y="8839891"/>
              <a:ext cx="527685" cy="698500"/>
            </a:xfrm>
            <a:custGeom>
              <a:avLst/>
              <a:gdLst/>
              <a:ahLst/>
              <a:cxnLst/>
              <a:rect l="l" t="t" r="r" b="b"/>
              <a:pathLst>
                <a:path w="527685" h="698500">
                  <a:moveTo>
                    <a:pt x="0" y="698096"/>
                  </a:moveTo>
                  <a:lnTo>
                    <a:pt x="8318" y="671855"/>
                  </a:lnTo>
                  <a:lnTo>
                    <a:pt x="17298" y="645833"/>
                  </a:lnTo>
                  <a:lnTo>
                    <a:pt x="25926" y="619731"/>
                  </a:lnTo>
                  <a:lnTo>
                    <a:pt x="33186" y="593253"/>
                  </a:lnTo>
                  <a:lnTo>
                    <a:pt x="40642" y="545323"/>
                  </a:lnTo>
                  <a:lnTo>
                    <a:pt x="42046" y="496753"/>
                  </a:lnTo>
                  <a:lnTo>
                    <a:pt x="39055" y="447747"/>
                  </a:lnTo>
                  <a:lnTo>
                    <a:pt x="33331" y="398508"/>
                  </a:lnTo>
                  <a:lnTo>
                    <a:pt x="26530" y="349241"/>
                  </a:lnTo>
                  <a:lnTo>
                    <a:pt x="20314" y="300149"/>
                  </a:lnTo>
                  <a:lnTo>
                    <a:pt x="16341" y="251435"/>
                  </a:lnTo>
                  <a:lnTo>
                    <a:pt x="16270" y="203304"/>
                  </a:lnTo>
                  <a:lnTo>
                    <a:pt x="21760" y="155959"/>
                  </a:lnTo>
                  <a:lnTo>
                    <a:pt x="34471" y="109605"/>
                  </a:lnTo>
                  <a:lnTo>
                    <a:pt x="57388" y="66190"/>
                  </a:lnTo>
                  <a:lnTo>
                    <a:pt x="94060" y="35646"/>
                  </a:lnTo>
                  <a:lnTo>
                    <a:pt x="132213" y="25541"/>
                  </a:lnTo>
                  <a:lnTo>
                    <a:pt x="165245" y="17489"/>
                  </a:lnTo>
                  <a:lnTo>
                    <a:pt x="204948" y="7063"/>
                  </a:lnTo>
                  <a:lnTo>
                    <a:pt x="244424" y="0"/>
                  </a:lnTo>
                  <a:lnTo>
                    <a:pt x="276774" y="2034"/>
                  </a:lnTo>
                  <a:lnTo>
                    <a:pt x="285283" y="6498"/>
                  </a:lnTo>
                  <a:lnTo>
                    <a:pt x="292102" y="12774"/>
                  </a:lnTo>
                  <a:lnTo>
                    <a:pt x="298503" y="19650"/>
                  </a:lnTo>
                  <a:lnTo>
                    <a:pt x="305756" y="25918"/>
                  </a:lnTo>
                  <a:lnTo>
                    <a:pt x="318861" y="32802"/>
                  </a:lnTo>
                  <a:lnTo>
                    <a:pt x="332707" y="38754"/>
                  </a:lnTo>
                  <a:lnTo>
                    <a:pt x="346027" y="45329"/>
                  </a:lnTo>
                  <a:lnTo>
                    <a:pt x="373003" y="76192"/>
                  </a:lnTo>
                  <a:lnTo>
                    <a:pt x="396653" y="132028"/>
                  </a:lnTo>
                  <a:lnTo>
                    <a:pt x="414951" y="179944"/>
                  </a:lnTo>
                  <a:lnTo>
                    <a:pt x="431475" y="228295"/>
                  </a:lnTo>
                  <a:lnTo>
                    <a:pt x="446225" y="277080"/>
                  </a:lnTo>
                  <a:lnTo>
                    <a:pt x="459201" y="326300"/>
                  </a:lnTo>
                  <a:lnTo>
                    <a:pt x="470404" y="375954"/>
                  </a:lnTo>
                  <a:lnTo>
                    <a:pt x="479833" y="426042"/>
                  </a:lnTo>
                  <a:lnTo>
                    <a:pt x="487488" y="476565"/>
                  </a:lnTo>
                  <a:lnTo>
                    <a:pt x="493369" y="527522"/>
                  </a:lnTo>
                  <a:lnTo>
                    <a:pt x="497476" y="578913"/>
                  </a:lnTo>
                  <a:lnTo>
                    <a:pt x="497286" y="587371"/>
                  </a:lnTo>
                  <a:lnTo>
                    <a:pt x="499143" y="595350"/>
                  </a:lnTo>
                  <a:lnTo>
                    <a:pt x="503048" y="602853"/>
                  </a:lnTo>
                  <a:lnTo>
                    <a:pt x="506845" y="607774"/>
                  </a:lnTo>
                  <a:lnTo>
                    <a:pt x="511047" y="612321"/>
                  </a:lnTo>
                  <a:lnTo>
                    <a:pt x="515653" y="616494"/>
                  </a:lnTo>
                  <a:lnTo>
                    <a:pt x="519700" y="621295"/>
                  </a:lnTo>
                  <a:lnTo>
                    <a:pt x="522675" y="626689"/>
                  </a:lnTo>
                  <a:lnTo>
                    <a:pt x="526481" y="638659"/>
                  </a:lnTo>
                  <a:lnTo>
                    <a:pt x="527167" y="644781"/>
                  </a:lnTo>
                  <a:lnTo>
                    <a:pt x="526106" y="657298"/>
                  </a:lnTo>
                  <a:lnTo>
                    <a:pt x="524398" y="663217"/>
                  </a:lnTo>
                  <a:lnTo>
                    <a:pt x="518631" y="674374"/>
                  </a:lnTo>
                  <a:lnTo>
                    <a:pt x="514790" y="679189"/>
                  </a:lnTo>
                  <a:lnTo>
                    <a:pt x="507593" y="685134"/>
                  </a:lnTo>
                  <a:lnTo>
                    <a:pt x="493652" y="668336"/>
                  </a:lnTo>
                  <a:lnTo>
                    <a:pt x="474519" y="657180"/>
                  </a:lnTo>
                  <a:lnTo>
                    <a:pt x="452393" y="650585"/>
                  </a:lnTo>
                  <a:lnTo>
                    <a:pt x="429478" y="647470"/>
                  </a:lnTo>
                  <a:lnTo>
                    <a:pt x="381549" y="646368"/>
                  </a:lnTo>
                  <a:lnTo>
                    <a:pt x="333809" y="649841"/>
                  </a:lnTo>
                  <a:lnTo>
                    <a:pt x="286199" y="656649"/>
                  </a:lnTo>
                  <a:lnTo>
                    <a:pt x="238661" y="665553"/>
                  </a:lnTo>
                  <a:lnTo>
                    <a:pt x="191136" y="675311"/>
                  </a:lnTo>
                  <a:lnTo>
                    <a:pt x="143566" y="684685"/>
                  </a:lnTo>
                  <a:lnTo>
                    <a:pt x="95893" y="692433"/>
                  </a:lnTo>
                  <a:lnTo>
                    <a:pt x="48057" y="697317"/>
                  </a:lnTo>
                  <a:lnTo>
                    <a:pt x="0" y="698096"/>
                  </a:lnTo>
                  <a:close/>
                </a:path>
              </a:pathLst>
            </a:custGeom>
            <a:solidFill>
              <a:srgbClr val="20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01140" y="10038371"/>
              <a:ext cx="541655" cy="248920"/>
            </a:xfrm>
            <a:custGeom>
              <a:avLst/>
              <a:gdLst/>
              <a:ahLst/>
              <a:cxnLst/>
              <a:rect l="l" t="t" r="r" b="b"/>
              <a:pathLst>
                <a:path w="541655" h="248920">
                  <a:moveTo>
                    <a:pt x="257048" y="120154"/>
                  </a:moveTo>
                  <a:lnTo>
                    <a:pt x="244043" y="71589"/>
                  </a:lnTo>
                  <a:lnTo>
                    <a:pt x="213448" y="31686"/>
                  </a:lnTo>
                  <a:lnTo>
                    <a:pt x="169913" y="6553"/>
                  </a:lnTo>
                  <a:lnTo>
                    <a:pt x="136969" y="0"/>
                  </a:lnTo>
                  <a:lnTo>
                    <a:pt x="120091" y="0"/>
                  </a:lnTo>
                  <a:lnTo>
                    <a:pt x="71551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54"/>
                  </a:lnTo>
                  <a:lnTo>
                    <a:pt x="0" y="137045"/>
                  </a:lnTo>
                  <a:lnTo>
                    <a:pt x="13017" y="185623"/>
                  </a:lnTo>
                  <a:lnTo>
                    <a:pt x="43611" y="225513"/>
                  </a:lnTo>
                  <a:lnTo>
                    <a:pt x="82270" y="248627"/>
                  </a:lnTo>
                  <a:lnTo>
                    <a:pt x="174790" y="248627"/>
                  </a:lnTo>
                  <a:lnTo>
                    <a:pt x="213448" y="225513"/>
                  </a:lnTo>
                  <a:lnTo>
                    <a:pt x="240080" y="193027"/>
                  </a:lnTo>
                  <a:lnTo>
                    <a:pt x="256235" y="145415"/>
                  </a:lnTo>
                  <a:lnTo>
                    <a:pt x="257048" y="137045"/>
                  </a:lnTo>
                  <a:lnTo>
                    <a:pt x="257048" y="120154"/>
                  </a:lnTo>
                  <a:close/>
                </a:path>
                <a:path w="541655" h="248920">
                  <a:moveTo>
                    <a:pt x="541642" y="120154"/>
                  </a:moveTo>
                  <a:lnTo>
                    <a:pt x="528624" y="71589"/>
                  </a:lnTo>
                  <a:lnTo>
                    <a:pt x="498030" y="31686"/>
                  </a:lnTo>
                  <a:lnTo>
                    <a:pt x="454494" y="6553"/>
                  </a:lnTo>
                  <a:lnTo>
                    <a:pt x="421551" y="0"/>
                  </a:lnTo>
                  <a:lnTo>
                    <a:pt x="404672" y="0"/>
                  </a:lnTo>
                  <a:lnTo>
                    <a:pt x="356133" y="13017"/>
                  </a:lnTo>
                  <a:lnTo>
                    <a:pt x="316268" y="43637"/>
                  </a:lnTo>
                  <a:lnTo>
                    <a:pt x="291147" y="87185"/>
                  </a:lnTo>
                  <a:lnTo>
                    <a:pt x="284581" y="120154"/>
                  </a:lnTo>
                  <a:lnTo>
                    <a:pt x="284581" y="137045"/>
                  </a:lnTo>
                  <a:lnTo>
                    <a:pt x="297599" y="185623"/>
                  </a:lnTo>
                  <a:lnTo>
                    <a:pt x="328193" y="225513"/>
                  </a:lnTo>
                  <a:lnTo>
                    <a:pt x="366852" y="248627"/>
                  </a:lnTo>
                  <a:lnTo>
                    <a:pt x="459371" y="248627"/>
                  </a:lnTo>
                  <a:lnTo>
                    <a:pt x="498030" y="225513"/>
                  </a:lnTo>
                  <a:lnTo>
                    <a:pt x="524662" y="193027"/>
                  </a:lnTo>
                  <a:lnTo>
                    <a:pt x="540816" y="145415"/>
                  </a:lnTo>
                  <a:lnTo>
                    <a:pt x="541642" y="137045"/>
                  </a:lnTo>
                  <a:lnTo>
                    <a:pt x="541642" y="120154"/>
                  </a:lnTo>
                  <a:close/>
                </a:path>
              </a:pathLst>
            </a:custGeom>
            <a:solidFill>
              <a:srgbClr val="FA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4128" y="9229252"/>
              <a:ext cx="1921510" cy="1057910"/>
            </a:xfrm>
            <a:custGeom>
              <a:avLst/>
              <a:gdLst/>
              <a:ahLst/>
              <a:cxnLst/>
              <a:rect l="l" t="t" r="r" b="b"/>
              <a:pathLst>
                <a:path w="1921510" h="1057909">
                  <a:moveTo>
                    <a:pt x="1921231" y="1057746"/>
                  </a:moveTo>
                  <a:lnTo>
                    <a:pt x="0" y="1057746"/>
                  </a:lnTo>
                  <a:lnTo>
                    <a:pt x="5" y="72692"/>
                  </a:lnTo>
                  <a:lnTo>
                    <a:pt x="15969" y="30347"/>
                  </a:lnTo>
                  <a:lnTo>
                    <a:pt x="52730" y="3983"/>
                  </a:lnTo>
                  <a:lnTo>
                    <a:pt x="72654" y="0"/>
                  </a:lnTo>
                  <a:lnTo>
                    <a:pt x="1848576" y="0"/>
                  </a:lnTo>
                  <a:lnTo>
                    <a:pt x="1890893" y="15972"/>
                  </a:lnTo>
                  <a:lnTo>
                    <a:pt x="1917243" y="52755"/>
                  </a:lnTo>
                  <a:lnTo>
                    <a:pt x="1921231" y="1057746"/>
                  </a:lnTo>
                  <a:close/>
                </a:path>
              </a:pathLst>
            </a:custGeom>
            <a:solidFill>
              <a:srgbClr val="3F3C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009" y="9791524"/>
              <a:ext cx="102898" cy="10296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10240562"/>
              <a:ext cx="4414520" cy="46990"/>
            </a:xfrm>
            <a:custGeom>
              <a:avLst/>
              <a:gdLst/>
              <a:ahLst/>
              <a:cxnLst/>
              <a:rect l="l" t="t" r="r" b="b"/>
              <a:pathLst>
                <a:path w="4414520" h="46990">
                  <a:moveTo>
                    <a:pt x="4413963" y="0"/>
                  </a:moveTo>
                  <a:lnTo>
                    <a:pt x="0" y="0"/>
                  </a:lnTo>
                  <a:lnTo>
                    <a:pt x="0" y="46437"/>
                  </a:lnTo>
                  <a:lnTo>
                    <a:pt x="4413963" y="46437"/>
                  </a:lnTo>
                  <a:lnTo>
                    <a:pt x="44139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894278" y="7679913"/>
            <a:ext cx="139065" cy="375285"/>
          </a:xfrm>
          <a:custGeom>
            <a:avLst/>
            <a:gdLst/>
            <a:ahLst/>
            <a:cxnLst/>
            <a:rect l="l" t="t" r="r" b="b"/>
            <a:pathLst>
              <a:path w="139065" h="375284">
                <a:moveTo>
                  <a:pt x="138540" y="374734"/>
                </a:moveTo>
                <a:lnTo>
                  <a:pt x="94750" y="367092"/>
                </a:lnTo>
                <a:lnTo>
                  <a:pt x="56720" y="345813"/>
                </a:lnTo>
                <a:lnTo>
                  <a:pt x="26730" y="313365"/>
                </a:lnTo>
                <a:lnTo>
                  <a:pt x="7062" y="272218"/>
                </a:lnTo>
                <a:lnTo>
                  <a:pt x="0" y="224840"/>
                </a:lnTo>
                <a:lnTo>
                  <a:pt x="0" y="149893"/>
                </a:lnTo>
                <a:lnTo>
                  <a:pt x="7062" y="102515"/>
                </a:lnTo>
                <a:lnTo>
                  <a:pt x="26730" y="61368"/>
                </a:lnTo>
                <a:lnTo>
                  <a:pt x="56720" y="28920"/>
                </a:lnTo>
                <a:lnTo>
                  <a:pt x="94750" y="7641"/>
                </a:lnTo>
                <a:lnTo>
                  <a:pt x="138540" y="0"/>
                </a:lnTo>
                <a:lnTo>
                  <a:pt x="138540" y="374734"/>
                </a:lnTo>
                <a:close/>
              </a:path>
            </a:pathLst>
          </a:custGeom>
          <a:solidFill>
            <a:srgbClr val="20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34567" y="7270812"/>
            <a:ext cx="1121410" cy="784225"/>
          </a:xfrm>
          <a:custGeom>
            <a:avLst/>
            <a:gdLst/>
            <a:ahLst/>
            <a:cxnLst/>
            <a:rect l="l" t="t" r="r" b="b"/>
            <a:pathLst>
              <a:path w="1121410" h="784225">
                <a:moveTo>
                  <a:pt x="1121041" y="559003"/>
                </a:moveTo>
                <a:lnTo>
                  <a:pt x="1113980" y="511619"/>
                </a:lnTo>
                <a:lnTo>
                  <a:pt x="1094320" y="470471"/>
                </a:lnTo>
                <a:lnTo>
                  <a:pt x="1064323" y="438023"/>
                </a:lnTo>
                <a:lnTo>
                  <a:pt x="1036942" y="422719"/>
                </a:lnTo>
                <a:lnTo>
                  <a:pt x="1025334" y="381647"/>
                </a:lnTo>
                <a:lnTo>
                  <a:pt x="1009256" y="338099"/>
                </a:lnTo>
                <a:lnTo>
                  <a:pt x="990041" y="296379"/>
                </a:lnTo>
                <a:lnTo>
                  <a:pt x="967854" y="256679"/>
                </a:lnTo>
                <a:lnTo>
                  <a:pt x="942848" y="219163"/>
                </a:lnTo>
                <a:lnTo>
                  <a:pt x="915187" y="184010"/>
                </a:lnTo>
                <a:lnTo>
                  <a:pt x="885037" y="151371"/>
                </a:lnTo>
                <a:lnTo>
                  <a:pt x="852538" y="121450"/>
                </a:lnTo>
                <a:lnTo>
                  <a:pt x="817854" y="94386"/>
                </a:lnTo>
                <a:lnTo>
                  <a:pt x="781164" y="70383"/>
                </a:lnTo>
                <a:lnTo>
                  <a:pt x="742607" y="49593"/>
                </a:lnTo>
                <a:lnTo>
                  <a:pt x="702360" y="32207"/>
                </a:lnTo>
                <a:lnTo>
                  <a:pt x="660565" y="18376"/>
                </a:lnTo>
                <a:lnTo>
                  <a:pt x="617397" y="8280"/>
                </a:lnTo>
                <a:lnTo>
                  <a:pt x="573011" y="2095"/>
                </a:lnTo>
                <a:lnTo>
                  <a:pt x="527558" y="0"/>
                </a:lnTo>
                <a:lnTo>
                  <a:pt x="482104" y="2095"/>
                </a:lnTo>
                <a:lnTo>
                  <a:pt x="437705" y="8280"/>
                </a:lnTo>
                <a:lnTo>
                  <a:pt x="394538" y="18376"/>
                </a:lnTo>
                <a:lnTo>
                  <a:pt x="352742" y="32207"/>
                </a:lnTo>
                <a:lnTo>
                  <a:pt x="312496" y="49593"/>
                </a:lnTo>
                <a:lnTo>
                  <a:pt x="273939" y="70383"/>
                </a:lnTo>
                <a:lnTo>
                  <a:pt x="237248" y="94386"/>
                </a:lnTo>
                <a:lnTo>
                  <a:pt x="202577" y="121450"/>
                </a:lnTo>
                <a:lnTo>
                  <a:pt x="170078" y="151371"/>
                </a:lnTo>
                <a:lnTo>
                  <a:pt x="139915" y="184010"/>
                </a:lnTo>
                <a:lnTo>
                  <a:pt x="112255" y="219163"/>
                </a:lnTo>
                <a:lnTo>
                  <a:pt x="87249" y="256679"/>
                </a:lnTo>
                <a:lnTo>
                  <a:pt x="65062" y="296379"/>
                </a:lnTo>
                <a:lnTo>
                  <a:pt x="45847" y="338099"/>
                </a:lnTo>
                <a:lnTo>
                  <a:pt x="29768" y="381647"/>
                </a:lnTo>
                <a:lnTo>
                  <a:pt x="16979" y="426859"/>
                </a:lnTo>
                <a:lnTo>
                  <a:pt x="7658" y="473570"/>
                </a:lnTo>
                <a:lnTo>
                  <a:pt x="1943" y="521601"/>
                </a:lnTo>
                <a:lnTo>
                  <a:pt x="0" y="570776"/>
                </a:lnTo>
                <a:lnTo>
                  <a:pt x="21983" y="570776"/>
                </a:lnTo>
                <a:lnTo>
                  <a:pt x="24053" y="521055"/>
                </a:lnTo>
                <a:lnTo>
                  <a:pt x="30149" y="472579"/>
                </a:lnTo>
                <a:lnTo>
                  <a:pt x="40081" y="425526"/>
                </a:lnTo>
                <a:lnTo>
                  <a:pt x="53670" y="380111"/>
                </a:lnTo>
                <a:lnTo>
                  <a:pt x="70739" y="336499"/>
                </a:lnTo>
                <a:lnTo>
                  <a:pt x="91109" y="294906"/>
                </a:lnTo>
                <a:lnTo>
                  <a:pt x="114604" y="255536"/>
                </a:lnTo>
                <a:lnTo>
                  <a:pt x="141033" y="218554"/>
                </a:lnTo>
                <a:lnTo>
                  <a:pt x="170230" y="184175"/>
                </a:lnTo>
                <a:lnTo>
                  <a:pt x="202006" y="152590"/>
                </a:lnTo>
                <a:lnTo>
                  <a:pt x="236181" y="123990"/>
                </a:lnTo>
                <a:lnTo>
                  <a:pt x="272580" y="98564"/>
                </a:lnTo>
                <a:lnTo>
                  <a:pt x="311023" y="76530"/>
                </a:lnTo>
                <a:lnTo>
                  <a:pt x="351320" y="58051"/>
                </a:lnTo>
                <a:lnTo>
                  <a:pt x="393306" y="43357"/>
                </a:lnTo>
                <a:lnTo>
                  <a:pt x="436791" y="32613"/>
                </a:lnTo>
                <a:lnTo>
                  <a:pt x="481596" y="26022"/>
                </a:lnTo>
                <a:lnTo>
                  <a:pt x="527558" y="23774"/>
                </a:lnTo>
                <a:lnTo>
                  <a:pt x="573506" y="26022"/>
                </a:lnTo>
                <a:lnTo>
                  <a:pt x="618312" y="32613"/>
                </a:lnTo>
                <a:lnTo>
                  <a:pt x="661797" y="43357"/>
                </a:lnTo>
                <a:lnTo>
                  <a:pt x="703783" y="58051"/>
                </a:lnTo>
                <a:lnTo>
                  <a:pt x="744080" y="76530"/>
                </a:lnTo>
                <a:lnTo>
                  <a:pt x="782523" y="98564"/>
                </a:lnTo>
                <a:lnTo>
                  <a:pt x="818921" y="123990"/>
                </a:lnTo>
                <a:lnTo>
                  <a:pt x="853097" y="152590"/>
                </a:lnTo>
                <a:lnTo>
                  <a:pt x="884872" y="184175"/>
                </a:lnTo>
                <a:lnTo>
                  <a:pt x="914069" y="218554"/>
                </a:lnTo>
                <a:lnTo>
                  <a:pt x="940511" y="255536"/>
                </a:lnTo>
                <a:lnTo>
                  <a:pt x="963993" y="294906"/>
                </a:lnTo>
                <a:lnTo>
                  <a:pt x="984364" y="336499"/>
                </a:lnTo>
                <a:lnTo>
                  <a:pt x="1001445" y="380111"/>
                </a:lnTo>
                <a:lnTo>
                  <a:pt x="1011631" y="414197"/>
                </a:lnTo>
                <a:lnTo>
                  <a:pt x="982510" y="409105"/>
                </a:lnTo>
                <a:lnTo>
                  <a:pt x="982510" y="783844"/>
                </a:lnTo>
                <a:lnTo>
                  <a:pt x="1026299" y="776198"/>
                </a:lnTo>
                <a:lnTo>
                  <a:pt x="1064323" y="754926"/>
                </a:lnTo>
                <a:lnTo>
                  <a:pt x="1094320" y="722477"/>
                </a:lnTo>
                <a:lnTo>
                  <a:pt x="1113980" y="681329"/>
                </a:lnTo>
                <a:lnTo>
                  <a:pt x="1121041" y="633945"/>
                </a:lnTo>
                <a:lnTo>
                  <a:pt x="1121041" y="559003"/>
                </a:lnTo>
                <a:close/>
              </a:path>
            </a:pathLst>
          </a:custGeom>
          <a:solidFill>
            <a:srgbClr val="20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689449" y="7181453"/>
            <a:ext cx="89096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355" dirty="0">
                <a:solidFill>
                  <a:srgbClr val="000000"/>
                </a:solidFill>
                <a:latin typeface="Trebuchet MS"/>
                <a:cs typeface="Trebuchet MS"/>
              </a:rPr>
              <a:t>Рисунок</a:t>
            </a:r>
            <a:r>
              <a:rPr sz="4800" spc="-2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000000"/>
                </a:solidFill>
                <a:latin typeface="Trebuchet MS"/>
                <a:cs typeface="Trebuchet MS"/>
              </a:rPr>
              <a:t>3</a:t>
            </a:r>
            <a:r>
              <a:rPr sz="4800" spc="-2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800" spc="1275" dirty="0">
                <a:solidFill>
                  <a:srgbClr val="000000"/>
                </a:solidFill>
                <a:latin typeface="Trebuchet MS"/>
                <a:cs typeface="Trebuchet MS"/>
              </a:rPr>
              <a:t>—</a:t>
            </a:r>
            <a:r>
              <a:rPr sz="4800" spc="-2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800" spc="340" dirty="0">
                <a:solidFill>
                  <a:srgbClr val="000000"/>
                </a:solidFill>
                <a:latin typeface="Trebuchet MS"/>
                <a:cs typeface="Trebuchet MS"/>
              </a:rPr>
              <a:t>ER-диаграмма</a:t>
            </a:r>
            <a:endParaRPr sz="4800">
              <a:latin typeface="Trebuchet MS"/>
              <a:cs typeface="Trebuchet MS"/>
            </a:endParaRPr>
          </a:p>
        </p:txBody>
      </p:sp>
      <p:pic>
        <p:nvPicPr>
          <p:cNvPr id="30" name="Рисунок 29"/>
          <p:cNvPicPr/>
          <p:nvPr/>
        </p:nvPicPr>
        <p:blipFill>
          <a:blip r:embed="rId3"/>
          <a:stretch>
            <a:fillRect/>
          </a:stretch>
        </p:blipFill>
        <p:spPr>
          <a:xfrm>
            <a:off x="2561164" y="1066059"/>
            <a:ext cx="12860578" cy="5784215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4279271" y="6172212"/>
            <a:ext cx="4008754" cy="4102100"/>
          </a:xfrm>
          <a:custGeom>
            <a:avLst/>
            <a:gdLst/>
            <a:ahLst/>
            <a:cxnLst/>
            <a:rect l="l" t="t" r="r" b="b"/>
            <a:pathLst>
              <a:path w="4008755" h="4102100">
                <a:moveTo>
                  <a:pt x="1381671" y="2041639"/>
                </a:moveTo>
                <a:lnTo>
                  <a:pt x="1378242" y="2039607"/>
                </a:lnTo>
                <a:lnTo>
                  <a:pt x="1034923" y="2237841"/>
                </a:lnTo>
                <a:lnTo>
                  <a:pt x="1034923" y="2241804"/>
                </a:lnTo>
                <a:lnTo>
                  <a:pt x="1378242" y="2440051"/>
                </a:lnTo>
                <a:lnTo>
                  <a:pt x="1381671" y="2438019"/>
                </a:lnTo>
                <a:lnTo>
                  <a:pt x="1381671" y="2341143"/>
                </a:lnTo>
                <a:lnTo>
                  <a:pt x="1380921" y="2339746"/>
                </a:lnTo>
                <a:lnTo>
                  <a:pt x="1211402" y="2241804"/>
                </a:lnTo>
                <a:lnTo>
                  <a:pt x="1211402" y="2237841"/>
                </a:lnTo>
                <a:lnTo>
                  <a:pt x="1379639" y="2140648"/>
                </a:lnTo>
                <a:lnTo>
                  <a:pt x="1380921" y="2139899"/>
                </a:lnTo>
                <a:lnTo>
                  <a:pt x="1381671" y="2138515"/>
                </a:lnTo>
                <a:lnTo>
                  <a:pt x="1381671" y="2041639"/>
                </a:lnTo>
                <a:close/>
              </a:path>
              <a:path w="4008755" h="4102100">
                <a:moveTo>
                  <a:pt x="1698752" y="1967699"/>
                </a:moveTo>
                <a:lnTo>
                  <a:pt x="1611630" y="1967699"/>
                </a:lnTo>
                <a:lnTo>
                  <a:pt x="1410182" y="2511844"/>
                </a:lnTo>
                <a:lnTo>
                  <a:pt x="1497723" y="2510663"/>
                </a:lnTo>
                <a:lnTo>
                  <a:pt x="1698752" y="1967699"/>
                </a:lnTo>
                <a:close/>
              </a:path>
              <a:path w="4008755" h="4102100">
                <a:moveTo>
                  <a:pt x="2074011" y="2237841"/>
                </a:moveTo>
                <a:lnTo>
                  <a:pt x="1730679" y="2039607"/>
                </a:lnTo>
                <a:lnTo>
                  <a:pt x="1727250" y="2041639"/>
                </a:lnTo>
                <a:lnTo>
                  <a:pt x="1727250" y="2138515"/>
                </a:lnTo>
                <a:lnTo>
                  <a:pt x="1728000" y="2139899"/>
                </a:lnTo>
                <a:lnTo>
                  <a:pt x="1897634" y="2237841"/>
                </a:lnTo>
                <a:lnTo>
                  <a:pt x="1897634" y="2241804"/>
                </a:lnTo>
                <a:lnTo>
                  <a:pt x="1729295" y="2338997"/>
                </a:lnTo>
                <a:lnTo>
                  <a:pt x="1728000" y="2339746"/>
                </a:lnTo>
                <a:lnTo>
                  <a:pt x="1727250" y="2341143"/>
                </a:lnTo>
                <a:lnTo>
                  <a:pt x="1727250" y="2438019"/>
                </a:lnTo>
                <a:lnTo>
                  <a:pt x="1730679" y="2440051"/>
                </a:lnTo>
                <a:lnTo>
                  <a:pt x="2074011" y="2241804"/>
                </a:lnTo>
                <a:lnTo>
                  <a:pt x="2074011" y="2237841"/>
                </a:lnTo>
                <a:close/>
              </a:path>
              <a:path w="4008755" h="4102100">
                <a:moveTo>
                  <a:pt x="2772130" y="1453248"/>
                </a:moveTo>
                <a:lnTo>
                  <a:pt x="2625229" y="1376197"/>
                </a:lnTo>
                <a:lnTo>
                  <a:pt x="2626195" y="1362456"/>
                </a:lnTo>
                <a:lnTo>
                  <a:pt x="2626715" y="1348740"/>
                </a:lnTo>
                <a:lnTo>
                  <a:pt x="2624429" y="1291005"/>
                </a:lnTo>
                <a:lnTo>
                  <a:pt x="2614295" y="1231442"/>
                </a:lnTo>
                <a:lnTo>
                  <a:pt x="2606370" y="1202499"/>
                </a:lnTo>
                <a:lnTo>
                  <a:pt x="2727769" y="1097915"/>
                </a:lnTo>
                <a:lnTo>
                  <a:pt x="2690177" y="1030084"/>
                </a:lnTo>
                <a:lnTo>
                  <a:pt x="2660370" y="976299"/>
                </a:lnTo>
                <a:lnTo>
                  <a:pt x="2508859" y="1030084"/>
                </a:lnTo>
                <a:lnTo>
                  <a:pt x="2503779" y="1024559"/>
                </a:lnTo>
                <a:lnTo>
                  <a:pt x="2499461" y="1019860"/>
                </a:lnTo>
                <a:lnTo>
                  <a:pt x="2489784" y="1009916"/>
                </a:lnTo>
                <a:lnTo>
                  <a:pt x="2479776" y="1000252"/>
                </a:lnTo>
                <a:lnTo>
                  <a:pt x="2478265" y="998893"/>
                </a:lnTo>
                <a:lnTo>
                  <a:pt x="2478265" y="1347000"/>
                </a:lnTo>
                <a:lnTo>
                  <a:pt x="2476462" y="1372793"/>
                </a:lnTo>
                <a:lnTo>
                  <a:pt x="2466200" y="1424635"/>
                </a:lnTo>
                <a:lnTo>
                  <a:pt x="2450338" y="1467764"/>
                </a:lnTo>
                <a:lnTo>
                  <a:pt x="2418486" y="1522590"/>
                </a:lnTo>
                <a:lnTo>
                  <a:pt x="2387612" y="1558912"/>
                </a:lnTo>
                <a:lnTo>
                  <a:pt x="2351913" y="1589862"/>
                </a:lnTo>
                <a:lnTo>
                  <a:pt x="2312136" y="1615033"/>
                </a:lnTo>
                <a:lnTo>
                  <a:pt x="2269045" y="1634020"/>
                </a:lnTo>
                <a:lnTo>
                  <a:pt x="2223389" y="1646377"/>
                </a:lnTo>
                <a:lnTo>
                  <a:pt x="2175891" y="1651723"/>
                </a:lnTo>
                <a:lnTo>
                  <a:pt x="2127313" y="1649641"/>
                </a:lnTo>
                <a:lnTo>
                  <a:pt x="2095284" y="1643126"/>
                </a:lnTo>
                <a:lnTo>
                  <a:pt x="2078405" y="1639697"/>
                </a:lnTo>
                <a:lnTo>
                  <a:pt x="2028698" y="1620824"/>
                </a:lnTo>
                <a:lnTo>
                  <a:pt x="1984070" y="1594662"/>
                </a:lnTo>
                <a:lnTo>
                  <a:pt x="1945017" y="1562087"/>
                </a:lnTo>
                <a:lnTo>
                  <a:pt x="1912035" y="1524000"/>
                </a:lnTo>
                <a:lnTo>
                  <a:pt x="1885632" y="1481315"/>
                </a:lnTo>
                <a:lnTo>
                  <a:pt x="1869376" y="1443837"/>
                </a:lnTo>
                <a:lnTo>
                  <a:pt x="1858098" y="1404353"/>
                </a:lnTo>
                <a:lnTo>
                  <a:pt x="1852028" y="1363395"/>
                </a:lnTo>
                <a:lnTo>
                  <a:pt x="1851444" y="1321447"/>
                </a:lnTo>
                <a:lnTo>
                  <a:pt x="1852904" y="1304074"/>
                </a:lnTo>
                <a:lnTo>
                  <a:pt x="1863242" y="1251902"/>
                </a:lnTo>
                <a:lnTo>
                  <a:pt x="1879269" y="1208278"/>
                </a:lnTo>
                <a:lnTo>
                  <a:pt x="1900936" y="1168476"/>
                </a:lnTo>
                <a:lnTo>
                  <a:pt x="1927644" y="1132814"/>
                </a:lnTo>
                <a:lnTo>
                  <a:pt x="1933829" y="1126629"/>
                </a:lnTo>
                <a:lnTo>
                  <a:pt x="1958809" y="1101636"/>
                </a:lnTo>
                <a:lnTo>
                  <a:pt x="1993811" y="1075270"/>
                </a:lnTo>
                <a:lnTo>
                  <a:pt x="2032063" y="1054036"/>
                </a:lnTo>
                <a:lnTo>
                  <a:pt x="2072970" y="1038288"/>
                </a:lnTo>
                <a:lnTo>
                  <a:pt x="2115909" y="1028357"/>
                </a:lnTo>
                <a:lnTo>
                  <a:pt x="2160308" y="1024559"/>
                </a:lnTo>
                <a:lnTo>
                  <a:pt x="2205545" y="1027239"/>
                </a:lnTo>
                <a:lnTo>
                  <a:pt x="2251037" y="1036726"/>
                </a:lnTo>
                <a:lnTo>
                  <a:pt x="2298408" y="1054493"/>
                </a:lnTo>
                <a:lnTo>
                  <a:pt x="2341207" y="1078915"/>
                </a:lnTo>
                <a:lnTo>
                  <a:pt x="2379014" y="1109192"/>
                </a:lnTo>
                <a:lnTo>
                  <a:pt x="2411399" y="1144574"/>
                </a:lnTo>
                <a:lnTo>
                  <a:pt x="2437904" y="1184262"/>
                </a:lnTo>
                <a:lnTo>
                  <a:pt x="2458110" y="1227493"/>
                </a:lnTo>
                <a:lnTo>
                  <a:pt x="2471585" y="1273479"/>
                </a:lnTo>
                <a:lnTo>
                  <a:pt x="2477884" y="1321447"/>
                </a:lnTo>
                <a:lnTo>
                  <a:pt x="2478265" y="1347000"/>
                </a:lnTo>
                <a:lnTo>
                  <a:pt x="2478265" y="998893"/>
                </a:lnTo>
                <a:lnTo>
                  <a:pt x="2433688" y="962469"/>
                </a:lnTo>
                <a:lnTo>
                  <a:pt x="2394737" y="937615"/>
                </a:lnTo>
                <a:lnTo>
                  <a:pt x="2376195" y="927531"/>
                </a:lnTo>
                <a:lnTo>
                  <a:pt x="2378506" y="896670"/>
                </a:lnTo>
                <a:lnTo>
                  <a:pt x="2380018" y="876528"/>
                </a:lnTo>
                <a:lnTo>
                  <a:pt x="2388628" y="761987"/>
                </a:lnTo>
                <a:lnTo>
                  <a:pt x="2254999" y="723722"/>
                </a:lnTo>
                <a:lnTo>
                  <a:pt x="2182241" y="876528"/>
                </a:lnTo>
                <a:lnTo>
                  <a:pt x="2176449" y="876312"/>
                </a:lnTo>
                <a:lnTo>
                  <a:pt x="2173567" y="876312"/>
                </a:lnTo>
                <a:lnTo>
                  <a:pt x="2136521" y="877036"/>
                </a:lnTo>
                <a:lnTo>
                  <a:pt x="2099945" y="880745"/>
                </a:lnTo>
                <a:lnTo>
                  <a:pt x="2064016" y="887336"/>
                </a:lnTo>
                <a:lnTo>
                  <a:pt x="2028901" y="896670"/>
                </a:lnTo>
                <a:lnTo>
                  <a:pt x="1924316" y="775157"/>
                </a:lnTo>
                <a:lnTo>
                  <a:pt x="1802803" y="842568"/>
                </a:lnTo>
                <a:lnTo>
                  <a:pt x="1856486" y="994194"/>
                </a:lnTo>
                <a:lnTo>
                  <a:pt x="1826691" y="1023277"/>
                </a:lnTo>
                <a:lnTo>
                  <a:pt x="1799513" y="1055154"/>
                </a:lnTo>
                <a:lnTo>
                  <a:pt x="1775218" y="1089647"/>
                </a:lnTo>
                <a:lnTo>
                  <a:pt x="1754047" y="1126629"/>
                </a:lnTo>
                <a:lnTo>
                  <a:pt x="1588490" y="1114310"/>
                </a:lnTo>
                <a:lnTo>
                  <a:pt x="1550238" y="1247940"/>
                </a:lnTo>
                <a:lnTo>
                  <a:pt x="1702930" y="1320698"/>
                </a:lnTo>
                <a:lnTo>
                  <a:pt x="1702930" y="1321447"/>
                </a:lnTo>
                <a:lnTo>
                  <a:pt x="1702676" y="1335062"/>
                </a:lnTo>
                <a:lnTo>
                  <a:pt x="1702790" y="1348740"/>
                </a:lnTo>
                <a:lnTo>
                  <a:pt x="1702854" y="1352854"/>
                </a:lnTo>
                <a:lnTo>
                  <a:pt x="1708010" y="1408811"/>
                </a:lnTo>
                <a:lnTo>
                  <a:pt x="1718259" y="1457413"/>
                </a:lnTo>
                <a:lnTo>
                  <a:pt x="1725333" y="1481112"/>
                </a:lnTo>
                <a:lnTo>
                  <a:pt x="1725002" y="1481315"/>
                </a:lnTo>
                <a:lnTo>
                  <a:pt x="1598993" y="1587830"/>
                </a:lnTo>
                <a:lnTo>
                  <a:pt x="1651177" y="1695094"/>
                </a:lnTo>
                <a:lnTo>
                  <a:pt x="1817585" y="1643126"/>
                </a:lnTo>
                <a:lnTo>
                  <a:pt x="1842109" y="1669059"/>
                </a:lnTo>
                <a:lnTo>
                  <a:pt x="1897253" y="1715109"/>
                </a:lnTo>
                <a:lnTo>
                  <a:pt x="1933270" y="1738236"/>
                </a:lnTo>
                <a:lnTo>
                  <a:pt x="1950250" y="1747608"/>
                </a:lnTo>
                <a:lnTo>
                  <a:pt x="1936851" y="1906727"/>
                </a:lnTo>
                <a:lnTo>
                  <a:pt x="2049691" y="1945627"/>
                </a:lnTo>
                <a:lnTo>
                  <a:pt x="2126729" y="1798713"/>
                </a:lnTo>
                <a:lnTo>
                  <a:pt x="2133701" y="1799361"/>
                </a:lnTo>
                <a:lnTo>
                  <a:pt x="2140775" y="1799793"/>
                </a:lnTo>
                <a:lnTo>
                  <a:pt x="2147735" y="1800009"/>
                </a:lnTo>
                <a:lnTo>
                  <a:pt x="2188743" y="1799742"/>
                </a:lnTo>
                <a:lnTo>
                  <a:pt x="2199424" y="1798713"/>
                </a:lnTo>
                <a:lnTo>
                  <a:pt x="2229193" y="1795856"/>
                </a:lnTo>
                <a:lnTo>
                  <a:pt x="2268842" y="1788464"/>
                </a:lnTo>
                <a:lnTo>
                  <a:pt x="2307501" y="1777720"/>
                </a:lnTo>
                <a:lnTo>
                  <a:pt x="2414346" y="1903945"/>
                </a:lnTo>
                <a:lnTo>
                  <a:pt x="2521496" y="1851863"/>
                </a:lnTo>
                <a:lnTo>
                  <a:pt x="2515819" y="1833549"/>
                </a:lnTo>
                <a:lnTo>
                  <a:pt x="2498420" y="1777720"/>
                </a:lnTo>
                <a:lnTo>
                  <a:pt x="2469629" y="1685340"/>
                </a:lnTo>
                <a:lnTo>
                  <a:pt x="2499931" y="1656295"/>
                </a:lnTo>
                <a:lnTo>
                  <a:pt x="2503894" y="1651723"/>
                </a:lnTo>
                <a:lnTo>
                  <a:pt x="2527617" y="1624406"/>
                </a:lnTo>
                <a:lnTo>
                  <a:pt x="2552395" y="1589862"/>
                </a:lnTo>
                <a:lnTo>
                  <a:pt x="2574112" y="1552689"/>
                </a:lnTo>
                <a:lnTo>
                  <a:pt x="2733129" y="1566087"/>
                </a:lnTo>
                <a:lnTo>
                  <a:pt x="2737751" y="1552689"/>
                </a:lnTo>
                <a:lnTo>
                  <a:pt x="2760129" y="1487754"/>
                </a:lnTo>
                <a:lnTo>
                  <a:pt x="2772130" y="1453248"/>
                </a:lnTo>
                <a:close/>
              </a:path>
              <a:path w="4008755" h="4102100">
                <a:moveTo>
                  <a:pt x="2920123" y="2523312"/>
                </a:moveTo>
                <a:lnTo>
                  <a:pt x="2881338" y="2542667"/>
                </a:lnTo>
                <a:lnTo>
                  <a:pt x="2841688" y="2560383"/>
                </a:lnTo>
                <a:lnTo>
                  <a:pt x="2801277" y="2576411"/>
                </a:lnTo>
                <a:lnTo>
                  <a:pt x="2760129" y="2590711"/>
                </a:lnTo>
                <a:lnTo>
                  <a:pt x="2760129" y="2696045"/>
                </a:lnTo>
                <a:lnTo>
                  <a:pt x="921550" y="2696045"/>
                </a:lnTo>
                <a:lnTo>
                  <a:pt x="921550" y="1481328"/>
                </a:lnTo>
                <a:lnTo>
                  <a:pt x="1455724" y="1481328"/>
                </a:lnTo>
                <a:lnTo>
                  <a:pt x="1455724" y="1321447"/>
                </a:lnTo>
                <a:lnTo>
                  <a:pt x="904938" y="1321447"/>
                </a:lnTo>
                <a:lnTo>
                  <a:pt x="859713" y="1328775"/>
                </a:lnTo>
                <a:lnTo>
                  <a:pt x="820394" y="1349171"/>
                </a:lnTo>
                <a:lnTo>
                  <a:pt x="789355" y="1380236"/>
                </a:lnTo>
                <a:lnTo>
                  <a:pt x="768985" y="1419580"/>
                </a:lnTo>
                <a:lnTo>
                  <a:pt x="761669" y="1464818"/>
                </a:lnTo>
                <a:lnTo>
                  <a:pt x="761669" y="2712542"/>
                </a:lnTo>
                <a:lnTo>
                  <a:pt x="768108" y="2755150"/>
                </a:lnTo>
                <a:lnTo>
                  <a:pt x="786206" y="2792704"/>
                </a:lnTo>
                <a:lnTo>
                  <a:pt x="836739" y="2838666"/>
                </a:lnTo>
                <a:lnTo>
                  <a:pt x="904938" y="2856026"/>
                </a:lnTo>
                <a:lnTo>
                  <a:pt x="1768729" y="2856026"/>
                </a:lnTo>
                <a:lnTo>
                  <a:pt x="1768729" y="3050413"/>
                </a:lnTo>
                <a:lnTo>
                  <a:pt x="1707515" y="3055975"/>
                </a:lnTo>
                <a:lnTo>
                  <a:pt x="1650415" y="3064624"/>
                </a:lnTo>
                <a:lnTo>
                  <a:pt x="1598193" y="3076105"/>
                </a:lnTo>
                <a:lnTo>
                  <a:pt x="1551622" y="3090164"/>
                </a:lnTo>
                <a:lnTo>
                  <a:pt x="1501355" y="3111487"/>
                </a:lnTo>
                <a:lnTo>
                  <a:pt x="1463370" y="3135985"/>
                </a:lnTo>
                <a:lnTo>
                  <a:pt x="1430972" y="3192183"/>
                </a:lnTo>
                <a:lnTo>
                  <a:pt x="1436331" y="3215525"/>
                </a:lnTo>
                <a:lnTo>
                  <a:pt x="1476730" y="3258350"/>
                </a:lnTo>
                <a:lnTo>
                  <a:pt x="1510068" y="3277222"/>
                </a:lnTo>
                <a:lnTo>
                  <a:pt x="1551038" y="3293999"/>
                </a:lnTo>
                <a:lnTo>
                  <a:pt x="1598803" y="3308400"/>
                </a:lnTo>
                <a:lnTo>
                  <a:pt x="1652498" y="3320110"/>
                </a:lnTo>
                <a:lnTo>
                  <a:pt x="1711312" y="3328847"/>
                </a:lnTo>
                <a:lnTo>
                  <a:pt x="1774367" y="3334308"/>
                </a:lnTo>
                <a:lnTo>
                  <a:pt x="1840839" y="3336201"/>
                </a:lnTo>
                <a:lnTo>
                  <a:pt x="1907336" y="3334308"/>
                </a:lnTo>
                <a:lnTo>
                  <a:pt x="1970417" y="3328847"/>
                </a:lnTo>
                <a:lnTo>
                  <a:pt x="2029231" y="3320110"/>
                </a:lnTo>
                <a:lnTo>
                  <a:pt x="2082927" y="3308400"/>
                </a:lnTo>
                <a:lnTo>
                  <a:pt x="2130691" y="3293999"/>
                </a:lnTo>
                <a:lnTo>
                  <a:pt x="2171649" y="3277222"/>
                </a:lnTo>
                <a:lnTo>
                  <a:pt x="2204974" y="3258350"/>
                </a:lnTo>
                <a:lnTo>
                  <a:pt x="2245347" y="3215525"/>
                </a:lnTo>
                <a:lnTo>
                  <a:pt x="2250719" y="3192183"/>
                </a:lnTo>
                <a:lnTo>
                  <a:pt x="2245601" y="3169361"/>
                </a:lnTo>
                <a:lnTo>
                  <a:pt x="2207133" y="3127464"/>
                </a:lnTo>
                <a:lnTo>
                  <a:pt x="2135009" y="3091878"/>
                </a:lnTo>
                <a:lnTo>
                  <a:pt x="2087727" y="3077210"/>
                </a:lnTo>
                <a:lnTo>
                  <a:pt x="2034400" y="3065221"/>
                </a:lnTo>
                <a:lnTo>
                  <a:pt x="1975866" y="3056191"/>
                </a:lnTo>
                <a:lnTo>
                  <a:pt x="1912962" y="3050413"/>
                </a:lnTo>
                <a:lnTo>
                  <a:pt x="1912962" y="2856026"/>
                </a:lnTo>
                <a:lnTo>
                  <a:pt x="2776740" y="2856026"/>
                </a:lnTo>
                <a:lnTo>
                  <a:pt x="2794939" y="2854871"/>
                </a:lnTo>
                <a:lnTo>
                  <a:pt x="2845003" y="2838666"/>
                </a:lnTo>
                <a:lnTo>
                  <a:pt x="2885059" y="2806382"/>
                </a:lnTo>
                <a:lnTo>
                  <a:pt x="2913634" y="2755150"/>
                </a:lnTo>
                <a:lnTo>
                  <a:pt x="2920123" y="2712542"/>
                </a:lnTo>
                <a:lnTo>
                  <a:pt x="2920123" y="2523312"/>
                </a:lnTo>
                <a:close/>
              </a:path>
              <a:path w="4008755" h="4102100">
                <a:moveTo>
                  <a:pt x="3572599" y="1751139"/>
                </a:moveTo>
                <a:lnTo>
                  <a:pt x="3164001" y="1357020"/>
                </a:lnTo>
                <a:lnTo>
                  <a:pt x="2755417" y="1751139"/>
                </a:lnTo>
                <a:lnTo>
                  <a:pt x="2989669" y="1751139"/>
                </a:lnTo>
                <a:lnTo>
                  <a:pt x="2979166" y="1795081"/>
                </a:lnTo>
                <a:lnTo>
                  <a:pt x="2967710" y="1839950"/>
                </a:lnTo>
                <a:lnTo>
                  <a:pt x="2954058" y="1883930"/>
                </a:lnTo>
                <a:lnTo>
                  <a:pt x="2938208" y="1926983"/>
                </a:lnTo>
                <a:lnTo>
                  <a:pt x="2920123" y="1969096"/>
                </a:lnTo>
                <a:lnTo>
                  <a:pt x="2894126" y="2020760"/>
                </a:lnTo>
                <a:lnTo>
                  <a:pt x="2864510" y="2070900"/>
                </a:lnTo>
                <a:lnTo>
                  <a:pt x="2840507" y="2106765"/>
                </a:lnTo>
                <a:lnTo>
                  <a:pt x="2815132" y="2141080"/>
                </a:lnTo>
                <a:lnTo>
                  <a:pt x="2788348" y="2173871"/>
                </a:lnTo>
                <a:lnTo>
                  <a:pt x="2760129" y="2205164"/>
                </a:lnTo>
                <a:lnTo>
                  <a:pt x="2726664" y="2238692"/>
                </a:lnTo>
                <a:lnTo>
                  <a:pt x="2691396" y="2270264"/>
                </a:lnTo>
                <a:lnTo>
                  <a:pt x="2654325" y="2299855"/>
                </a:lnTo>
                <a:lnTo>
                  <a:pt x="2615450" y="2327478"/>
                </a:lnTo>
                <a:lnTo>
                  <a:pt x="2574747" y="2353106"/>
                </a:lnTo>
                <a:lnTo>
                  <a:pt x="2532215" y="2376716"/>
                </a:lnTo>
                <a:lnTo>
                  <a:pt x="2483383" y="2400008"/>
                </a:lnTo>
                <a:lnTo>
                  <a:pt x="2433218" y="2419731"/>
                </a:lnTo>
                <a:lnTo>
                  <a:pt x="2381783" y="2435898"/>
                </a:lnTo>
                <a:lnTo>
                  <a:pt x="2329154" y="2448509"/>
                </a:lnTo>
                <a:lnTo>
                  <a:pt x="2275052" y="2457640"/>
                </a:lnTo>
                <a:lnTo>
                  <a:pt x="2220772" y="2463012"/>
                </a:lnTo>
                <a:lnTo>
                  <a:pt x="2166366" y="2464536"/>
                </a:lnTo>
                <a:lnTo>
                  <a:pt x="2111857" y="2462149"/>
                </a:lnTo>
                <a:lnTo>
                  <a:pt x="2047138" y="2454681"/>
                </a:lnTo>
                <a:lnTo>
                  <a:pt x="2037156" y="2455126"/>
                </a:lnTo>
                <a:lnTo>
                  <a:pt x="2028939" y="2458516"/>
                </a:lnTo>
                <a:lnTo>
                  <a:pt x="2024075" y="2466200"/>
                </a:lnTo>
                <a:lnTo>
                  <a:pt x="2024761" y="2475141"/>
                </a:lnTo>
                <a:lnTo>
                  <a:pt x="2096160" y="2504338"/>
                </a:lnTo>
                <a:lnTo>
                  <a:pt x="2144611" y="2516873"/>
                </a:lnTo>
                <a:lnTo>
                  <a:pt x="2193226" y="2527058"/>
                </a:lnTo>
                <a:lnTo>
                  <a:pt x="2241981" y="2534932"/>
                </a:lnTo>
                <a:lnTo>
                  <a:pt x="2290902" y="2540470"/>
                </a:lnTo>
                <a:lnTo>
                  <a:pt x="2339975" y="2543721"/>
                </a:lnTo>
                <a:lnTo>
                  <a:pt x="2389213" y="2544673"/>
                </a:lnTo>
                <a:lnTo>
                  <a:pt x="2438603" y="2543352"/>
                </a:lnTo>
                <a:lnTo>
                  <a:pt x="2488146" y="2539771"/>
                </a:lnTo>
                <a:lnTo>
                  <a:pt x="2537853" y="2533942"/>
                </a:lnTo>
                <a:lnTo>
                  <a:pt x="2587726" y="2525877"/>
                </a:lnTo>
                <a:lnTo>
                  <a:pt x="2641015" y="2513279"/>
                </a:lnTo>
                <a:lnTo>
                  <a:pt x="2690050" y="2500274"/>
                </a:lnTo>
                <a:lnTo>
                  <a:pt x="2760129" y="2477554"/>
                </a:lnTo>
                <a:lnTo>
                  <a:pt x="2822803" y="2451925"/>
                </a:lnTo>
                <a:lnTo>
                  <a:pt x="2911322" y="2406015"/>
                </a:lnTo>
                <a:lnTo>
                  <a:pt x="2964802" y="2372982"/>
                </a:lnTo>
                <a:lnTo>
                  <a:pt x="3007360" y="2343569"/>
                </a:lnTo>
                <a:lnTo>
                  <a:pt x="3047809" y="2312581"/>
                </a:lnTo>
                <a:lnTo>
                  <a:pt x="3086100" y="2280005"/>
                </a:lnTo>
                <a:lnTo>
                  <a:pt x="3122244" y="2245817"/>
                </a:lnTo>
                <a:lnTo>
                  <a:pt x="3156191" y="2210028"/>
                </a:lnTo>
                <a:lnTo>
                  <a:pt x="3187966" y="2172601"/>
                </a:lnTo>
                <a:lnTo>
                  <a:pt x="3217519" y="2133549"/>
                </a:lnTo>
                <a:lnTo>
                  <a:pt x="3244850" y="2092858"/>
                </a:lnTo>
                <a:lnTo>
                  <a:pt x="3269932" y="2050503"/>
                </a:lnTo>
                <a:lnTo>
                  <a:pt x="3292754" y="2006485"/>
                </a:lnTo>
                <a:lnTo>
                  <a:pt x="3313315" y="1960791"/>
                </a:lnTo>
                <a:lnTo>
                  <a:pt x="3331565" y="1913407"/>
                </a:lnTo>
                <a:lnTo>
                  <a:pt x="3347516" y="1864321"/>
                </a:lnTo>
                <a:lnTo>
                  <a:pt x="3361144" y="1813521"/>
                </a:lnTo>
                <a:lnTo>
                  <a:pt x="3373170" y="1756714"/>
                </a:lnTo>
                <a:lnTo>
                  <a:pt x="3375533" y="1751139"/>
                </a:lnTo>
                <a:lnTo>
                  <a:pt x="3572599" y="1751139"/>
                </a:lnTo>
                <a:close/>
              </a:path>
              <a:path w="4008755" h="4102100">
                <a:moveTo>
                  <a:pt x="4008717" y="1397000"/>
                </a:moveTo>
                <a:lnTo>
                  <a:pt x="3994670" y="1358900"/>
                </a:lnTo>
                <a:lnTo>
                  <a:pt x="3981183" y="1326845"/>
                </a:lnTo>
                <a:lnTo>
                  <a:pt x="3981183" y="2044700"/>
                </a:lnTo>
                <a:lnTo>
                  <a:pt x="3980586" y="2095500"/>
                </a:lnTo>
                <a:lnTo>
                  <a:pt x="3978821" y="2146300"/>
                </a:lnTo>
                <a:lnTo>
                  <a:pt x="3975887" y="2197100"/>
                </a:lnTo>
                <a:lnTo>
                  <a:pt x="3971823" y="2247900"/>
                </a:lnTo>
                <a:lnTo>
                  <a:pt x="3966616" y="2286000"/>
                </a:lnTo>
                <a:lnTo>
                  <a:pt x="3960279" y="2336800"/>
                </a:lnTo>
                <a:lnTo>
                  <a:pt x="3952849" y="2374900"/>
                </a:lnTo>
                <a:lnTo>
                  <a:pt x="3944328" y="2425700"/>
                </a:lnTo>
                <a:lnTo>
                  <a:pt x="3934726" y="2476500"/>
                </a:lnTo>
                <a:lnTo>
                  <a:pt x="3924058" y="2514600"/>
                </a:lnTo>
                <a:lnTo>
                  <a:pt x="3912336" y="2565400"/>
                </a:lnTo>
                <a:lnTo>
                  <a:pt x="3899585" y="2603500"/>
                </a:lnTo>
                <a:lnTo>
                  <a:pt x="3885819" y="2654300"/>
                </a:lnTo>
                <a:lnTo>
                  <a:pt x="3871036" y="2692400"/>
                </a:lnTo>
                <a:lnTo>
                  <a:pt x="3855250" y="2730500"/>
                </a:lnTo>
                <a:lnTo>
                  <a:pt x="3838498" y="2781300"/>
                </a:lnTo>
                <a:lnTo>
                  <a:pt x="3820769" y="2819400"/>
                </a:lnTo>
                <a:lnTo>
                  <a:pt x="3802100" y="2857500"/>
                </a:lnTo>
                <a:lnTo>
                  <a:pt x="3782479" y="2908300"/>
                </a:lnTo>
                <a:lnTo>
                  <a:pt x="3761943" y="2946400"/>
                </a:lnTo>
                <a:lnTo>
                  <a:pt x="3740493" y="2984500"/>
                </a:lnTo>
                <a:lnTo>
                  <a:pt x="3718141" y="3022600"/>
                </a:lnTo>
                <a:lnTo>
                  <a:pt x="3694912" y="3060700"/>
                </a:lnTo>
                <a:lnTo>
                  <a:pt x="3670808" y="3098800"/>
                </a:lnTo>
                <a:lnTo>
                  <a:pt x="3645852" y="3136900"/>
                </a:lnTo>
                <a:lnTo>
                  <a:pt x="3620058" y="3175000"/>
                </a:lnTo>
                <a:lnTo>
                  <a:pt x="3593427" y="3213100"/>
                </a:lnTo>
                <a:lnTo>
                  <a:pt x="3565995" y="3238500"/>
                </a:lnTo>
                <a:lnTo>
                  <a:pt x="3537750" y="3276600"/>
                </a:lnTo>
                <a:lnTo>
                  <a:pt x="3508730" y="3314700"/>
                </a:lnTo>
                <a:lnTo>
                  <a:pt x="3478923" y="3340100"/>
                </a:lnTo>
                <a:lnTo>
                  <a:pt x="3448367" y="3378200"/>
                </a:lnTo>
                <a:lnTo>
                  <a:pt x="3417074" y="3416300"/>
                </a:lnTo>
                <a:lnTo>
                  <a:pt x="3385032" y="3441700"/>
                </a:lnTo>
                <a:lnTo>
                  <a:pt x="3352292" y="3467100"/>
                </a:lnTo>
                <a:lnTo>
                  <a:pt x="3318840" y="3505200"/>
                </a:lnTo>
                <a:lnTo>
                  <a:pt x="3284702" y="3530600"/>
                </a:lnTo>
                <a:lnTo>
                  <a:pt x="3249892" y="3556000"/>
                </a:lnTo>
                <a:lnTo>
                  <a:pt x="3214408" y="3581400"/>
                </a:lnTo>
                <a:lnTo>
                  <a:pt x="3178289" y="3619500"/>
                </a:lnTo>
                <a:lnTo>
                  <a:pt x="3141535" y="3644900"/>
                </a:lnTo>
                <a:lnTo>
                  <a:pt x="3104159" y="3670300"/>
                </a:lnTo>
                <a:lnTo>
                  <a:pt x="3066173" y="3683000"/>
                </a:lnTo>
                <a:lnTo>
                  <a:pt x="2988449" y="3733800"/>
                </a:lnTo>
                <a:lnTo>
                  <a:pt x="2948736" y="3759200"/>
                </a:lnTo>
                <a:lnTo>
                  <a:pt x="2908465" y="3771900"/>
                </a:lnTo>
                <a:lnTo>
                  <a:pt x="2867672" y="3797300"/>
                </a:lnTo>
                <a:lnTo>
                  <a:pt x="2826347" y="3810000"/>
                </a:lnTo>
                <a:lnTo>
                  <a:pt x="2784513" y="3835400"/>
                </a:lnTo>
                <a:lnTo>
                  <a:pt x="2656103" y="3873500"/>
                </a:lnTo>
                <a:lnTo>
                  <a:pt x="2612390" y="3898900"/>
                </a:lnTo>
                <a:lnTo>
                  <a:pt x="2568219" y="3911600"/>
                </a:lnTo>
                <a:lnTo>
                  <a:pt x="2523629" y="3911600"/>
                </a:lnTo>
                <a:lnTo>
                  <a:pt x="2387447" y="3949700"/>
                </a:lnTo>
                <a:lnTo>
                  <a:pt x="2341295" y="3949700"/>
                </a:lnTo>
                <a:lnTo>
                  <a:pt x="2294788" y="3962400"/>
                </a:lnTo>
                <a:lnTo>
                  <a:pt x="2247938" y="3962400"/>
                </a:lnTo>
                <a:lnTo>
                  <a:pt x="2200757" y="3975100"/>
                </a:lnTo>
                <a:lnTo>
                  <a:pt x="1914042" y="3975100"/>
                </a:lnTo>
                <a:lnTo>
                  <a:pt x="1866874" y="3962400"/>
                </a:lnTo>
                <a:lnTo>
                  <a:pt x="1820024" y="3962400"/>
                </a:lnTo>
                <a:lnTo>
                  <a:pt x="1773516" y="3949700"/>
                </a:lnTo>
                <a:lnTo>
                  <a:pt x="1727365" y="3949700"/>
                </a:lnTo>
                <a:lnTo>
                  <a:pt x="1591183" y="3911600"/>
                </a:lnTo>
                <a:lnTo>
                  <a:pt x="1546593" y="3911600"/>
                </a:lnTo>
                <a:lnTo>
                  <a:pt x="1502422" y="3898900"/>
                </a:lnTo>
                <a:lnTo>
                  <a:pt x="1458696" y="3873500"/>
                </a:lnTo>
                <a:lnTo>
                  <a:pt x="1330286" y="3835400"/>
                </a:lnTo>
                <a:lnTo>
                  <a:pt x="1288465" y="3810000"/>
                </a:lnTo>
                <a:lnTo>
                  <a:pt x="1247140" y="3797300"/>
                </a:lnTo>
                <a:lnTo>
                  <a:pt x="1206334" y="3771900"/>
                </a:lnTo>
                <a:lnTo>
                  <a:pt x="1166075" y="3759200"/>
                </a:lnTo>
                <a:lnTo>
                  <a:pt x="1126363" y="3733800"/>
                </a:lnTo>
                <a:lnTo>
                  <a:pt x="1048639" y="3683000"/>
                </a:lnTo>
                <a:lnTo>
                  <a:pt x="1010653" y="3670300"/>
                </a:lnTo>
                <a:lnTo>
                  <a:pt x="973277" y="3644900"/>
                </a:lnTo>
                <a:lnTo>
                  <a:pt x="936523" y="3619500"/>
                </a:lnTo>
                <a:lnTo>
                  <a:pt x="900404" y="3581400"/>
                </a:lnTo>
                <a:lnTo>
                  <a:pt x="864920" y="3556000"/>
                </a:lnTo>
                <a:lnTo>
                  <a:pt x="830110" y="3530600"/>
                </a:lnTo>
                <a:lnTo>
                  <a:pt x="795972" y="3505200"/>
                </a:lnTo>
                <a:lnTo>
                  <a:pt x="762520" y="3467100"/>
                </a:lnTo>
                <a:lnTo>
                  <a:pt x="729767" y="3441700"/>
                </a:lnTo>
                <a:lnTo>
                  <a:pt x="697738" y="3416300"/>
                </a:lnTo>
                <a:lnTo>
                  <a:pt x="666432" y="3378200"/>
                </a:lnTo>
                <a:lnTo>
                  <a:pt x="635876" y="3340100"/>
                </a:lnTo>
                <a:lnTo>
                  <a:pt x="606082" y="3314700"/>
                </a:lnTo>
                <a:lnTo>
                  <a:pt x="577062" y="3276600"/>
                </a:lnTo>
                <a:lnTo>
                  <a:pt x="548817" y="3238500"/>
                </a:lnTo>
                <a:lnTo>
                  <a:pt x="521373" y="3213100"/>
                </a:lnTo>
                <a:lnTo>
                  <a:pt x="494753" y="3175000"/>
                </a:lnTo>
                <a:lnTo>
                  <a:pt x="468960" y="3136900"/>
                </a:lnTo>
                <a:lnTo>
                  <a:pt x="443992" y="3098800"/>
                </a:lnTo>
                <a:lnTo>
                  <a:pt x="419900" y="3060700"/>
                </a:lnTo>
                <a:lnTo>
                  <a:pt x="396659" y="3022600"/>
                </a:lnTo>
                <a:lnTo>
                  <a:pt x="374319" y="2984500"/>
                </a:lnTo>
                <a:lnTo>
                  <a:pt x="352869" y="2946400"/>
                </a:lnTo>
                <a:lnTo>
                  <a:pt x="332320" y="2908300"/>
                </a:lnTo>
                <a:lnTo>
                  <a:pt x="312712" y="2857500"/>
                </a:lnTo>
                <a:lnTo>
                  <a:pt x="294030" y="2819400"/>
                </a:lnTo>
                <a:lnTo>
                  <a:pt x="276313" y="2781300"/>
                </a:lnTo>
                <a:lnTo>
                  <a:pt x="259549" y="2730500"/>
                </a:lnTo>
                <a:lnTo>
                  <a:pt x="243776" y="2692400"/>
                </a:lnTo>
                <a:lnTo>
                  <a:pt x="228993" y="2654300"/>
                </a:lnTo>
                <a:lnTo>
                  <a:pt x="215214" y="2603500"/>
                </a:lnTo>
                <a:lnTo>
                  <a:pt x="202463" y="2565400"/>
                </a:lnTo>
                <a:lnTo>
                  <a:pt x="190754" y="2514600"/>
                </a:lnTo>
                <a:lnTo>
                  <a:pt x="180086" y="2476500"/>
                </a:lnTo>
                <a:lnTo>
                  <a:pt x="170484" y="2425700"/>
                </a:lnTo>
                <a:lnTo>
                  <a:pt x="161963" y="2374900"/>
                </a:lnTo>
                <a:lnTo>
                  <a:pt x="154520" y="2336800"/>
                </a:lnTo>
                <a:lnTo>
                  <a:pt x="148196" y="2286000"/>
                </a:lnTo>
                <a:lnTo>
                  <a:pt x="142989" y="2247900"/>
                </a:lnTo>
                <a:lnTo>
                  <a:pt x="138912" y="2197100"/>
                </a:lnTo>
                <a:lnTo>
                  <a:pt x="135991" y="2146300"/>
                </a:lnTo>
                <a:lnTo>
                  <a:pt x="134226" y="2095500"/>
                </a:lnTo>
                <a:lnTo>
                  <a:pt x="133629" y="2044700"/>
                </a:lnTo>
                <a:lnTo>
                  <a:pt x="134226" y="2006600"/>
                </a:lnTo>
                <a:lnTo>
                  <a:pt x="135991" y="1955800"/>
                </a:lnTo>
                <a:lnTo>
                  <a:pt x="138912" y="1905000"/>
                </a:lnTo>
                <a:lnTo>
                  <a:pt x="142989" y="1854200"/>
                </a:lnTo>
                <a:lnTo>
                  <a:pt x="148196" y="1816100"/>
                </a:lnTo>
                <a:lnTo>
                  <a:pt x="154520" y="1765300"/>
                </a:lnTo>
                <a:lnTo>
                  <a:pt x="161963" y="1727200"/>
                </a:lnTo>
                <a:lnTo>
                  <a:pt x="170484" y="1676400"/>
                </a:lnTo>
                <a:lnTo>
                  <a:pt x="180086" y="1625600"/>
                </a:lnTo>
                <a:lnTo>
                  <a:pt x="190754" y="1587500"/>
                </a:lnTo>
                <a:lnTo>
                  <a:pt x="202463" y="1536700"/>
                </a:lnTo>
                <a:lnTo>
                  <a:pt x="215214" y="1498600"/>
                </a:lnTo>
                <a:lnTo>
                  <a:pt x="228993" y="1447800"/>
                </a:lnTo>
                <a:lnTo>
                  <a:pt x="243776" y="1409700"/>
                </a:lnTo>
                <a:lnTo>
                  <a:pt x="259549" y="1371600"/>
                </a:lnTo>
                <a:lnTo>
                  <a:pt x="276313" y="1320800"/>
                </a:lnTo>
                <a:lnTo>
                  <a:pt x="294030" y="1282700"/>
                </a:lnTo>
                <a:lnTo>
                  <a:pt x="312712" y="1244600"/>
                </a:lnTo>
                <a:lnTo>
                  <a:pt x="332320" y="1193800"/>
                </a:lnTo>
                <a:lnTo>
                  <a:pt x="352869" y="1155700"/>
                </a:lnTo>
                <a:lnTo>
                  <a:pt x="374319" y="1117600"/>
                </a:lnTo>
                <a:lnTo>
                  <a:pt x="396659" y="1079500"/>
                </a:lnTo>
                <a:lnTo>
                  <a:pt x="419900" y="1041400"/>
                </a:lnTo>
                <a:lnTo>
                  <a:pt x="443992" y="1003300"/>
                </a:lnTo>
                <a:lnTo>
                  <a:pt x="468960" y="965200"/>
                </a:lnTo>
                <a:lnTo>
                  <a:pt x="494753" y="927100"/>
                </a:lnTo>
                <a:lnTo>
                  <a:pt x="521373" y="889000"/>
                </a:lnTo>
                <a:lnTo>
                  <a:pt x="548817" y="863600"/>
                </a:lnTo>
                <a:lnTo>
                  <a:pt x="577062" y="825500"/>
                </a:lnTo>
                <a:lnTo>
                  <a:pt x="606082" y="787400"/>
                </a:lnTo>
                <a:lnTo>
                  <a:pt x="635876" y="762000"/>
                </a:lnTo>
                <a:lnTo>
                  <a:pt x="666432" y="723900"/>
                </a:lnTo>
                <a:lnTo>
                  <a:pt x="697738" y="685800"/>
                </a:lnTo>
                <a:lnTo>
                  <a:pt x="729767" y="660400"/>
                </a:lnTo>
                <a:lnTo>
                  <a:pt x="762520" y="635000"/>
                </a:lnTo>
                <a:lnTo>
                  <a:pt x="795972" y="596900"/>
                </a:lnTo>
                <a:lnTo>
                  <a:pt x="830110" y="571500"/>
                </a:lnTo>
                <a:lnTo>
                  <a:pt x="864920" y="546100"/>
                </a:lnTo>
                <a:lnTo>
                  <a:pt x="900404" y="520700"/>
                </a:lnTo>
                <a:lnTo>
                  <a:pt x="936523" y="482600"/>
                </a:lnTo>
                <a:lnTo>
                  <a:pt x="973277" y="457200"/>
                </a:lnTo>
                <a:lnTo>
                  <a:pt x="1010653" y="431800"/>
                </a:lnTo>
                <a:lnTo>
                  <a:pt x="1048639" y="419100"/>
                </a:lnTo>
                <a:lnTo>
                  <a:pt x="1087208" y="393700"/>
                </a:lnTo>
                <a:lnTo>
                  <a:pt x="1166075" y="342900"/>
                </a:lnTo>
                <a:lnTo>
                  <a:pt x="1206334" y="330200"/>
                </a:lnTo>
                <a:lnTo>
                  <a:pt x="1247140" y="304800"/>
                </a:lnTo>
                <a:lnTo>
                  <a:pt x="1288465" y="292100"/>
                </a:lnTo>
                <a:lnTo>
                  <a:pt x="1330286" y="266700"/>
                </a:lnTo>
                <a:lnTo>
                  <a:pt x="1458696" y="228600"/>
                </a:lnTo>
                <a:lnTo>
                  <a:pt x="1502422" y="203200"/>
                </a:lnTo>
                <a:lnTo>
                  <a:pt x="1546593" y="190500"/>
                </a:lnTo>
                <a:lnTo>
                  <a:pt x="1591183" y="190500"/>
                </a:lnTo>
                <a:lnTo>
                  <a:pt x="1727365" y="152400"/>
                </a:lnTo>
                <a:lnTo>
                  <a:pt x="1773516" y="152400"/>
                </a:lnTo>
                <a:lnTo>
                  <a:pt x="1820024" y="139700"/>
                </a:lnTo>
                <a:lnTo>
                  <a:pt x="1866874" y="139700"/>
                </a:lnTo>
                <a:lnTo>
                  <a:pt x="1914042" y="127000"/>
                </a:lnTo>
                <a:lnTo>
                  <a:pt x="2200757" y="127000"/>
                </a:lnTo>
                <a:lnTo>
                  <a:pt x="2247938" y="139700"/>
                </a:lnTo>
                <a:lnTo>
                  <a:pt x="2294788" y="139700"/>
                </a:lnTo>
                <a:lnTo>
                  <a:pt x="2341295" y="152400"/>
                </a:lnTo>
                <a:lnTo>
                  <a:pt x="2387447" y="152400"/>
                </a:lnTo>
                <a:lnTo>
                  <a:pt x="2523629" y="190500"/>
                </a:lnTo>
                <a:lnTo>
                  <a:pt x="2568219" y="190500"/>
                </a:lnTo>
                <a:lnTo>
                  <a:pt x="2612390" y="203200"/>
                </a:lnTo>
                <a:lnTo>
                  <a:pt x="2656103" y="228600"/>
                </a:lnTo>
                <a:lnTo>
                  <a:pt x="2784513" y="266700"/>
                </a:lnTo>
                <a:lnTo>
                  <a:pt x="2826347" y="292100"/>
                </a:lnTo>
                <a:lnTo>
                  <a:pt x="2867672" y="304800"/>
                </a:lnTo>
                <a:lnTo>
                  <a:pt x="2908465" y="330200"/>
                </a:lnTo>
                <a:lnTo>
                  <a:pt x="2948736" y="342900"/>
                </a:lnTo>
                <a:lnTo>
                  <a:pt x="3027603" y="393700"/>
                </a:lnTo>
                <a:lnTo>
                  <a:pt x="3066173" y="419100"/>
                </a:lnTo>
                <a:lnTo>
                  <a:pt x="3104159" y="431800"/>
                </a:lnTo>
                <a:lnTo>
                  <a:pt x="3141535" y="457200"/>
                </a:lnTo>
                <a:lnTo>
                  <a:pt x="3178289" y="482600"/>
                </a:lnTo>
                <a:lnTo>
                  <a:pt x="3214408" y="520700"/>
                </a:lnTo>
                <a:lnTo>
                  <a:pt x="3249892" y="546100"/>
                </a:lnTo>
                <a:lnTo>
                  <a:pt x="3284702" y="571500"/>
                </a:lnTo>
                <a:lnTo>
                  <a:pt x="3318840" y="596900"/>
                </a:lnTo>
                <a:lnTo>
                  <a:pt x="3352292" y="635000"/>
                </a:lnTo>
                <a:lnTo>
                  <a:pt x="3385032" y="660400"/>
                </a:lnTo>
                <a:lnTo>
                  <a:pt x="3417074" y="685800"/>
                </a:lnTo>
                <a:lnTo>
                  <a:pt x="3448367" y="723900"/>
                </a:lnTo>
                <a:lnTo>
                  <a:pt x="3478923" y="762000"/>
                </a:lnTo>
                <a:lnTo>
                  <a:pt x="3508730" y="787400"/>
                </a:lnTo>
                <a:lnTo>
                  <a:pt x="3537750" y="825500"/>
                </a:lnTo>
                <a:lnTo>
                  <a:pt x="3565995" y="863600"/>
                </a:lnTo>
                <a:lnTo>
                  <a:pt x="3593427" y="889000"/>
                </a:lnTo>
                <a:lnTo>
                  <a:pt x="3620058" y="927100"/>
                </a:lnTo>
                <a:lnTo>
                  <a:pt x="3645852" y="965200"/>
                </a:lnTo>
                <a:lnTo>
                  <a:pt x="3670808" y="1003300"/>
                </a:lnTo>
                <a:lnTo>
                  <a:pt x="3694912" y="1041400"/>
                </a:lnTo>
                <a:lnTo>
                  <a:pt x="3718141" y="1079500"/>
                </a:lnTo>
                <a:lnTo>
                  <a:pt x="3740493" y="1117600"/>
                </a:lnTo>
                <a:lnTo>
                  <a:pt x="3761943" y="1155700"/>
                </a:lnTo>
                <a:lnTo>
                  <a:pt x="3782479" y="1193800"/>
                </a:lnTo>
                <a:lnTo>
                  <a:pt x="3802100" y="1244600"/>
                </a:lnTo>
                <a:lnTo>
                  <a:pt x="3820769" y="1282700"/>
                </a:lnTo>
                <a:lnTo>
                  <a:pt x="3838498" y="1320800"/>
                </a:lnTo>
                <a:lnTo>
                  <a:pt x="3855250" y="1371600"/>
                </a:lnTo>
                <a:lnTo>
                  <a:pt x="3871036" y="1409700"/>
                </a:lnTo>
                <a:lnTo>
                  <a:pt x="3885819" y="1447800"/>
                </a:lnTo>
                <a:lnTo>
                  <a:pt x="3899585" y="1498600"/>
                </a:lnTo>
                <a:lnTo>
                  <a:pt x="3912336" y="1536700"/>
                </a:lnTo>
                <a:lnTo>
                  <a:pt x="3924058" y="1587500"/>
                </a:lnTo>
                <a:lnTo>
                  <a:pt x="3934726" y="1625600"/>
                </a:lnTo>
                <a:lnTo>
                  <a:pt x="3944328" y="1676400"/>
                </a:lnTo>
                <a:lnTo>
                  <a:pt x="3952849" y="1727200"/>
                </a:lnTo>
                <a:lnTo>
                  <a:pt x="3960279" y="1765300"/>
                </a:lnTo>
                <a:lnTo>
                  <a:pt x="3966616" y="1816100"/>
                </a:lnTo>
                <a:lnTo>
                  <a:pt x="3971823" y="1854200"/>
                </a:lnTo>
                <a:lnTo>
                  <a:pt x="3975887" y="1905000"/>
                </a:lnTo>
                <a:lnTo>
                  <a:pt x="3978821" y="1955800"/>
                </a:lnTo>
                <a:lnTo>
                  <a:pt x="3980586" y="2006600"/>
                </a:lnTo>
                <a:lnTo>
                  <a:pt x="3981183" y="2044700"/>
                </a:lnTo>
                <a:lnTo>
                  <a:pt x="3981183" y="1326845"/>
                </a:lnTo>
                <a:lnTo>
                  <a:pt x="3978643" y="1320800"/>
                </a:lnTo>
                <a:lnTo>
                  <a:pt x="3961688" y="1270000"/>
                </a:lnTo>
                <a:lnTo>
                  <a:pt x="3943820" y="1231900"/>
                </a:lnTo>
                <a:lnTo>
                  <a:pt x="3925036" y="1193800"/>
                </a:lnTo>
                <a:lnTo>
                  <a:pt x="3905377" y="1143000"/>
                </a:lnTo>
                <a:lnTo>
                  <a:pt x="3884815" y="1104900"/>
                </a:lnTo>
                <a:lnTo>
                  <a:pt x="3863403" y="1066800"/>
                </a:lnTo>
                <a:lnTo>
                  <a:pt x="3841115" y="1028700"/>
                </a:lnTo>
                <a:lnTo>
                  <a:pt x="3818001" y="990600"/>
                </a:lnTo>
                <a:lnTo>
                  <a:pt x="3794048" y="952500"/>
                </a:lnTo>
                <a:lnTo>
                  <a:pt x="3769271" y="914400"/>
                </a:lnTo>
                <a:lnTo>
                  <a:pt x="3743693" y="876300"/>
                </a:lnTo>
                <a:lnTo>
                  <a:pt x="3717328" y="838200"/>
                </a:lnTo>
                <a:lnTo>
                  <a:pt x="3690175" y="800100"/>
                </a:lnTo>
                <a:lnTo>
                  <a:pt x="3662248" y="762000"/>
                </a:lnTo>
                <a:lnTo>
                  <a:pt x="3633571" y="723900"/>
                </a:lnTo>
                <a:lnTo>
                  <a:pt x="3604145" y="698500"/>
                </a:lnTo>
                <a:lnTo>
                  <a:pt x="3573983" y="660400"/>
                </a:lnTo>
                <a:lnTo>
                  <a:pt x="3543109" y="635000"/>
                </a:lnTo>
                <a:lnTo>
                  <a:pt x="3511524" y="596900"/>
                </a:lnTo>
                <a:lnTo>
                  <a:pt x="3479254" y="571500"/>
                </a:lnTo>
                <a:lnTo>
                  <a:pt x="3446297" y="533400"/>
                </a:lnTo>
                <a:lnTo>
                  <a:pt x="3412667" y="508000"/>
                </a:lnTo>
                <a:lnTo>
                  <a:pt x="3378377" y="469900"/>
                </a:lnTo>
                <a:lnTo>
                  <a:pt x="3343440" y="444500"/>
                </a:lnTo>
                <a:lnTo>
                  <a:pt x="3307880" y="419100"/>
                </a:lnTo>
                <a:lnTo>
                  <a:pt x="3271697" y="393700"/>
                </a:lnTo>
                <a:lnTo>
                  <a:pt x="3234906" y="368300"/>
                </a:lnTo>
                <a:lnTo>
                  <a:pt x="3197517" y="342900"/>
                </a:lnTo>
                <a:lnTo>
                  <a:pt x="3121012" y="292100"/>
                </a:lnTo>
                <a:lnTo>
                  <a:pt x="3042272" y="241300"/>
                </a:lnTo>
                <a:lnTo>
                  <a:pt x="3002102" y="228600"/>
                </a:lnTo>
                <a:lnTo>
                  <a:pt x="2920200" y="177800"/>
                </a:lnTo>
                <a:lnTo>
                  <a:pt x="2836329" y="152400"/>
                </a:lnTo>
                <a:lnTo>
                  <a:pt x="2793669" y="127000"/>
                </a:lnTo>
                <a:lnTo>
                  <a:pt x="2750566" y="114300"/>
                </a:lnTo>
                <a:lnTo>
                  <a:pt x="2437015" y="25400"/>
                </a:lnTo>
                <a:lnTo>
                  <a:pt x="2390686" y="25400"/>
                </a:lnTo>
                <a:lnTo>
                  <a:pt x="2344013" y="12700"/>
                </a:lnTo>
                <a:lnTo>
                  <a:pt x="2297011" y="12700"/>
                </a:lnTo>
                <a:lnTo>
                  <a:pt x="2249678" y="0"/>
                </a:lnTo>
                <a:lnTo>
                  <a:pt x="1865134" y="0"/>
                </a:lnTo>
                <a:lnTo>
                  <a:pt x="1817801" y="12700"/>
                </a:lnTo>
                <a:lnTo>
                  <a:pt x="1770799" y="12700"/>
                </a:lnTo>
                <a:lnTo>
                  <a:pt x="1724126" y="25400"/>
                </a:lnTo>
                <a:lnTo>
                  <a:pt x="1677797" y="25400"/>
                </a:lnTo>
                <a:lnTo>
                  <a:pt x="1364246" y="114300"/>
                </a:lnTo>
                <a:lnTo>
                  <a:pt x="1321130" y="127000"/>
                </a:lnTo>
                <a:lnTo>
                  <a:pt x="1278483" y="152400"/>
                </a:lnTo>
                <a:lnTo>
                  <a:pt x="1194600" y="177800"/>
                </a:lnTo>
                <a:lnTo>
                  <a:pt x="1112710" y="228600"/>
                </a:lnTo>
                <a:lnTo>
                  <a:pt x="1072527" y="241300"/>
                </a:lnTo>
                <a:lnTo>
                  <a:pt x="993800" y="292100"/>
                </a:lnTo>
                <a:lnTo>
                  <a:pt x="917282" y="342900"/>
                </a:lnTo>
                <a:lnTo>
                  <a:pt x="879906" y="368300"/>
                </a:lnTo>
                <a:lnTo>
                  <a:pt x="843114" y="393700"/>
                </a:lnTo>
                <a:lnTo>
                  <a:pt x="806932" y="419100"/>
                </a:lnTo>
                <a:lnTo>
                  <a:pt x="771359" y="444500"/>
                </a:lnTo>
                <a:lnTo>
                  <a:pt x="736434" y="469900"/>
                </a:lnTo>
                <a:lnTo>
                  <a:pt x="702144" y="508000"/>
                </a:lnTo>
                <a:lnTo>
                  <a:pt x="668515" y="533400"/>
                </a:lnTo>
                <a:lnTo>
                  <a:pt x="635558" y="571500"/>
                </a:lnTo>
                <a:lnTo>
                  <a:pt x="603275" y="596900"/>
                </a:lnTo>
                <a:lnTo>
                  <a:pt x="571703" y="635000"/>
                </a:lnTo>
                <a:lnTo>
                  <a:pt x="540816" y="660400"/>
                </a:lnTo>
                <a:lnTo>
                  <a:pt x="510667" y="698500"/>
                </a:lnTo>
                <a:lnTo>
                  <a:pt x="481241" y="723900"/>
                </a:lnTo>
                <a:lnTo>
                  <a:pt x="452564" y="762000"/>
                </a:lnTo>
                <a:lnTo>
                  <a:pt x="424637" y="800100"/>
                </a:lnTo>
                <a:lnTo>
                  <a:pt x="397484" y="838200"/>
                </a:lnTo>
                <a:lnTo>
                  <a:pt x="371106" y="876300"/>
                </a:lnTo>
                <a:lnTo>
                  <a:pt x="345528" y="914400"/>
                </a:lnTo>
                <a:lnTo>
                  <a:pt x="320763" y="952500"/>
                </a:lnTo>
                <a:lnTo>
                  <a:pt x="296811" y="990600"/>
                </a:lnTo>
                <a:lnTo>
                  <a:pt x="273685" y="1028700"/>
                </a:lnTo>
                <a:lnTo>
                  <a:pt x="251409" y="1066800"/>
                </a:lnTo>
                <a:lnTo>
                  <a:pt x="229984" y="1104900"/>
                </a:lnTo>
                <a:lnTo>
                  <a:pt x="209435" y="1143000"/>
                </a:lnTo>
                <a:lnTo>
                  <a:pt x="189763" y="1193800"/>
                </a:lnTo>
                <a:lnTo>
                  <a:pt x="170992" y="1231900"/>
                </a:lnTo>
                <a:lnTo>
                  <a:pt x="153123" y="1270000"/>
                </a:lnTo>
                <a:lnTo>
                  <a:pt x="136169" y="1320800"/>
                </a:lnTo>
                <a:lnTo>
                  <a:pt x="120142" y="1358900"/>
                </a:lnTo>
                <a:lnTo>
                  <a:pt x="105067" y="1397000"/>
                </a:lnTo>
                <a:lnTo>
                  <a:pt x="90944" y="1447800"/>
                </a:lnTo>
                <a:lnTo>
                  <a:pt x="77787" y="1485900"/>
                </a:lnTo>
                <a:lnTo>
                  <a:pt x="65620" y="1536700"/>
                </a:lnTo>
                <a:lnTo>
                  <a:pt x="54432" y="1574800"/>
                </a:lnTo>
                <a:lnTo>
                  <a:pt x="44259" y="1625600"/>
                </a:lnTo>
                <a:lnTo>
                  <a:pt x="35102" y="1676400"/>
                </a:lnTo>
                <a:lnTo>
                  <a:pt x="26974" y="1714500"/>
                </a:lnTo>
                <a:lnTo>
                  <a:pt x="19900" y="1765300"/>
                </a:lnTo>
                <a:lnTo>
                  <a:pt x="13868" y="1816100"/>
                </a:lnTo>
                <a:lnTo>
                  <a:pt x="8915" y="1854200"/>
                </a:lnTo>
                <a:lnTo>
                  <a:pt x="5029" y="1905000"/>
                </a:lnTo>
                <a:lnTo>
                  <a:pt x="2247" y="1955800"/>
                </a:lnTo>
                <a:lnTo>
                  <a:pt x="571" y="2006600"/>
                </a:lnTo>
                <a:lnTo>
                  <a:pt x="0" y="2044700"/>
                </a:lnTo>
                <a:lnTo>
                  <a:pt x="571" y="2095500"/>
                </a:lnTo>
                <a:lnTo>
                  <a:pt x="2247" y="2146300"/>
                </a:lnTo>
                <a:lnTo>
                  <a:pt x="5029" y="2197100"/>
                </a:lnTo>
                <a:lnTo>
                  <a:pt x="8915" y="2247900"/>
                </a:lnTo>
                <a:lnTo>
                  <a:pt x="13868" y="2286000"/>
                </a:lnTo>
                <a:lnTo>
                  <a:pt x="19900" y="2336800"/>
                </a:lnTo>
                <a:lnTo>
                  <a:pt x="26974" y="2387600"/>
                </a:lnTo>
                <a:lnTo>
                  <a:pt x="35102" y="2425700"/>
                </a:lnTo>
                <a:lnTo>
                  <a:pt x="44259" y="2476500"/>
                </a:lnTo>
                <a:lnTo>
                  <a:pt x="54432" y="2527300"/>
                </a:lnTo>
                <a:lnTo>
                  <a:pt x="65620" y="2565400"/>
                </a:lnTo>
                <a:lnTo>
                  <a:pt x="77787" y="2616200"/>
                </a:lnTo>
                <a:lnTo>
                  <a:pt x="90944" y="2654300"/>
                </a:lnTo>
                <a:lnTo>
                  <a:pt x="105067" y="2705100"/>
                </a:lnTo>
                <a:lnTo>
                  <a:pt x="120142" y="2743200"/>
                </a:lnTo>
                <a:lnTo>
                  <a:pt x="136169" y="2781300"/>
                </a:lnTo>
                <a:lnTo>
                  <a:pt x="153123" y="2832100"/>
                </a:lnTo>
                <a:lnTo>
                  <a:pt x="170992" y="2870200"/>
                </a:lnTo>
                <a:lnTo>
                  <a:pt x="189763" y="2908300"/>
                </a:lnTo>
                <a:lnTo>
                  <a:pt x="209435" y="2959100"/>
                </a:lnTo>
                <a:lnTo>
                  <a:pt x="229984" y="2997200"/>
                </a:lnTo>
                <a:lnTo>
                  <a:pt x="251409" y="3035300"/>
                </a:lnTo>
                <a:lnTo>
                  <a:pt x="273685" y="3073400"/>
                </a:lnTo>
                <a:lnTo>
                  <a:pt x="296811" y="3111500"/>
                </a:lnTo>
                <a:lnTo>
                  <a:pt x="320763" y="3149600"/>
                </a:lnTo>
                <a:lnTo>
                  <a:pt x="345528" y="3187700"/>
                </a:lnTo>
                <a:lnTo>
                  <a:pt x="371106" y="3225800"/>
                </a:lnTo>
                <a:lnTo>
                  <a:pt x="397484" y="3263900"/>
                </a:lnTo>
                <a:lnTo>
                  <a:pt x="424637" y="3302000"/>
                </a:lnTo>
                <a:lnTo>
                  <a:pt x="452564" y="3340100"/>
                </a:lnTo>
                <a:lnTo>
                  <a:pt x="481241" y="3378200"/>
                </a:lnTo>
                <a:lnTo>
                  <a:pt x="510667" y="3403600"/>
                </a:lnTo>
                <a:lnTo>
                  <a:pt x="540816" y="3441700"/>
                </a:lnTo>
                <a:lnTo>
                  <a:pt x="571703" y="3467100"/>
                </a:lnTo>
                <a:lnTo>
                  <a:pt x="603275" y="3505200"/>
                </a:lnTo>
                <a:lnTo>
                  <a:pt x="635558" y="3530600"/>
                </a:lnTo>
                <a:lnTo>
                  <a:pt x="668515" y="3568700"/>
                </a:lnTo>
                <a:lnTo>
                  <a:pt x="702144" y="3594100"/>
                </a:lnTo>
                <a:lnTo>
                  <a:pt x="736434" y="3632200"/>
                </a:lnTo>
                <a:lnTo>
                  <a:pt x="771359" y="3657600"/>
                </a:lnTo>
                <a:lnTo>
                  <a:pt x="806932" y="3683000"/>
                </a:lnTo>
                <a:lnTo>
                  <a:pt x="843114" y="3708400"/>
                </a:lnTo>
                <a:lnTo>
                  <a:pt x="879906" y="3733800"/>
                </a:lnTo>
                <a:lnTo>
                  <a:pt x="917282" y="3759200"/>
                </a:lnTo>
                <a:lnTo>
                  <a:pt x="993800" y="3810000"/>
                </a:lnTo>
                <a:lnTo>
                  <a:pt x="1072527" y="3860800"/>
                </a:lnTo>
                <a:lnTo>
                  <a:pt x="1112710" y="3873500"/>
                </a:lnTo>
                <a:lnTo>
                  <a:pt x="1194600" y="3924300"/>
                </a:lnTo>
                <a:lnTo>
                  <a:pt x="1278483" y="3949700"/>
                </a:lnTo>
                <a:lnTo>
                  <a:pt x="1321130" y="3975100"/>
                </a:lnTo>
                <a:lnTo>
                  <a:pt x="1677797" y="4076700"/>
                </a:lnTo>
                <a:lnTo>
                  <a:pt x="1724126" y="4076700"/>
                </a:lnTo>
                <a:lnTo>
                  <a:pt x="1770799" y="4089400"/>
                </a:lnTo>
                <a:lnTo>
                  <a:pt x="1817801" y="4089400"/>
                </a:lnTo>
                <a:lnTo>
                  <a:pt x="1865134" y="4102100"/>
                </a:lnTo>
                <a:lnTo>
                  <a:pt x="2249678" y="4102100"/>
                </a:lnTo>
                <a:lnTo>
                  <a:pt x="2297011" y="4089400"/>
                </a:lnTo>
                <a:lnTo>
                  <a:pt x="2344013" y="4089400"/>
                </a:lnTo>
                <a:lnTo>
                  <a:pt x="2390686" y="4076700"/>
                </a:lnTo>
                <a:lnTo>
                  <a:pt x="2437015" y="4076700"/>
                </a:lnTo>
                <a:lnTo>
                  <a:pt x="2793669" y="3975100"/>
                </a:lnTo>
                <a:lnTo>
                  <a:pt x="2836329" y="3949700"/>
                </a:lnTo>
                <a:lnTo>
                  <a:pt x="2920200" y="3924300"/>
                </a:lnTo>
                <a:lnTo>
                  <a:pt x="3002102" y="3873500"/>
                </a:lnTo>
                <a:lnTo>
                  <a:pt x="3042272" y="3860800"/>
                </a:lnTo>
                <a:lnTo>
                  <a:pt x="3121012" y="3810000"/>
                </a:lnTo>
                <a:lnTo>
                  <a:pt x="3197517" y="3759200"/>
                </a:lnTo>
                <a:lnTo>
                  <a:pt x="3234906" y="3733800"/>
                </a:lnTo>
                <a:lnTo>
                  <a:pt x="3271697" y="3708400"/>
                </a:lnTo>
                <a:lnTo>
                  <a:pt x="3307880" y="3683000"/>
                </a:lnTo>
                <a:lnTo>
                  <a:pt x="3343440" y="3657600"/>
                </a:lnTo>
                <a:lnTo>
                  <a:pt x="3378377" y="3632200"/>
                </a:lnTo>
                <a:lnTo>
                  <a:pt x="3412667" y="3594100"/>
                </a:lnTo>
                <a:lnTo>
                  <a:pt x="3446297" y="3568700"/>
                </a:lnTo>
                <a:lnTo>
                  <a:pt x="3479254" y="3530600"/>
                </a:lnTo>
                <a:lnTo>
                  <a:pt x="3511524" y="3505200"/>
                </a:lnTo>
                <a:lnTo>
                  <a:pt x="3543109" y="3467100"/>
                </a:lnTo>
                <a:lnTo>
                  <a:pt x="3573983" y="3441700"/>
                </a:lnTo>
                <a:lnTo>
                  <a:pt x="3604145" y="3403600"/>
                </a:lnTo>
                <a:lnTo>
                  <a:pt x="3633571" y="3378200"/>
                </a:lnTo>
                <a:lnTo>
                  <a:pt x="3662248" y="3340100"/>
                </a:lnTo>
                <a:lnTo>
                  <a:pt x="3690175" y="3302000"/>
                </a:lnTo>
                <a:lnTo>
                  <a:pt x="3717328" y="3263900"/>
                </a:lnTo>
                <a:lnTo>
                  <a:pt x="3743693" y="3225800"/>
                </a:lnTo>
                <a:lnTo>
                  <a:pt x="3769271" y="3187700"/>
                </a:lnTo>
                <a:lnTo>
                  <a:pt x="3794048" y="3149600"/>
                </a:lnTo>
                <a:lnTo>
                  <a:pt x="3818001" y="3111500"/>
                </a:lnTo>
                <a:lnTo>
                  <a:pt x="3841115" y="3073400"/>
                </a:lnTo>
                <a:lnTo>
                  <a:pt x="3863403" y="3035300"/>
                </a:lnTo>
                <a:lnTo>
                  <a:pt x="3884815" y="2997200"/>
                </a:lnTo>
                <a:lnTo>
                  <a:pt x="3905377" y="2959100"/>
                </a:lnTo>
                <a:lnTo>
                  <a:pt x="3925036" y="2908300"/>
                </a:lnTo>
                <a:lnTo>
                  <a:pt x="3943820" y="2870200"/>
                </a:lnTo>
                <a:lnTo>
                  <a:pt x="3961688" y="2832100"/>
                </a:lnTo>
                <a:lnTo>
                  <a:pt x="3978643" y="2781300"/>
                </a:lnTo>
                <a:lnTo>
                  <a:pt x="3994670" y="2743200"/>
                </a:lnTo>
                <a:lnTo>
                  <a:pt x="4008717" y="2705100"/>
                </a:lnTo>
                <a:lnTo>
                  <a:pt x="4008717" y="1397000"/>
                </a:lnTo>
                <a:close/>
              </a:path>
            </a:pathLst>
          </a:custGeom>
          <a:solidFill>
            <a:srgbClr val="58585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Инструменты</a:t>
            </a:r>
            <a:r>
              <a:rPr spc="-195" dirty="0"/>
              <a:t> </a:t>
            </a:r>
            <a:r>
              <a:rPr spc="270" dirty="0"/>
              <a:t>разработки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2466896"/>
            <a:ext cx="4965065" cy="6795134"/>
            <a:chOff x="1028700" y="2466896"/>
            <a:chExt cx="4965065" cy="6795134"/>
          </a:xfrm>
        </p:grpSpPr>
        <p:sp>
          <p:nvSpPr>
            <p:cNvPr id="4" name="object 4"/>
            <p:cNvSpPr/>
            <p:nvPr/>
          </p:nvSpPr>
          <p:spPr>
            <a:xfrm>
              <a:off x="1028700" y="2466896"/>
              <a:ext cx="4962525" cy="6791325"/>
            </a:xfrm>
            <a:custGeom>
              <a:avLst/>
              <a:gdLst/>
              <a:ahLst/>
              <a:cxnLst/>
              <a:rect l="l" t="t" r="r" b="b"/>
              <a:pathLst>
                <a:path w="4962525" h="6791325">
                  <a:moveTo>
                    <a:pt x="4962524" y="6791324"/>
                  </a:moveTo>
                  <a:lnTo>
                    <a:pt x="0" y="6791324"/>
                  </a:lnTo>
                  <a:lnTo>
                    <a:pt x="0" y="0"/>
                  </a:lnTo>
                  <a:lnTo>
                    <a:pt x="4962524" y="0"/>
                  </a:lnTo>
                  <a:lnTo>
                    <a:pt x="4962524" y="6791324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1176" y="8252280"/>
              <a:ext cx="952500" cy="1009650"/>
            </a:xfrm>
            <a:custGeom>
              <a:avLst/>
              <a:gdLst/>
              <a:ahLst/>
              <a:cxnLst/>
              <a:rect l="l" t="t" r="r" b="b"/>
              <a:pathLst>
                <a:path w="952500" h="1009650">
                  <a:moveTo>
                    <a:pt x="952499" y="1009649"/>
                  </a:moveTo>
                  <a:lnTo>
                    <a:pt x="0" y="1009649"/>
                  </a:lnTo>
                  <a:lnTo>
                    <a:pt x="0" y="0"/>
                  </a:lnTo>
                  <a:lnTo>
                    <a:pt x="952499" y="0"/>
                  </a:lnTo>
                  <a:lnTo>
                    <a:pt x="952499" y="100964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70138" y="875529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1053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93985" y="8712428"/>
              <a:ext cx="57785" cy="85725"/>
            </a:xfrm>
            <a:custGeom>
              <a:avLst/>
              <a:gdLst/>
              <a:ahLst/>
              <a:cxnLst/>
              <a:rect l="l" t="t" r="r" b="b"/>
              <a:pathLst>
                <a:path w="57785" h="85725">
                  <a:moveTo>
                    <a:pt x="0" y="0"/>
                  </a:moveTo>
                  <a:lnTo>
                    <a:pt x="57207" y="42862"/>
                  </a:lnTo>
                  <a:lnTo>
                    <a:pt x="0" y="85725"/>
                  </a:lnTo>
                </a:path>
              </a:pathLst>
            </a:custGeom>
            <a:ln w="285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661269" y="2466896"/>
            <a:ext cx="4965065" cy="6795134"/>
            <a:chOff x="6661269" y="2466896"/>
            <a:chExt cx="4965065" cy="6795134"/>
          </a:xfrm>
        </p:grpSpPr>
        <p:sp>
          <p:nvSpPr>
            <p:cNvPr id="9" name="object 9"/>
            <p:cNvSpPr/>
            <p:nvPr/>
          </p:nvSpPr>
          <p:spPr>
            <a:xfrm>
              <a:off x="6661269" y="2466896"/>
              <a:ext cx="4962525" cy="6791325"/>
            </a:xfrm>
            <a:custGeom>
              <a:avLst/>
              <a:gdLst/>
              <a:ahLst/>
              <a:cxnLst/>
              <a:rect l="l" t="t" r="r" b="b"/>
              <a:pathLst>
                <a:path w="4962525" h="6791325">
                  <a:moveTo>
                    <a:pt x="4962524" y="6791324"/>
                  </a:moveTo>
                  <a:lnTo>
                    <a:pt x="0" y="6791324"/>
                  </a:lnTo>
                  <a:lnTo>
                    <a:pt x="0" y="0"/>
                  </a:lnTo>
                  <a:lnTo>
                    <a:pt x="4962524" y="0"/>
                  </a:lnTo>
                  <a:lnTo>
                    <a:pt x="4962524" y="6791324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73746" y="8252280"/>
              <a:ext cx="952500" cy="1009650"/>
            </a:xfrm>
            <a:custGeom>
              <a:avLst/>
              <a:gdLst/>
              <a:ahLst/>
              <a:cxnLst/>
              <a:rect l="l" t="t" r="r" b="b"/>
              <a:pathLst>
                <a:path w="952500" h="1009650">
                  <a:moveTo>
                    <a:pt x="952499" y="1009649"/>
                  </a:moveTo>
                  <a:lnTo>
                    <a:pt x="0" y="1009649"/>
                  </a:lnTo>
                  <a:lnTo>
                    <a:pt x="0" y="0"/>
                  </a:lnTo>
                  <a:lnTo>
                    <a:pt x="952499" y="0"/>
                  </a:lnTo>
                  <a:lnTo>
                    <a:pt x="952499" y="100964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002709" y="875529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1053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6556" y="8712428"/>
              <a:ext cx="57785" cy="85725"/>
            </a:xfrm>
            <a:custGeom>
              <a:avLst/>
              <a:gdLst/>
              <a:ahLst/>
              <a:cxnLst/>
              <a:rect l="l" t="t" r="r" b="b"/>
              <a:pathLst>
                <a:path w="57784" h="85725">
                  <a:moveTo>
                    <a:pt x="0" y="0"/>
                  </a:moveTo>
                  <a:lnTo>
                    <a:pt x="57207" y="42862"/>
                  </a:lnTo>
                  <a:lnTo>
                    <a:pt x="0" y="85725"/>
                  </a:lnTo>
                </a:path>
              </a:pathLst>
            </a:custGeom>
            <a:ln w="285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291387" y="2438320"/>
            <a:ext cx="4967427" cy="6848475"/>
            <a:chOff x="12291387" y="2438320"/>
            <a:chExt cx="4967427" cy="6848475"/>
          </a:xfrm>
        </p:grpSpPr>
        <p:sp>
          <p:nvSpPr>
            <p:cNvPr id="14" name="object 14"/>
            <p:cNvSpPr/>
            <p:nvPr/>
          </p:nvSpPr>
          <p:spPr>
            <a:xfrm>
              <a:off x="12291387" y="2438320"/>
              <a:ext cx="4962525" cy="6848475"/>
            </a:xfrm>
            <a:custGeom>
              <a:avLst/>
              <a:gdLst/>
              <a:ahLst/>
              <a:cxnLst/>
              <a:rect l="l" t="t" r="r" b="b"/>
              <a:pathLst>
                <a:path w="4962525" h="6848475">
                  <a:moveTo>
                    <a:pt x="4962524" y="6848474"/>
                  </a:moveTo>
                  <a:lnTo>
                    <a:pt x="0" y="6848474"/>
                  </a:lnTo>
                  <a:lnTo>
                    <a:pt x="0" y="0"/>
                  </a:lnTo>
                  <a:lnTo>
                    <a:pt x="4962524" y="0"/>
                  </a:lnTo>
                  <a:lnTo>
                    <a:pt x="4962524" y="6848474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06314" y="8252280"/>
              <a:ext cx="952500" cy="1009650"/>
            </a:xfrm>
            <a:custGeom>
              <a:avLst/>
              <a:gdLst/>
              <a:ahLst/>
              <a:cxnLst/>
              <a:rect l="l" t="t" r="r" b="b"/>
              <a:pathLst>
                <a:path w="952500" h="1009650">
                  <a:moveTo>
                    <a:pt x="952499" y="1009649"/>
                  </a:moveTo>
                  <a:lnTo>
                    <a:pt x="0" y="1009649"/>
                  </a:lnTo>
                  <a:lnTo>
                    <a:pt x="0" y="0"/>
                  </a:lnTo>
                  <a:lnTo>
                    <a:pt x="952499" y="0"/>
                  </a:lnTo>
                  <a:lnTo>
                    <a:pt x="952499" y="100964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82808" y="875529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5">
                  <a:moveTo>
                    <a:pt x="0" y="0"/>
                  </a:moveTo>
                  <a:lnTo>
                    <a:pt x="281053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006654" y="8712428"/>
              <a:ext cx="57785" cy="85725"/>
            </a:xfrm>
            <a:custGeom>
              <a:avLst/>
              <a:gdLst/>
              <a:ahLst/>
              <a:cxnLst/>
              <a:rect l="l" t="t" r="r" b="b"/>
              <a:pathLst>
                <a:path w="57784" h="85725">
                  <a:moveTo>
                    <a:pt x="0" y="0"/>
                  </a:moveTo>
                  <a:lnTo>
                    <a:pt x="57207" y="42862"/>
                  </a:lnTo>
                  <a:lnTo>
                    <a:pt x="0" y="85725"/>
                  </a:lnTo>
                </a:path>
              </a:pathLst>
            </a:custGeom>
            <a:ln w="285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62781" y="2948801"/>
            <a:ext cx="49149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000" b="1" spc="-15" dirty="0">
                <a:solidFill>
                  <a:srgbClr val="181818"/>
                </a:solidFill>
                <a:latin typeface="Trebuchet MS"/>
                <a:cs typeface="Trebuchet MS"/>
              </a:rPr>
              <a:t>C</a:t>
            </a:r>
            <a:r>
              <a:rPr sz="3000" b="1" spc="180" dirty="0">
                <a:solidFill>
                  <a:srgbClr val="181818"/>
                </a:solidFill>
                <a:latin typeface="Trebuchet MS"/>
                <a:cs typeface="Trebuchet MS"/>
              </a:rPr>
              <a:t>#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1434" y="4230160"/>
            <a:ext cx="4113529" cy="3874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399"/>
              </a:lnSpc>
              <a:spcBef>
                <a:spcPts val="95"/>
              </a:spcBef>
            </a:pPr>
            <a:r>
              <a:rPr sz="3100" spc="60" dirty="0">
                <a:solidFill>
                  <a:srgbClr val="181818"/>
                </a:solidFill>
                <a:latin typeface="Tahoma"/>
                <a:cs typeface="Tahoma"/>
              </a:rPr>
              <a:t>по-настоящему </a:t>
            </a:r>
            <a:r>
              <a:rPr sz="3100" spc="6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90" dirty="0">
                <a:solidFill>
                  <a:srgbClr val="181818"/>
                </a:solidFill>
                <a:latin typeface="Tahoma"/>
                <a:cs typeface="Tahoma"/>
              </a:rPr>
              <a:t>универсальный </a:t>
            </a:r>
            <a:r>
              <a:rPr sz="3100" spc="-75" dirty="0">
                <a:solidFill>
                  <a:srgbClr val="181818"/>
                </a:solidFill>
                <a:latin typeface="Tahoma"/>
                <a:cs typeface="Tahoma"/>
              </a:rPr>
              <a:t>язык: </a:t>
            </a:r>
            <a:r>
              <a:rPr sz="3100" spc="-95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90" dirty="0">
                <a:solidFill>
                  <a:srgbClr val="181818"/>
                </a:solidFill>
                <a:latin typeface="Tahoma"/>
                <a:cs typeface="Tahoma"/>
              </a:rPr>
              <a:t>на </a:t>
            </a:r>
            <a:r>
              <a:rPr sz="3100" spc="120" dirty="0">
                <a:solidFill>
                  <a:srgbClr val="181818"/>
                </a:solidFill>
                <a:latin typeface="Tahoma"/>
                <a:cs typeface="Tahoma"/>
              </a:rPr>
              <a:t>нём </a:t>
            </a:r>
            <a:r>
              <a:rPr sz="3100" spc="65" dirty="0">
                <a:solidFill>
                  <a:srgbClr val="181818"/>
                </a:solidFill>
                <a:latin typeface="Tahoma"/>
                <a:cs typeface="Tahoma"/>
              </a:rPr>
              <a:t>пишут </a:t>
            </a:r>
            <a:r>
              <a:rPr sz="3100" spc="25" dirty="0">
                <a:solidFill>
                  <a:srgbClr val="181818"/>
                </a:solidFill>
                <a:latin typeface="Tahoma"/>
                <a:cs typeface="Tahoma"/>
              </a:rPr>
              <a:t>игры, </a:t>
            </a:r>
            <a:r>
              <a:rPr sz="3100" spc="3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55" dirty="0">
                <a:solidFill>
                  <a:srgbClr val="181818"/>
                </a:solidFill>
                <a:latin typeface="Tahoma"/>
                <a:cs typeface="Tahoma"/>
              </a:rPr>
              <a:t>десктопные </a:t>
            </a:r>
            <a:r>
              <a:rPr sz="3100" spc="6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35" dirty="0">
                <a:solidFill>
                  <a:srgbClr val="181818"/>
                </a:solidFill>
                <a:latin typeface="Tahoma"/>
                <a:cs typeface="Tahoma"/>
              </a:rPr>
              <a:t>приложения, </a:t>
            </a:r>
            <a:r>
              <a:rPr sz="3100" spc="45" dirty="0">
                <a:solidFill>
                  <a:srgbClr val="181818"/>
                </a:solidFill>
                <a:latin typeface="Tahoma"/>
                <a:cs typeface="Tahoma"/>
              </a:rPr>
              <a:t>веб- </a:t>
            </a:r>
            <a:r>
              <a:rPr sz="3100" spc="50" dirty="0">
                <a:solidFill>
                  <a:srgbClr val="181818"/>
                </a:solidFill>
                <a:latin typeface="Tahoma"/>
                <a:cs typeface="Tahoma"/>
              </a:rPr>
              <a:t> сервисы,</a:t>
            </a:r>
            <a:r>
              <a:rPr sz="3100" spc="-18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90" dirty="0">
                <a:solidFill>
                  <a:srgbClr val="181818"/>
                </a:solidFill>
                <a:latin typeface="Tahoma"/>
                <a:cs typeface="Tahoma"/>
              </a:rPr>
              <a:t>нейросети</a:t>
            </a:r>
            <a:r>
              <a:rPr sz="3100" spc="-17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125" dirty="0">
                <a:solidFill>
                  <a:srgbClr val="181818"/>
                </a:solidFill>
                <a:latin typeface="Tahoma"/>
                <a:cs typeface="Tahoma"/>
              </a:rPr>
              <a:t>и </a:t>
            </a:r>
            <a:r>
              <a:rPr sz="3100" spc="-95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-30" dirty="0">
                <a:solidFill>
                  <a:srgbClr val="181818"/>
                </a:solidFill>
                <a:latin typeface="Tahoma"/>
                <a:cs typeface="Tahoma"/>
              </a:rPr>
              <a:t>даже</a:t>
            </a:r>
            <a:r>
              <a:rPr sz="3100" spc="-1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-25" dirty="0">
                <a:solidFill>
                  <a:srgbClr val="181818"/>
                </a:solidFill>
                <a:latin typeface="Tahoma"/>
                <a:cs typeface="Tahoma"/>
              </a:rPr>
              <a:t>графику</a:t>
            </a:r>
            <a:r>
              <a:rPr sz="3100" spc="-1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3100" spc="-15" dirty="0">
                <a:solidFill>
                  <a:srgbClr val="181818"/>
                </a:solidFill>
                <a:latin typeface="Tahoma"/>
                <a:cs typeface="Tahoma"/>
              </a:rPr>
              <a:t>для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8734" y="8152378"/>
            <a:ext cx="3028315" cy="5022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50" dirty="0">
                <a:solidFill>
                  <a:srgbClr val="181818"/>
                </a:solidFill>
                <a:latin typeface="Tahoma"/>
                <a:cs typeface="Tahoma"/>
              </a:rPr>
              <a:t>метавселенных.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58205" y="2812722"/>
            <a:ext cx="582295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400" b="1" spc="30" dirty="0">
                <a:solidFill>
                  <a:srgbClr val="181818"/>
                </a:solidFill>
                <a:latin typeface="Trebuchet MS"/>
                <a:cs typeface="Trebuchet MS"/>
              </a:rPr>
              <a:t>S</a:t>
            </a:r>
            <a:r>
              <a:rPr sz="2400" b="1" spc="145" dirty="0">
                <a:solidFill>
                  <a:srgbClr val="181818"/>
                </a:solidFill>
                <a:latin typeface="Trebuchet MS"/>
                <a:cs typeface="Trebuchet MS"/>
              </a:rPr>
              <a:t>Q</a:t>
            </a:r>
            <a:r>
              <a:rPr sz="2400" b="1" spc="40" dirty="0">
                <a:solidFill>
                  <a:srgbClr val="181818"/>
                </a:solidFill>
                <a:latin typeface="Trebuchet MS"/>
                <a:cs typeface="Trebuchet MS"/>
              </a:rPr>
              <a:t>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88442" y="3844314"/>
            <a:ext cx="4277360" cy="4451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199"/>
              </a:lnSpc>
              <a:spcBef>
                <a:spcPts val="95"/>
              </a:spcBef>
            </a:pPr>
            <a:r>
              <a:rPr sz="2500" spc="65" dirty="0">
                <a:solidFill>
                  <a:srgbClr val="181818"/>
                </a:solidFill>
                <a:latin typeface="Tahoma"/>
                <a:cs typeface="Tahoma"/>
              </a:rPr>
              <a:t>простые </a:t>
            </a:r>
            <a:r>
              <a:rPr sz="2500" spc="60" dirty="0">
                <a:solidFill>
                  <a:srgbClr val="181818"/>
                </a:solidFill>
                <a:latin typeface="Tahoma"/>
                <a:cs typeface="Tahoma"/>
              </a:rPr>
              <a:t>запросы </a:t>
            </a:r>
            <a:r>
              <a:rPr sz="2500" spc="55" dirty="0">
                <a:solidFill>
                  <a:srgbClr val="181818"/>
                </a:solidFill>
                <a:latin typeface="Tahoma"/>
                <a:cs typeface="Tahoma"/>
              </a:rPr>
              <a:t>можно </a:t>
            </a:r>
            <a:r>
              <a:rPr sz="2500" spc="6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70" dirty="0">
                <a:solidFill>
                  <a:srgbClr val="181818"/>
                </a:solidFill>
                <a:latin typeface="Tahoma"/>
                <a:cs typeface="Tahoma"/>
              </a:rPr>
              <a:t>использовать </a:t>
            </a:r>
            <a:r>
              <a:rPr sz="2500" spc="-15" dirty="0">
                <a:solidFill>
                  <a:srgbClr val="181818"/>
                </a:solidFill>
                <a:latin typeface="Tahoma"/>
                <a:cs typeface="Tahoma"/>
              </a:rPr>
              <a:t>для </a:t>
            </a:r>
            <a:r>
              <a:rPr sz="2500" spc="114" dirty="0">
                <a:solidFill>
                  <a:srgbClr val="181818"/>
                </a:solidFill>
                <a:latin typeface="Tahoma"/>
                <a:cs typeface="Tahoma"/>
              </a:rPr>
              <a:t>очень </a:t>
            </a:r>
            <a:r>
              <a:rPr sz="2500" spc="12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181818"/>
                </a:solidFill>
                <a:latin typeface="Tahoma"/>
                <a:cs typeface="Tahoma"/>
              </a:rPr>
              <a:t>быстрого </a:t>
            </a:r>
            <a:r>
              <a:rPr sz="2500" spc="100" dirty="0">
                <a:solidFill>
                  <a:srgbClr val="181818"/>
                </a:solidFill>
                <a:latin typeface="Tahoma"/>
                <a:cs typeface="Tahoma"/>
              </a:rPr>
              <a:t>и </a:t>
            </a:r>
            <a:r>
              <a:rPr sz="2500" spc="5" dirty="0">
                <a:solidFill>
                  <a:srgbClr val="181818"/>
                </a:solidFill>
                <a:latin typeface="Tahoma"/>
                <a:cs typeface="Tahoma"/>
              </a:rPr>
              <a:t>эффективного </a:t>
            </a:r>
            <a:r>
              <a:rPr sz="2500" spc="1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181818"/>
                </a:solidFill>
                <a:latin typeface="Tahoma"/>
                <a:cs typeface="Tahoma"/>
              </a:rPr>
              <a:t>извлечения </a:t>
            </a:r>
            <a:r>
              <a:rPr sz="2500" spc="95" dirty="0">
                <a:solidFill>
                  <a:srgbClr val="181818"/>
                </a:solidFill>
                <a:latin typeface="Tahoma"/>
                <a:cs typeface="Tahoma"/>
              </a:rPr>
              <a:t>большого </a:t>
            </a:r>
            <a:r>
              <a:rPr sz="2500" spc="10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90" dirty="0">
                <a:solidFill>
                  <a:srgbClr val="181818"/>
                </a:solidFill>
                <a:latin typeface="Tahoma"/>
                <a:cs typeface="Tahoma"/>
              </a:rPr>
              <a:t>объема </a:t>
            </a:r>
            <a:r>
              <a:rPr sz="2500" spc="55" dirty="0">
                <a:solidFill>
                  <a:srgbClr val="181818"/>
                </a:solidFill>
                <a:latin typeface="Tahoma"/>
                <a:cs typeface="Tahoma"/>
              </a:rPr>
              <a:t>данных </a:t>
            </a:r>
            <a:r>
              <a:rPr sz="2500" spc="45" dirty="0">
                <a:solidFill>
                  <a:srgbClr val="181818"/>
                </a:solidFill>
                <a:latin typeface="Tahoma"/>
                <a:cs typeface="Tahoma"/>
              </a:rPr>
              <a:t>из </a:t>
            </a:r>
            <a:r>
              <a:rPr sz="2500" spc="-50" dirty="0">
                <a:solidFill>
                  <a:srgbClr val="181818"/>
                </a:solidFill>
                <a:latin typeface="Tahoma"/>
                <a:cs typeface="Tahoma"/>
              </a:rPr>
              <a:t>СУБД; </a:t>
            </a:r>
            <a:r>
              <a:rPr sz="2500" spc="-4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55" dirty="0">
                <a:solidFill>
                  <a:srgbClr val="181818"/>
                </a:solidFill>
                <a:latin typeface="Tahoma"/>
                <a:cs typeface="Tahoma"/>
              </a:rPr>
              <a:t>SQL </a:t>
            </a:r>
            <a:r>
              <a:rPr sz="2500" spc="15" dirty="0">
                <a:solidFill>
                  <a:srgbClr val="181818"/>
                </a:solidFill>
                <a:latin typeface="Tahoma"/>
                <a:cs typeface="Tahoma"/>
              </a:rPr>
              <a:t>легко </a:t>
            </a:r>
            <a:r>
              <a:rPr sz="2500" spc="10" dirty="0">
                <a:solidFill>
                  <a:srgbClr val="181818"/>
                </a:solidFill>
                <a:latin typeface="Tahoma"/>
                <a:cs typeface="Tahoma"/>
              </a:rPr>
              <a:t>изучить, </a:t>
            </a:r>
            <a:r>
              <a:rPr sz="2500" spc="70" dirty="0">
                <a:solidFill>
                  <a:srgbClr val="181818"/>
                </a:solidFill>
                <a:latin typeface="Tahoma"/>
                <a:cs typeface="Tahoma"/>
              </a:rPr>
              <a:t>почти </a:t>
            </a:r>
            <a:r>
              <a:rPr sz="2500" spc="7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181818"/>
                </a:solidFill>
                <a:latin typeface="Tahoma"/>
                <a:cs typeface="Tahoma"/>
              </a:rPr>
              <a:t>каждая </a:t>
            </a:r>
            <a:r>
              <a:rPr sz="2500" spc="10" dirty="0">
                <a:solidFill>
                  <a:srgbClr val="181818"/>
                </a:solidFill>
                <a:latin typeface="Tahoma"/>
                <a:cs typeface="Tahoma"/>
              </a:rPr>
              <a:t>СУБД </a:t>
            </a:r>
            <a:r>
              <a:rPr sz="2500" spc="5" dirty="0">
                <a:solidFill>
                  <a:srgbClr val="181818"/>
                </a:solidFill>
                <a:latin typeface="Tahoma"/>
                <a:cs typeface="Tahoma"/>
              </a:rPr>
              <a:t>поддерживает; </a:t>
            </a:r>
            <a:r>
              <a:rPr sz="2500" spc="-7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35" dirty="0">
                <a:solidFill>
                  <a:srgbClr val="181818"/>
                </a:solidFill>
                <a:latin typeface="Tahoma"/>
                <a:cs typeface="Tahoma"/>
              </a:rPr>
              <a:t>управлять</a:t>
            </a:r>
            <a:r>
              <a:rPr sz="2500" spc="-14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10" dirty="0">
                <a:solidFill>
                  <a:srgbClr val="181818"/>
                </a:solidFill>
                <a:latin typeface="Tahoma"/>
                <a:cs typeface="Tahoma"/>
              </a:rPr>
              <a:t>СУБД</a:t>
            </a:r>
            <a:r>
              <a:rPr sz="2500" spc="-14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40" dirty="0">
                <a:solidFill>
                  <a:srgbClr val="181818"/>
                </a:solidFill>
                <a:latin typeface="Tahoma"/>
                <a:cs typeface="Tahoma"/>
              </a:rPr>
              <a:t>с</a:t>
            </a:r>
            <a:r>
              <a:rPr sz="2500" spc="-14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125" dirty="0">
                <a:solidFill>
                  <a:srgbClr val="181818"/>
                </a:solidFill>
                <a:latin typeface="Tahoma"/>
                <a:cs typeface="Tahoma"/>
              </a:rPr>
              <a:t>помощью </a:t>
            </a:r>
            <a:r>
              <a:rPr sz="2500" spc="-7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55" dirty="0">
                <a:solidFill>
                  <a:srgbClr val="181818"/>
                </a:solidFill>
                <a:latin typeface="Tahoma"/>
                <a:cs typeface="Tahoma"/>
              </a:rPr>
              <a:t>SQL</a:t>
            </a:r>
            <a:r>
              <a:rPr sz="2500" spc="-14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15" dirty="0">
                <a:solidFill>
                  <a:srgbClr val="181818"/>
                </a:solidFill>
                <a:latin typeface="Tahoma"/>
                <a:cs typeface="Tahoma"/>
              </a:rPr>
              <a:t>несложно,</a:t>
            </a:r>
            <a:r>
              <a:rPr sz="2500" spc="-14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25" dirty="0">
                <a:solidFill>
                  <a:srgbClr val="181818"/>
                </a:solidFill>
                <a:latin typeface="Tahoma"/>
                <a:cs typeface="Tahoma"/>
              </a:rPr>
              <a:t>поскольку</a:t>
            </a:r>
            <a:r>
              <a:rPr sz="2500" spc="-14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95" dirty="0">
                <a:solidFill>
                  <a:srgbClr val="181818"/>
                </a:solidFill>
                <a:latin typeface="Tahoma"/>
                <a:cs typeface="Tahoma"/>
              </a:rPr>
              <a:t>не </a:t>
            </a:r>
            <a:r>
              <a:rPr sz="2500" spc="-7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15" dirty="0">
                <a:solidFill>
                  <a:srgbClr val="181818"/>
                </a:solidFill>
                <a:latin typeface="Tahoma"/>
                <a:cs typeface="Tahoma"/>
              </a:rPr>
              <a:t>требуется</a:t>
            </a:r>
            <a:r>
              <a:rPr sz="2500" spc="-13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spc="95" dirty="0">
                <a:solidFill>
                  <a:srgbClr val="181818"/>
                </a:solidFill>
                <a:latin typeface="Tahoma"/>
                <a:cs typeface="Tahoma"/>
              </a:rPr>
              <a:t>большого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5742" y="8329973"/>
            <a:ext cx="2491740" cy="409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00" spc="35" dirty="0">
                <a:solidFill>
                  <a:srgbClr val="181818"/>
                </a:solidFill>
                <a:latin typeface="Tahoma"/>
                <a:cs typeface="Tahoma"/>
              </a:rPr>
              <a:t>количества</a:t>
            </a:r>
            <a:r>
              <a:rPr sz="2500" spc="-19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181818"/>
                </a:solidFill>
                <a:latin typeface="Tahoma"/>
                <a:cs typeface="Tahoma"/>
              </a:rPr>
              <a:t>кода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62994" y="2442878"/>
            <a:ext cx="2341245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b="1" spc="10" dirty="0">
                <a:solidFill>
                  <a:srgbClr val="181818"/>
                </a:solidFill>
                <a:latin typeface="Trebuchet MS"/>
                <a:cs typeface="Trebuchet MS"/>
              </a:rPr>
              <a:t>V</a:t>
            </a:r>
            <a:r>
              <a:rPr sz="2950" b="1" spc="-65" dirty="0">
                <a:solidFill>
                  <a:srgbClr val="181818"/>
                </a:solidFill>
                <a:latin typeface="Trebuchet MS"/>
                <a:cs typeface="Trebuchet MS"/>
              </a:rPr>
              <a:t>i</a:t>
            </a:r>
            <a:r>
              <a:rPr sz="2950" b="1" spc="120" dirty="0">
                <a:solidFill>
                  <a:srgbClr val="181818"/>
                </a:solidFill>
                <a:latin typeface="Trebuchet MS"/>
                <a:cs typeface="Trebuchet MS"/>
              </a:rPr>
              <a:t>s</a:t>
            </a:r>
            <a:r>
              <a:rPr sz="2950" b="1" spc="125" dirty="0">
                <a:solidFill>
                  <a:srgbClr val="181818"/>
                </a:solidFill>
                <a:latin typeface="Trebuchet MS"/>
                <a:cs typeface="Trebuchet MS"/>
              </a:rPr>
              <a:t>u</a:t>
            </a:r>
            <a:r>
              <a:rPr sz="2950" b="1" spc="135" dirty="0">
                <a:solidFill>
                  <a:srgbClr val="181818"/>
                </a:solidFill>
                <a:latin typeface="Trebuchet MS"/>
                <a:cs typeface="Trebuchet MS"/>
              </a:rPr>
              <a:t>a</a:t>
            </a:r>
            <a:r>
              <a:rPr sz="2950" b="1" spc="35" dirty="0">
                <a:solidFill>
                  <a:srgbClr val="181818"/>
                </a:solidFill>
                <a:latin typeface="Trebuchet MS"/>
                <a:cs typeface="Trebuchet MS"/>
              </a:rPr>
              <a:t>l</a:t>
            </a:r>
            <a:r>
              <a:rPr sz="2950" b="1" spc="-295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2950" b="1" spc="40" dirty="0">
                <a:solidFill>
                  <a:srgbClr val="181818"/>
                </a:solidFill>
                <a:latin typeface="Trebuchet MS"/>
                <a:cs typeface="Trebuchet MS"/>
              </a:rPr>
              <a:t>S</a:t>
            </a:r>
            <a:r>
              <a:rPr sz="2950" b="1" spc="30" dirty="0">
                <a:solidFill>
                  <a:srgbClr val="181818"/>
                </a:solidFill>
                <a:latin typeface="Trebuchet MS"/>
                <a:cs typeface="Trebuchet MS"/>
              </a:rPr>
              <a:t>t</a:t>
            </a:r>
            <a:r>
              <a:rPr sz="2950" b="1" spc="125" dirty="0">
                <a:solidFill>
                  <a:srgbClr val="181818"/>
                </a:solidFill>
                <a:latin typeface="Trebuchet MS"/>
                <a:cs typeface="Trebuchet MS"/>
              </a:rPr>
              <a:t>u</a:t>
            </a:r>
            <a:r>
              <a:rPr sz="2950" b="1" spc="80" dirty="0">
                <a:solidFill>
                  <a:srgbClr val="181818"/>
                </a:solidFill>
                <a:latin typeface="Trebuchet MS"/>
                <a:cs typeface="Trebuchet MS"/>
              </a:rPr>
              <a:t>d</a:t>
            </a:r>
            <a:r>
              <a:rPr sz="2950" b="1" spc="-65" dirty="0">
                <a:solidFill>
                  <a:srgbClr val="181818"/>
                </a:solidFill>
                <a:latin typeface="Trebuchet MS"/>
                <a:cs typeface="Trebuchet MS"/>
              </a:rPr>
              <a:t>i</a:t>
            </a:r>
            <a:r>
              <a:rPr sz="2950" b="1" spc="175" dirty="0">
                <a:solidFill>
                  <a:srgbClr val="181818"/>
                </a:solidFill>
                <a:latin typeface="Trebuchet MS"/>
                <a:cs typeface="Trebuchet MS"/>
              </a:rPr>
              <a:t>o</a:t>
            </a:r>
            <a:endParaRPr sz="2950">
              <a:latin typeface="Trebuchet MS"/>
              <a:cs typeface="Trebuchet MS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224847"/>
              </p:ext>
            </p:extLst>
          </p:nvPr>
        </p:nvGraphicFramePr>
        <p:xfrm>
          <a:off x="12606088" y="3793779"/>
          <a:ext cx="4484369" cy="2380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6363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077720" algn="l"/>
                        </a:tabLst>
                      </a:pPr>
                      <a:r>
                        <a:rPr sz="2250" spc="-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позволяе</a:t>
                      </a: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т	</a:t>
                      </a:r>
                      <a:r>
                        <a:rPr sz="2250" spc="-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легк</a:t>
                      </a: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о</a:t>
                      </a:r>
                      <a:endParaRPr sz="2250" dirty="0">
                        <a:latin typeface="Tahoma"/>
                        <a:cs typeface="Tahoma"/>
                      </a:endParaRPr>
                    </a:p>
                    <a:p>
                      <a:pPr marL="31750" marR="94615">
                        <a:lnSpc>
                          <a:spcPct val="115900"/>
                        </a:lnSpc>
                        <a:tabLst>
                          <a:tab pos="2259330" algn="l"/>
                        </a:tabLst>
                      </a:pPr>
                      <a:r>
                        <a:rPr sz="2250" spc="4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форматировать </a:t>
                      </a:r>
                      <a:r>
                        <a:rPr sz="2250" spc="4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50" spc="-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редактироват</a:t>
                      </a: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ь	</a:t>
                      </a:r>
                      <a:r>
                        <a:rPr sz="2250" spc="-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ко</a:t>
                      </a: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д</a:t>
                      </a:r>
                      <a:endParaRPr sz="2250" dirty="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107314">
                        <a:lnSpc>
                          <a:spcPct val="100000"/>
                        </a:lnSpc>
                      </a:pPr>
                      <a:r>
                        <a:rPr sz="2250" spc="6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на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250" spc="1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писать,</a:t>
                      </a:r>
                      <a:endParaRPr sz="2250">
                        <a:latin typeface="Tahoma"/>
                        <a:cs typeface="Tahoma"/>
                      </a:endParaRPr>
                    </a:p>
                    <a:p>
                      <a:pPr marL="106045" marR="24130" indent="815340" algn="r">
                        <a:lnSpc>
                          <a:spcPct val="115900"/>
                        </a:lnSpc>
                      </a:pP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и  </a:t>
                      </a:r>
                      <a:r>
                        <a:rPr sz="2250" spc="-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разны</a:t>
                      </a:r>
                      <a:r>
                        <a:rPr sz="22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х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4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158240" algn="l"/>
                        </a:tabLst>
                      </a:pPr>
                      <a:r>
                        <a:rPr sz="2250" spc="-2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языках.	</a:t>
                      </a:r>
                      <a:r>
                        <a:rPr sz="2250" spc="5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С</a:t>
                      </a:r>
                      <a:endParaRPr sz="2250" dirty="0">
                        <a:latin typeface="Tahoma"/>
                        <a:cs typeface="Tahoma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250" spc="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быстро</a:t>
                      </a:r>
                      <a:endParaRPr sz="2250" dirty="0">
                        <a:latin typeface="Tahoma"/>
                        <a:cs typeface="Tahoma"/>
                      </a:endParaRPr>
                    </a:p>
                  </a:txBody>
                  <a:tcPr marL="0" marR="0" marT="27305" marB="0">
                    <a:solidFill>
                      <a:srgbClr val="EFEFE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97230" algn="l"/>
                          <a:tab pos="2181860" algn="l"/>
                        </a:tabLst>
                      </a:pPr>
                      <a:r>
                        <a:rPr sz="2250" spc="5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его	</a:t>
                      </a:r>
                      <a:r>
                        <a:rPr sz="2250" spc="11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помощью	</a:t>
                      </a:r>
                      <a:r>
                        <a:rPr sz="2250" spc="5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можно</a:t>
                      </a:r>
                      <a:endParaRPr sz="2250">
                        <a:latin typeface="Tahoma"/>
                        <a:cs typeface="Tahoma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425"/>
                        </a:spcBef>
                        <a:tabLst>
                          <a:tab pos="1543685" algn="l"/>
                          <a:tab pos="2908300" algn="l"/>
                        </a:tabLst>
                      </a:pPr>
                      <a:r>
                        <a:rPr sz="2250" spc="3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создать	</a:t>
                      </a:r>
                      <a:r>
                        <a:rPr sz="2250" spc="3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проект	</a:t>
                      </a:r>
                      <a:r>
                        <a:rPr sz="2250" spc="9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и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27305" marB="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2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50" spc="-2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структуру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50" spc="1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файлов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30530" algn="l"/>
                        </a:tabLst>
                      </a:pPr>
                      <a:r>
                        <a:rPr sz="2250" spc="10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в	</a:t>
                      </a:r>
                      <a:r>
                        <a:rPr sz="2250" spc="10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нем,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50" spc="105" dirty="0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он</a:t>
                      </a:r>
                      <a:endParaRPr sz="2250" dirty="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12627677" y="6108426"/>
            <a:ext cx="444119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5"/>
              </a:spcBef>
              <a:tabLst>
                <a:tab pos="2401570" algn="l"/>
              </a:tabLst>
            </a:pP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подсвечивает </a:t>
            </a:r>
            <a:r>
              <a:rPr sz="2250" spc="30" dirty="0">
                <a:solidFill>
                  <a:srgbClr val="181818"/>
                </a:solidFill>
                <a:latin typeface="Tahoma"/>
                <a:cs typeface="Tahoma"/>
              </a:rPr>
              <a:t>синтаксис </a:t>
            </a:r>
            <a:r>
              <a:rPr sz="2250" dirty="0">
                <a:solidFill>
                  <a:srgbClr val="181818"/>
                </a:solidFill>
                <a:latin typeface="Tahoma"/>
                <a:cs typeface="Tahoma"/>
              </a:rPr>
              <a:t>кода </a:t>
            </a:r>
            <a:r>
              <a:rPr sz="2250" spc="90" dirty="0">
                <a:solidFill>
                  <a:srgbClr val="181818"/>
                </a:solidFill>
                <a:latin typeface="Tahoma"/>
                <a:cs typeface="Tahoma"/>
              </a:rPr>
              <a:t>и </a:t>
            </a:r>
            <a:r>
              <a:rPr sz="2250" spc="9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181818"/>
                </a:solidFill>
                <a:latin typeface="Tahoma"/>
                <a:cs typeface="Tahoma"/>
              </a:rPr>
              <a:t>п</a:t>
            </a:r>
            <a:r>
              <a:rPr sz="2250" spc="100" dirty="0">
                <a:solidFill>
                  <a:srgbClr val="181818"/>
                </a:solidFill>
                <a:latin typeface="Tahoma"/>
                <a:cs typeface="Tahoma"/>
              </a:rPr>
              <a:t>о</a:t>
            </a:r>
            <a:r>
              <a:rPr sz="2250" spc="85" dirty="0">
                <a:solidFill>
                  <a:srgbClr val="181818"/>
                </a:solidFill>
                <a:latin typeface="Tahoma"/>
                <a:cs typeface="Tahoma"/>
              </a:rPr>
              <a:t>м</a:t>
            </a:r>
            <a:r>
              <a:rPr sz="2250" spc="100" dirty="0">
                <a:solidFill>
                  <a:srgbClr val="181818"/>
                </a:solidFill>
                <a:latin typeface="Tahoma"/>
                <a:cs typeface="Tahoma"/>
              </a:rPr>
              <a:t>о</a:t>
            </a:r>
            <a:r>
              <a:rPr sz="2250" spc="10" dirty="0">
                <a:solidFill>
                  <a:srgbClr val="181818"/>
                </a:solidFill>
                <a:latin typeface="Tahoma"/>
                <a:cs typeface="Tahoma"/>
              </a:rPr>
              <a:t>га</a:t>
            </a: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е</a:t>
            </a:r>
            <a:r>
              <a:rPr sz="2250" spc="-45" dirty="0">
                <a:solidFill>
                  <a:srgbClr val="181818"/>
                </a:solidFill>
                <a:latin typeface="Tahoma"/>
                <a:cs typeface="Tahoma"/>
              </a:rPr>
              <a:t>т</a:t>
            </a:r>
            <a:r>
              <a:rPr sz="2250" dirty="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sz="2250" spc="10" dirty="0">
                <a:solidFill>
                  <a:srgbClr val="181818"/>
                </a:solidFill>
                <a:latin typeface="Tahoma"/>
                <a:cs typeface="Tahoma"/>
              </a:rPr>
              <a:t>а</a:t>
            </a:r>
            <a:r>
              <a:rPr sz="2250" spc="95" dirty="0">
                <a:solidFill>
                  <a:srgbClr val="181818"/>
                </a:solidFill>
                <a:latin typeface="Tahoma"/>
                <a:cs typeface="Tahoma"/>
              </a:rPr>
              <a:t>в</a:t>
            </a:r>
            <a:r>
              <a:rPr sz="2250" spc="-50" dirty="0">
                <a:solidFill>
                  <a:srgbClr val="181818"/>
                </a:solidFill>
                <a:latin typeface="Tahoma"/>
                <a:cs typeface="Tahoma"/>
              </a:rPr>
              <a:t>т</a:t>
            </a:r>
            <a:r>
              <a:rPr sz="2250" spc="100" dirty="0">
                <a:solidFill>
                  <a:srgbClr val="181818"/>
                </a:solidFill>
                <a:latin typeface="Tahoma"/>
                <a:cs typeface="Tahoma"/>
              </a:rPr>
              <a:t>о</a:t>
            </a:r>
            <a:r>
              <a:rPr sz="2250" spc="85" dirty="0">
                <a:solidFill>
                  <a:srgbClr val="181818"/>
                </a:solidFill>
                <a:latin typeface="Tahoma"/>
                <a:cs typeface="Tahoma"/>
              </a:rPr>
              <a:t>м</a:t>
            </a:r>
            <a:r>
              <a:rPr sz="2250" spc="10" dirty="0">
                <a:solidFill>
                  <a:srgbClr val="181818"/>
                </a:solidFill>
                <a:latin typeface="Tahoma"/>
                <a:cs typeface="Tahoma"/>
              </a:rPr>
              <a:t>а</a:t>
            </a:r>
            <a:r>
              <a:rPr sz="2250" spc="-50" dirty="0">
                <a:solidFill>
                  <a:srgbClr val="181818"/>
                </a:solidFill>
                <a:latin typeface="Tahoma"/>
                <a:cs typeface="Tahoma"/>
              </a:rPr>
              <a:t>т</a:t>
            </a:r>
            <a:r>
              <a:rPr sz="2250" spc="85" dirty="0">
                <a:solidFill>
                  <a:srgbClr val="181818"/>
                </a:solidFill>
                <a:latin typeface="Tahoma"/>
                <a:cs typeface="Tahoma"/>
              </a:rPr>
              <a:t>ич</a:t>
            </a: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е</a:t>
            </a:r>
            <a:r>
              <a:rPr sz="2250" spc="30" dirty="0">
                <a:solidFill>
                  <a:srgbClr val="181818"/>
                </a:solidFill>
                <a:latin typeface="Tahoma"/>
                <a:cs typeface="Tahoma"/>
              </a:rPr>
              <a:t>с</a:t>
            </a:r>
            <a:r>
              <a:rPr sz="2250" spc="-90" dirty="0">
                <a:solidFill>
                  <a:srgbClr val="181818"/>
                </a:solidFill>
                <a:latin typeface="Tahoma"/>
                <a:cs typeface="Tahoma"/>
              </a:rPr>
              <a:t>к</a:t>
            </a:r>
            <a:r>
              <a:rPr sz="2250" spc="60" dirty="0">
                <a:solidFill>
                  <a:srgbClr val="181818"/>
                </a:solidFill>
                <a:latin typeface="Tahoma"/>
                <a:cs typeface="Tahoma"/>
              </a:rPr>
              <a:t>и  </a:t>
            </a:r>
            <a:r>
              <a:rPr sz="2250" spc="70" dirty="0">
                <a:solidFill>
                  <a:srgbClr val="181818"/>
                </a:solidFill>
                <a:latin typeface="Tahoma"/>
                <a:cs typeface="Tahoma"/>
              </a:rPr>
              <a:t>править</a:t>
            </a:r>
            <a:r>
              <a:rPr sz="2250" spc="229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35" dirty="0">
                <a:solidFill>
                  <a:srgbClr val="181818"/>
                </a:solidFill>
                <a:latin typeface="Tahoma"/>
                <a:cs typeface="Tahoma"/>
              </a:rPr>
              <a:t>ошибки.</a:t>
            </a:r>
            <a:r>
              <a:rPr sz="2250" spc="26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181818"/>
                </a:solidFill>
                <a:latin typeface="Tahoma"/>
                <a:cs typeface="Tahoma"/>
              </a:rPr>
              <a:t>В</a:t>
            </a:r>
            <a:r>
              <a:rPr sz="2250" spc="21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181818"/>
                </a:solidFill>
                <a:latin typeface="Tahoma"/>
                <a:cs typeface="Tahoma"/>
              </a:rPr>
              <a:t>нем</a:t>
            </a:r>
            <a:r>
              <a:rPr sz="2250" spc="21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есть</a:t>
            </a:r>
            <a:endParaRPr sz="225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27677" y="7316830"/>
            <a:ext cx="4444365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5"/>
              </a:spcBef>
            </a:pPr>
            <a:r>
              <a:rPr sz="2250" spc="45" dirty="0">
                <a:solidFill>
                  <a:srgbClr val="181818"/>
                </a:solidFill>
                <a:latin typeface="Tahoma"/>
                <a:cs typeface="Tahoma"/>
              </a:rPr>
              <a:t>возможности</a:t>
            </a: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-15" dirty="0">
                <a:solidFill>
                  <a:srgbClr val="181818"/>
                </a:solidFill>
                <a:latin typeface="Tahoma"/>
                <a:cs typeface="Tahoma"/>
              </a:rPr>
              <a:t>для</a:t>
            </a:r>
            <a:r>
              <a:rPr sz="2250" spc="67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181818"/>
                </a:solidFill>
                <a:latin typeface="Tahoma"/>
                <a:cs typeface="Tahoma"/>
              </a:rPr>
              <a:t>отладки</a:t>
            </a:r>
            <a:r>
              <a:rPr sz="2250" spc="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181818"/>
                </a:solidFill>
                <a:latin typeface="Tahoma"/>
                <a:cs typeface="Tahoma"/>
              </a:rPr>
              <a:t>и </a:t>
            </a:r>
            <a:r>
              <a:rPr sz="2250" spc="9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-5" dirty="0">
                <a:solidFill>
                  <a:srgbClr val="181818"/>
                </a:solidFill>
                <a:latin typeface="Tahoma"/>
                <a:cs typeface="Tahoma"/>
              </a:rPr>
              <a:t>запуска</a:t>
            </a:r>
            <a:r>
              <a:rPr sz="2250" dirty="0">
                <a:solidFill>
                  <a:srgbClr val="181818"/>
                </a:solidFill>
                <a:latin typeface="Tahoma"/>
                <a:cs typeface="Tahoma"/>
              </a:rPr>
              <a:t> кода</a:t>
            </a:r>
            <a:r>
              <a:rPr sz="2250" spc="5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181818"/>
                </a:solidFill>
                <a:latin typeface="Tahoma"/>
                <a:cs typeface="Tahoma"/>
              </a:rPr>
              <a:t>на</a:t>
            </a:r>
            <a:r>
              <a:rPr sz="2250" spc="7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181818"/>
                </a:solidFill>
                <a:latin typeface="Tahoma"/>
                <a:cs typeface="Tahoma"/>
              </a:rPr>
              <a:t>некоторых </a:t>
            </a:r>
            <a:r>
              <a:rPr sz="2250" spc="50" dirty="0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181818"/>
                </a:solidFill>
                <a:latin typeface="Tahoma"/>
                <a:cs typeface="Tahoma"/>
              </a:rPr>
              <a:t>языках</a:t>
            </a:r>
            <a:endParaRPr sz="22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4876799" cy="4495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172" y="1999532"/>
            <a:ext cx="5267324" cy="4495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63847" y="5331876"/>
            <a:ext cx="6619874" cy="37052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7444754"/>
            <a:ext cx="3552825" cy="2832100"/>
            <a:chOff x="0" y="7444754"/>
            <a:chExt cx="3552825" cy="2832100"/>
          </a:xfrm>
        </p:grpSpPr>
        <p:sp>
          <p:nvSpPr>
            <p:cNvPr id="6" name="object 6"/>
            <p:cNvSpPr/>
            <p:nvPr/>
          </p:nvSpPr>
          <p:spPr>
            <a:xfrm>
              <a:off x="0" y="7444764"/>
              <a:ext cx="3552825" cy="2832100"/>
            </a:xfrm>
            <a:custGeom>
              <a:avLst/>
              <a:gdLst/>
              <a:ahLst/>
              <a:cxnLst/>
              <a:rect l="l" t="t" r="r" b="b"/>
              <a:pathLst>
                <a:path w="3552825" h="2832100">
                  <a:moveTo>
                    <a:pt x="472935" y="1890356"/>
                  </a:moveTo>
                  <a:lnTo>
                    <a:pt x="465937" y="1847049"/>
                  </a:lnTo>
                  <a:lnTo>
                    <a:pt x="458190" y="1832063"/>
                  </a:lnTo>
                  <a:lnTo>
                    <a:pt x="446481" y="1809394"/>
                  </a:lnTo>
                  <a:lnTo>
                    <a:pt x="416814" y="1779676"/>
                  </a:lnTo>
                  <a:lnTo>
                    <a:pt x="394157" y="1767928"/>
                  </a:lnTo>
                  <a:lnTo>
                    <a:pt x="394157" y="1890306"/>
                  </a:lnTo>
                  <a:lnTo>
                    <a:pt x="389572" y="1912975"/>
                  </a:lnTo>
                  <a:lnTo>
                    <a:pt x="377101" y="1931504"/>
                  </a:lnTo>
                  <a:lnTo>
                    <a:pt x="358609" y="1944014"/>
                  </a:lnTo>
                  <a:lnTo>
                    <a:pt x="335978" y="1948599"/>
                  </a:lnTo>
                  <a:lnTo>
                    <a:pt x="313385" y="1944014"/>
                  </a:lnTo>
                  <a:lnTo>
                    <a:pt x="294894" y="1931517"/>
                  </a:lnTo>
                  <a:lnTo>
                    <a:pt x="282422" y="1912988"/>
                  </a:lnTo>
                  <a:lnTo>
                    <a:pt x="277837" y="1890306"/>
                  </a:lnTo>
                  <a:lnTo>
                    <a:pt x="282409" y="1867662"/>
                  </a:lnTo>
                  <a:lnTo>
                    <a:pt x="294868" y="1849132"/>
                  </a:lnTo>
                  <a:lnTo>
                    <a:pt x="313359" y="1836648"/>
                  </a:lnTo>
                  <a:lnTo>
                    <a:pt x="335978" y="1832063"/>
                  </a:lnTo>
                  <a:lnTo>
                    <a:pt x="358559" y="1836635"/>
                  </a:lnTo>
                  <a:lnTo>
                    <a:pt x="377063" y="1849120"/>
                  </a:lnTo>
                  <a:lnTo>
                    <a:pt x="389559" y="1867636"/>
                  </a:lnTo>
                  <a:lnTo>
                    <a:pt x="394157" y="1890306"/>
                  </a:lnTo>
                  <a:lnTo>
                    <a:pt x="394157" y="1767928"/>
                  </a:lnTo>
                  <a:lnTo>
                    <a:pt x="379222" y="1760169"/>
                  </a:lnTo>
                  <a:lnTo>
                    <a:pt x="335978" y="1753158"/>
                  </a:lnTo>
                  <a:lnTo>
                    <a:pt x="292785" y="1760169"/>
                  </a:lnTo>
                  <a:lnTo>
                    <a:pt x="255206" y="1779663"/>
                  </a:lnTo>
                  <a:lnTo>
                    <a:pt x="225539" y="1809381"/>
                  </a:lnTo>
                  <a:lnTo>
                    <a:pt x="206070" y="1847037"/>
                  </a:lnTo>
                  <a:lnTo>
                    <a:pt x="199072" y="1890306"/>
                  </a:lnTo>
                  <a:lnTo>
                    <a:pt x="206057" y="1933663"/>
                  </a:lnTo>
                  <a:lnTo>
                    <a:pt x="225526" y="1971319"/>
                  </a:lnTo>
                  <a:lnTo>
                    <a:pt x="255181" y="2001050"/>
                  </a:lnTo>
                  <a:lnTo>
                    <a:pt x="292760" y="2020570"/>
                  </a:lnTo>
                  <a:lnTo>
                    <a:pt x="335978" y="2027580"/>
                  </a:lnTo>
                  <a:lnTo>
                    <a:pt x="379196" y="2020570"/>
                  </a:lnTo>
                  <a:lnTo>
                    <a:pt x="416788" y="2001062"/>
                  </a:lnTo>
                  <a:lnTo>
                    <a:pt x="446455" y="1971344"/>
                  </a:lnTo>
                  <a:lnTo>
                    <a:pt x="458216" y="1948599"/>
                  </a:lnTo>
                  <a:lnTo>
                    <a:pt x="465924" y="1933676"/>
                  </a:lnTo>
                  <a:lnTo>
                    <a:pt x="472935" y="1890356"/>
                  </a:lnTo>
                  <a:close/>
                </a:path>
                <a:path w="3552825" h="2832100">
                  <a:moveTo>
                    <a:pt x="2970695" y="1810385"/>
                  </a:moveTo>
                  <a:lnTo>
                    <a:pt x="2967596" y="1795018"/>
                  </a:lnTo>
                  <a:lnTo>
                    <a:pt x="2959163" y="1782470"/>
                  </a:lnTo>
                  <a:lnTo>
                    <a:pt x="2946641" y="1774024"/>
                  </a:lnTo>
                  <a:lnTo>
                    <a:pt x="2931312" y="1770926"/>
                  </a:lnTo>
                  <a:lnTo>
                    <a:pt x="2682341" y="1770926"/>
                  </a:lnTo>
                  <a:lnTo>
                    <a:pt x="2667012" y="1774024"/>
                  </a:lnTo>
                  <a:lnTo>
                    <a:pt x="2654490" y="1782470"/>
                  </a:lnTo>
                  <a:lnTo>
                    <a:pt x="2646045" y="1795018"/>
                  </a:lnTo>
                  <a:lnTo>
                    <a:pt x="2642946" y="1810385"/>
                  </a:lnTo>
                  <a:lnTo>
                    <a:pt x="2646045" y="1825764"/>
                  </a:lnTo>
                  <a:lnTo>
                    <a:pt x="2654490" y="1838312"/>
                  </a:lnTo>
                  <a:lnTo>
                    <a:pt x="2667012" y="1846757"/>
                  </a:lnTo>
                  <a:lnTo>
                    <a:pt x="2682341" y="1849856"/>
                  </a:lnTo>
                  <a:lnTo>
                    <a:pt x="2931312" y="1849856"/>
                  </a:lnTo>
                  <a:lnTo>
                    <a:pt x="2946641" y="1846757"/>
                  </a:lnTo>
                  <a:lnTo>
                    <a:pt x="2959163" y="1838312"/>
                  </a:lnTo>
                  <a:lnTo>
                    <a:pt x="2967596" y="1825764"/>
                  </a:lnTo>
                  <a:lnTo>
                    <a:pt x="2970695" y="1810385"/>
                  </a:lnTo>
                  <a:close/>
                </a:path>
                <a:path w="3552825" h="2832100">
                  <a:moveTo>
                    <a:pt x="3253905" y="1685048"/>
                  </a:moveTo>
                  <a:lnTo>
                    <a:pt x="3250806" y="1669669"/>
                  </a:lnTo>
                  <a:lnTo>
                    <a:pt x="3242360" y="1657121"/>
                  </a:lnTo>
                  <a:lnTo>
                    <a:pt x="3229838" y="1648675"/>
                  </a:lnTo>
                  <a:lnTo>
                    <a:pt x="3214509" y="1645577"/>
                  </a:lnTo>
                  <a:lnTo>
                    <a:pt x="3175127" y="1645577"/>
                  </a:lnTo>
                  <a:lnTo>
                    <a:pt x="3175127" y="1724507"/>
                  </a:lnTo>
                  <a:lnTo>
                    <a:pt x="3175127" y="2092693"/>
                  </a:lnTo>
                  <a:lnTo>
                    <a:pt x="2599702" y="2092693"/>
                  </a:lnTo>
                  <a:lnTo>
                    <a:pt x="2599702" y="1724507"/>
                  </a:lnTo>
                  <a:lnTo>
                    <a:pt x="3175127" y="1724507"/>
                  </a:lnTo>
                  <a:lnTo>
                    <a:pt x="3175127" y="1645577"/>
                  </a:lnTo>
                  <a:lnTo>
                    <a:pt x="2996260" y="1645577"/>
                  </a:lnTo>
                  <a:lnTo>
                    <a:pt x="2934182" y="1573314"/>
                  </a:lnTo>
                  <a:lnTo>
                    <a:pt x="2892348" y="1524622"/>
                  </a:lnTo>
                  <a:lnTo>
                    <a:pt x="2892348" y="1645577"/>
                  </a:lnTo>
                  <a:lnTo>
                    <a:pt x="2599740" y="1645577"/>
                  </a:lnTo>
                  <a:lnTo>
                    <a:pt x="2599740" y="1573314"/>
                  </a:lnTo>
                  <a:lnTo>
                    <a:pt x="2830284" y="1573314"/>
                  </a:lnTo>
                  <a:lnTo>
                    <a:pt x="2892348" y="1645577"/>
                  </a:lnTo>
                  <a:lnTo>
                    <a:pt x="2892348" y="1524622"/>
                  </a:lnTo>
                  <a:lnTo>
                    <a:pt x="2864739" y="1497977"/>
                  </a:lnTo>
                  <a:lnTo>
                    <a:pt x="2848318" y="1494383"/>
                  </a:lnTo>
                  <a:lnTo>
                    <a:pt x="2560307" y="1494383"/>
                  </a:lnTo>
                  <a:lnTo>
                    <a:pt x="2544991" y="1497469"/>
                  </a:lnTo>
                  <a:lnTo>
                    <a:pt x="2532469" y="1505927"/>
                  </a:lnTo>
                  <a:lnTo>
                    <a:pt x="2524023" y="1518475"/>
                  </a:lnTo>
                  <a:lnTo>
                    <a:pt x="2520924" y="1533842"/>
                  </a:lnTo>
                  <a:lnTo>
                    <a:pt x="2520924" y="2132165"/>
                  </a:lnTo>
                  <a:lnTo>
                    <a:pt x="2524023" y="2147544"/>
                  </a:lnTo>
                  <a:lnTo>
                    <a:pt x="2532469" y="2160079"/>
                  </a:lnTo>
                  <a:lnTo>
                    <a:pt x="2544991" y="2168537"/>
                  </a:lnTo>
                  <a:lnTo>
                    <a:pt x="2560307" y="2171636"/>
                  </a:lnTo>
                  <a:lnTo>
                    <a:pt x="3214509" y="2171636"/>
                  </a:lnTo>
                  <a:lnTo>
                    <a:pt x="3229838" y="2168537"/>
                  </a:lnTo>
                  <a:lnTo>
                    <a:pt x="3242360" y="2160079"/>
                  </a:lnTo>
                  <a:lnTo>
                    <a:pt x="3250806" y="2147544"/>
                  </a:lnTo>
                  <a:lnTo>
                    <a:pt x="3253905" y="2132165"/>
                  </a:lnTo>
                  <a:lnTo>
                    <a:pt x="3253905" y="2092693"/>
                  </a:lnTo>
                  <a:lnTo>
                    <a:pt x="3253905" y="1724507"/>
                  </a:lnTo>
                  <a:lnTo>
                    <a:pt x="3253905" y="1685048"/>
                  </a:lnTo>
                  <a:close/>
                </a:path>
                <a:path w="3552825" h="2832100">
                  <a:moveTo>
                    <a:pt x="3552812" y="1828800"/>
                  </a:moveTo>
                  <a:lnTo>
                    <a:pt x="3550831" y="1778000"/>
                  </a:lnTo>
                  <a:lnTo>
                    <a:pt x="3544849" y="1727200"/>
                  </a:lnTo>
                  <a:lnTo>
                    <a:pt x="3535057" y="1676400"/>
                  </a:lnTo>
                  <a:lnTo>
                    <a:pt x="3521633" y="1625600"/>
                  </a:lnTo>
                  <a:lnTo>
                    <a:pt x="3504717" y="1574800"/>
                  </a:lnTo>
                  <a:lnTo>
                    <a:pt x="3484473" y="1536700"/>
                  </a:lnTo>
                  <a:lnTo>
                    <a:pt x="3474085" y="1514182"/>
                  </a:lnTo>
                  <a:lnTo>
                    <a:pt x="3474085" y="1828800"/>
                  </a:lnTo>
                  <a:lnTo>
                    <a:pt x="3472129" y="1879600"/>
                  </a:lnTo>
                  <a:lnTo>
                    <a:pt x="3466388" y="1917700"/>
                  </a:lnTo>
                  <a:lnTo>
                    <a:pt x="3457003" y="1968500"/>
                  </a:lnTo>
                  <a:lnTo>
                    <a:pt x="3444125" y="2006600"/>
                  </a:lnTo>
                  <a:lnTo>
                    <a:pt x="3427907" y="2057400"/>
                  </a:lnTo>
                  <a:lnTo>
                    <a:pt x="3408502" y="2095500"/>
                  </a:lnTo>
                  <a:lnTo>
                    <a:pt x="3386074" y="2133600"/>
                  </a:lnTo>
                  <a:lnTo>
                    <a:pt x="3360750" y="2171700"/>
                  </a:lnTo>
                  <a:lnTo>
                    <a:pt x="3332696" y="2209800"/>
                  </a:lnTo>
                  <a:lnTo>
                    <a:pt x="3302076" y="2247900"/>
                  </a:lnTo>
                  <a:lnTo>
                    <a:pt x="3269018" y="2273300"/>
                  </a:lnTo>
                  <a:lnTo>
                    <a:pt x="3233686" y="2298700"/>
                  </a:lnTo>
                  <a:lnTo>
                    <a:pt x="3196247" y="2324100"/>
                  </a:lnTo>
                  <a:lnTo>
                    <a:pt x="3156826" y="2349500"/>
                  </a:lnTo>
                  <a:lnTo>
                    <a:pt x="3115589" y="2362200"/>
                  </a:lnTo>
                  <a:lnTo>
                    <a:pt x="3072688" y="2387600"/>
                  </a:lnTo>
                  <a:lnTo>
                    <a:pt x="2982493" y="2413000"/>
                  </a:lnTo>
                  <a:lnTo>
                    <a:pt x="2792450" y="2413000"/>
                  </a:lnTo>
                  <a:lnTo>
                    <a:pt x="2702255" y="2387600"/>
                  </a:lnTo>
                  <a:lnTo>
                    <a:pt x="2659354" y="2362200"/>
                  </a:lnTo>
                  <a:lnTo>
                    <a:pt x="2618105" y="2349500"/>
                  </a:lnTo>
                  <a:lnTo>
                    <a:pt x="2578684" y="2324100"/>
                  </a:lnTo>
                  <a:lnTo>
                    <a:pt x="2541232" y="2298700"/>
                  </a:lnTo>
                  <a:lnTo>
                    <a:pt x="2505913" y="2273300"/>
                  </a:lnTo>
                  <a:lnTo>
                    <a:pt x="2472855" y="2247900"/>
                  </a:lnTo>
                  <a:lnTo>
                    <a:pt x="2442222" y="2209800"/>
                  </a:lnTo>
                  <a:lnTo>
                    <a:pt x="2414168" y="2171700"/>
                  </a:lnTo>
                  <a:lnTo>
                    <a:pt x="2388844" y="2133600"/>
                  </a:lnTo>
                  <a:lnTo>
                    <a:pt x="2366403" y="2095500"/>
                  </a:lnTo>
                  <a:lnTo>
                    <a:pt x="2346998" y="2057400"/>
                  </a:lnTo>
                  <a:lnTo>
                    <a:pt x="2330780" y="2006600"/>
                  </a:lnTo>
                  <a:lnTo>
                    <a:pt x="2317902" y="1968500"/>
                  </a:lnTo>
                  <a:lnTo>
                    <a:pt x="2308517" y="1917700"/>
                  </a:lnTo>
                  <a:lnTo>
                    <a:pt x="2302776" y="1879600"/>
                  </a:lnTo>
                  <a:lnTo>
                    <a:pt x="2300821" y="1828800"/>
                  </a:lnTo>
                  <a:lnTo>
                    <a:pt x="2302776" y="1778000"/>
                  </a:lnTo>
                  <a:lnTo>
                    <a:pt x="2308517" y="1727200"/>
                  </a:lnTo>
                  <a:lnTo>
                    <a:pt x="2317902" y="1689100"/>
                  </a:lnTo>
                  <a:lnTo>
                    <a:pt x="2330780" y="1638300"/>
                  </a:lnTo>
                  <a:lnTo>
                    <a:pt x="2336190" y="1625600"/>
                  </a:lnTo>
                  <a:lnTo>
                    <a:pt x="2346998" y="1600200"/>
                  </a:lnTo>
                  <a:lnTo>
                    <a:pt x="2366403" y="1562100"/>
                  </a:lnTo>
                  <a:lnTo>
                    <a:pt x="2388844" y="1511300"/>
                  </a:lnTo>
                  <a:lnTo>
                    <a:pt x="2414168" y="1485900"/>
                  </a:lnTo>
                  <a:lnTo>
                    <a:pt x="2442222" y="1447800"/>
                  </a:lnTo>
                  <a:lnTo>
                    <a:pt x="2472855" y="1409700"/>
                  </a:lnTo>
                  <a:lnTo>
                    <a:pt x="2505913" y="1384300"/>
                  </a:lnTo>
                  <a:lnTo>
                    <a:pt x="2541232" y="1346200"/>
                  </a:lnTo>
                  <a:lnTo>
                    <a:pt x="2578684" y="1320800"/>
                  </a:lnTo>
                  <a:lnTo>
                    <a:pt x="2618105" y="1308100"/>
                  </a:lnTo>
                  <a:lnTo>
                    <a:pt x="2659354" y="1282700"/>
                  </a:lnTo>
                  <a:lnTo>
                    <a:pt x="2702255" y="1270000"/>
                  </a:lnTo>
                  <a:lnTo>
                    <a:pt x="2792450" y="1244600"/>
                  </a:lnTo>
                  <a:lnTo>
                    <a:pt x="2982493" y="1244600"/>
                  </a:lnTo>
                  <a:lnTo>
                    <a:pt x="3072688" y="1270000"/>
                  </a:lnTo>
                  <a:lnTo>
                    <a:pt x="3115589" y="1282700"/>
                  </a:lnTo>
                  <a:lnTo>
                    <a:pt x="3156826" y="1308100"/>
                  </a:lnTo>
                  <a:lnTo>
                    <a:pt x="3196247" y="1320800"/>
                  </a:lnTo>
                  <a:lnTo>
                    <a:pt x="3233686" y="1346200"/>
                  </a:lnTo>
                  <a:lnTo>
                    <a:pt x="3269018" y="1384300"/>
                  </a:lnTo>
                  <a:lnTo>
                    <a:pt x="3302076" y="1409700"/>
                  </a:lnTo>
                  <a:lnTo>
                    <a:pt x="3332696" y="1447800"/>
                  </a:lnTo>
                  <a:lnTo>
                    <a:pt x="3360750" y="1485900"/>
                  </a:lnTo>
                  <a:lnTo>
                    <a:pt x="3386074" y="1511300"/>
                  </a:lnTo>
                  <a:lnTo>
                    <a:pt x="3408502" y="1562100"/>
                  </a:lnTo>
                  <a:lnTo>
                    <a:pt x="3427907" y="1600200"/>
                  </a:lnTo>
                  <a:lnTo>
                    <a:pt x="3444125" y="1638300"/>
                  </a:lnTo>
                  <a:lnTo>
                    <a:pt x="3457003" y="1689100"/>
                  </a:lnTo>
                  <a:lnTo>
                    <a:pt x="3466388" y="1727200"/>
                  </a:lnTo>
                  <a:lnTo>
                    <a:pt x="3472129" y="1778000"/>
                  </a:lnTo>
                  <a:lnTo>
                    <a:pt x="3474085" y="1828800"/>
                  </a:lnTo>
                  <a:lnTo>
                    <a:pt x="3474085" y="1514182"/>
                  </a:lnTo>
                  <a:lnTo>
                    <a:pt x="3434588" y="1447800"/>
                  </a:lnTo>
                  <a:lnTo>
                    <a:pt x="3405263" y="1409700"/>
                  </a:lnTo>
                  <a:lnTo>
                    <a:pt x="3373221" y="1371600"/>
                  </a:lnTo>
                  <a:lnTo>
                    <a:pt x="3338626" y="1333500"/>
                  </a:lnTo>
                  <a:lnTo>
                    <a:pt x="3338550" y="1270000"/>
                  </a:lnTo>
                  <a:lnTo>
                    <a:pt x="3338550" y="139700"/>
                  </a:lnTo>
                  <a:lnTo>
                    <a:pt x="3331426" y="88900"/>
                  </a:lnTo>
                  <a:lnTo>
                    <a:pt x="3324822" y="76200"/>
                  </a:lnTo>
                  <a:lnTo>
                    <a:pt x="3311614" y="50800"/>
                  </a:lnTo>
                  <a:lnTo>
                    <a:pt x="3281413" y="25400"/>
                  </a:lnTo>
                  <a:lnTo>
                    <a:pt x="3259772" y="11049"/>
                  </a:lnTo>
                  <a:lnTo>
                    <a:pt x="3259772" y="139700"/>
                  </a:lnTo>
                  <a:lnTo>
                    <a:pt x="3259772" y="1270000"/>
                  </a:lnTo>
                  <a:lnTo>
                    <a:pt x="3246513" y="1270000"/>
                  </a:lnTo>
                  <a:lnTo>
                    <a:pt x="3233026" y="1257300"/>
                  </a:lnTo>
                  <a:lnTo>
                    <a:pt x="3219323" y="1244600"/>
                  </a:lnTo>
                  <a:lnTo>
                    <a:pt x="3205416" y="1244600"/>
                  </a:lnTo>
                  <a:lnTo>
                    <a:pt x="3205416" y="1206500"/>
                  </a:lnTo>
                  <a:lnTo>
                    <a:pt x="3205416" y="254000"/>
                  </a:lnTo>
                  <a:lnTo>
                    <a:pt x="3195091" y="203200"/>
                  </a:lnTo>
                  <a:lnTo>
                    <a:pt x="3166948" y="165100"/>
                  </a:lnTo>
                  <a:lnTo>
                    <a:pt x="3126638" y="140550"/>
                  </a:lnTo>
                  <a:lnTo>
                    <a:pt x="3126638" y="254000"/>
                  </a:lnTo>
                  <a:lnTo>
                    <a:pt x="3126638" y="1206500"/>
                  </a:lnTo>
                  <a:lnTo>
                    <a:pt x="3034614" y="1181100"/>
                  </a:lnTo>
                  <a:lnTo>
                    <a:pt x="2937573" y="1155700"/>
                  </a:lnTo>
                  <a:lnTo>
                    <a:pt x="2838081" y="1155700"/>
                  </a:lnTo>
                  <a:lnTo>
                    <a:pt x="2742412" y="1181100"/>
                  </a:lnTo>
                  <a:lnTo>
                    <a:pt x="2651645" y="1206500"/>
                  </a:lnTo>
                  <a:lnTo>
                    <a:pt x="2608415" y="1219200"/>
                  </a:lnTo>
                  <a:lnTo>
                    <a:pt x="2566797" y="1244600"/>
                  </a:lnTo>
                  <a:lnTo>
                    <a:pt x="2526906" y="1270000"/>
                  </a:lnTo>
                  <a:lnTo>
                    <a:pt x="2488882" y="1295400"/>
                  </a:lnTo>
                  <a:lnTo>
                    <a:pt x="2452852" y="1320800"/>
                  </a:lnTo>
                  <a:lnTo>
                    <a:pt x="2418943" y="1358900"/>
                  </a:lnTo>
                  <a:lnTo>
                    <a:pt x="2387269" y="1384300"/>
                  </a:lnTo>
                  <a:lnTo>
                    <a:pt x="2357971" y="1422400"/>
                  </a:lnTo>
                  <a:lnTo>
                    <a:pt x="2331174" y="1460500"/>
                  </a:lnTo>
                  <a:lnTo>
                    <a:pt x="2307005" y="1498600"/>
                  </a:lnTo>
                  <a:lnTo>
                    <a:pt x="2285593" y="1536700"/>
                  </a:lnTo>
                  <a:lnTo>
                    <a:pt x="2267064" y="1587500"/>
                  </a:lnTo>
                  <a:lnTo>
                    <a:pt x="2264511" y="1593773"/>
                  </a:lnTo>
                  <a:lnTo>
                    <a:pt x="2264511" y="2057400"/>
                  </a:lnTo>
                  <a:lnTo>
                    <a:pt x="1986813" y="2057400"/>
                  </a:lnTo>
                  <a:lnTo>
                    <a:pt x="1986813" y="2133600"/>
                  </a:lnTo>
                  <a:lnTo>
                    <a:pt x="1986813" y="2476500"/>
                  </a:lnTo>
                  <a:lnTo>
                    <a:pt x="1351953" y="2476500"/>
                  </a:lnTo>
                  <a:lnTo>
                    <a:pt x="1351953" y="2133600"/>
                  </a:lnTo>
                  <a:lnTo>
                    <a:pt x="1986813" y="2133600"/>
                  </a:lnTo>
                  <a:lnTo>
                    <a:pt x="1986813" y="2057400"/>
                  </a:lnTo>
                  <a:lnTo>
                    <a:pt x="115824" y="2057400"/>
                  </a:lnTo>
                  <a:lnTo>
                    <a:pt x="96545" y="2044700"/>
                  </a:lnTo>
                  <a:lnTo>
                    <a:pt x="83540" y="2019300"/>
                  </a:lnTo>
                  <a:lnTo>
                    <a:pt x="78765" y="1993900"/>
                  </a:lnTo>
                  <a:lnTo>
                    <a:pt x="78765" y="1714500"/>
                  </a:lnTo>
                  <a:lnTo>
                    <a:pt x="2232990" y="1714500"/>
                  </a:lnTo>
                  <a:lnTo>
                    <a:pt x="2228405" y="1739900"/>
                  </a:lnTo>
                  <a:lnTo>
                    <a:pt x="2224951" y="1765300"/>
                  </a:lnTo>
                  <a:lnTo>
                    <a:pt x="2222766" y="1790700"/>
                  </a:lnTo>
                  <a:lnTo>
                    <a:pt x="2222004" y="1828800"/>
                  </a:lnTo>
                  <a:lnTo>
                    <a:pt x="2223833" y="1879600"/>
                  </a:lnTo>
                  <a:lnTo>
                    <a:pt x="2229180" y="1917700"/>
                  </a:lnTo>
                  <a:lnTo>
                    <a:pt x="2237867" y="1968500"/>
                  </a:lnTo>
                  <a:lnTo>
                    <a:pt x="2249716" y="2019300"/>
                  </a:lnTo>
                  <a:lnTo>
                    <a:pt x="2264511" y="2057400"/>
                  </a:lnTo>
                  <a:lnTo>
                    <a:pt x="2264511" y="1593773"/>
                  </a:lnTo>
                  <a:lnTo>
                    <a:pt x="2251545" y="1625600"/>
                  </a:lnTo>
                  <a:lnTo>
                    <a:pt x="211899" y="1625600"/>
                  </a:lnTo>
                  <a:lnTo>
                    <a:pt x="211899" y="254000"/>
                  </a:lnTo>
                  <a:lnTo>
                    <a:pt x="216052" y="241300"/>
                  </a:lnTo>
                  <a:lnTo>
                    <a:pt x="227380" y="215900"/>
                  </a:lnTo>
                  <a:lnTo>
                    <a:pt x="244157" y="215900"/>
                  </a:lnTo>
                  <a:lnTo>
                    <a:pt x="264680" y="203200"/>
                  </a:lnTo>
                  <a:lnTo>
                    <a:pt x="3074251" y="203200"/>
                  </a:lnTo>
                  <a:lnTo>
                    <a:pt x="3094621" y="215900"/>
                  </a:lnTo>
                  <a:lnTo>
                    <a:pt x="3111271" y="215900"/>
                  </a:lnTo>
                  <a:lnTo>
                    <a:pt x="3122511" y="241300"/>
                  </a:lnTo>
                  <a:lnTo>
                    <a:pt x="3126638" y="254000"/>
                  </a:lnTo>
                  <a:lnTo>
                    <a:pt x="3126638" y="140550"/>
                  </a:lnTo>
                  <a:lnTo>
                    <a:pt x="3125254" y="139700"/>
                  </a:lnTo>
                  <a:lnTo>
                    <a:pt x="3074251" y="127000"/>
                  </a:lnTo>
                  <a:lnTo>
                    <a:pt x="264680" y="127000"/>
                  </a:lnTo>
                  <a:lnTo>
                    <a:pt x="213525" y="139700"/>
                  </a:lnTo>
                  <a:lnTo>
                    <a:pt x="171691" y="165100"/>
                  </a:lnTo>
                  <a:lnTo>
                    <a:pt x="143484" y="203200"/>
                  </a:lnTo>
                  <a:lnTo>
                    <a:pt x="133121" y="254000"/>
                  </a:lnTo>
                  <a:lnTo>
                    <a:pt x="133121" y="1625600"/>
                  </a:lnTo>
                  <a:lnTo>
                    <a:pt x="78765" y="1625600"/>
                  </a:lnTo>
                  <a:lnTo>
                    <a:pt x="78765" y="139700"/>
                  </a:lnTo>
                  <a:lnTo>
                    <a:pt x="83540" y="114300"/>
                  </a:lnTo>
                  <a:lnTo>
                    <a:pt x="96545" y="88900"/>
                  </a:lnTo>
                  <a:lnTo>
                    <a:pt x="115824" y="76200"/>
                  </a:lnTo>
                  <a:lnTo>
                    <a:pt x="3222714" y="76200"/>
                  </a:lnTo>
                  <a:lnTo>
                    <a:pt x="3241992" y="88900"/>
                  </a:lnTo>
                  <a:lnTo>
                    <a:pt x="3254997" y="114300"/>
                  </a:lnTo>
                  <a:lnTo>
                    <a:pt x="3259772" y="139700"/>
                  </a:lnTo>
                  <a:lnTo>
                    <a:pt x="3259772" y="11049"/>
                  </a:lnTo>
                  <a:lnTo>
                    <a:pt x="3243135" y="0"/>
                  </a:lnTo>
                  <a:lnTo>
                    <a:pt x="95402" y="0"/>
                  </a:lnTo>
                  <a:lnTo>
                    <a:pt x="57137" y="25400"/>
                  </a:lnTo>
                  <a:lnTo>
                    <a:pt x="26936" y="50800"/>
                  </a:lnTo>
                  <a:lnTo>
                    <a:pt x="7112" y="88900"/>
                  </a:lnTo>
                  <a:lnTo>
                    <a:pt x="0" y="139700"/>
                  </a:lnTo>
                  <a:lnTo>
                    <a:pt x="0" y="1993900"/>
                  </a:lnTo>
                  <a:lnTo>
                    <a:pt x="7112" y="2044700"/>
                  </a:lnTo>
                  <a:lnTo>
                    <a:pt x="26936" y="2082800"/>
                  </a:lnTo>
                  <a:lnTo>
                    <a:pt x="57137" y="2108200"/>
                  </a:lnTo>
                  <a:lnTo>
                    <a:pt x="95402" y="2133600"/>
                  </a:lnTo>
                  <a:lnTo>
                    <a:pt x="1273136" y="2133600"/>
                  </a:lnTo>
                  <a:lnTo>
                    <a:pt x="1273136" y="2476500"/>
                  </a:lnTo>
                  <a:lnTo>
                    <a:pt x="1207211" y="2476500"/>
                  </a:lnTo>
                  <a:lnTo>
                    <a:pt x="1163751" y="2501900"/>
                  </a:lnTo>
                  <a:lnTo>
                    <a:pt x="1126909" y="2527300"/>
                  </a:lnTo>
                  <a:lnTo>
                    <a:pt x="1098435" y="2565400"/>
                  </a:lnTo>
                  <a:lnTo>
                    <a:pt x="1080071" y="2616200"/>
                  </a:lnTo>
                  <a:lnTo>
                    <a:pt x="1073556" y="2654300"/>
                  </a:lnTo>
                  <a:lnTo>
                    <a:pt x="1080071" y="2705100"/>
                  </a:lnTo>
                  <a:lnTo>
                    <a:pt x="1098435" y="2755900"/>
                  </a:lnTo>
                  <a:lnTo>
                    <a:pt x="1126909" y="2781300"/>
                  </a:lnTo>
                  <a:lnTo>
                    <a:pt x="1163751" y="2819400"/>
                  </a:lnTo>
                  <a:lnTo>
                    <a:pt x="1207211" y="2832100"/>
                  </a:lnTo>
                  <a:lnTo>
                    <a:pt x="2131555" y="2832100"/>
                  </a:lnTo>
                  <a:lnTo>
                    <a:pt x="2175002" y="2819400"/>
                  </a:lnTo>
                  <a:lnTo>
                    <a:pt x="2211832" y="2781300"/>
                  </a:lnTo>
                  <a:lnTo>
                    <a:pt x="2240305" y="2755900"/>
                  </a:lnTo>
                  <a:lnTo>
                    <a:pt x="2258669" y="2705100"/>
                  </a:lnTo>
                  <a:lnTo>
                    <a:pt x="2265172" y="2654300"/>
                  </a:lnTo>
                  <a:lnTo>
                    <a:pt x="2258669" y="2616200"/>
                  </a:lnTo>
                  <a:lnTo>
                    <a:pt x="2240305" y="2565400"/>
                  </a:lnTo>
                  <a:lnTo>
                    <a:pt x="2230805" y="2552700"/>
                  </a:lnTo>
                  <a:lnTo>
                    <a:pt x="2211832" y="2527300"/>
                  </a:lnTo>
                  <a:lnTo>
                    <a:pt x="2186394" y="2509761"/>
                  </a:lnTo>
                  <a:lnTo>
                    <a:pt x="2186394" y="2654300"/>
                  </a:lnTo>
                  <a:lnTo>
                    <a:pt x="2178278" y="2692400"/>
                  </a:lnTo>
                  <a:lnTo>
                    <a:pt x="2156142" y="2730500"/>
                  </a:lnTo>
                  <a:lnTo>
                    <a:pt x="2123351" y="2755900"/>
                  </a:lnTo>
                  <a:lnTo>
                    <a:pt x="1215415" y="2755900"/>
                  </a:lnTo>
                  <a:lnTo>
                    <a:pt x="1182611" y="2730500"/>
                  </a:lnTo>
                  <a:lnTo>
                    <a:pt x="1160462" y="2692400"/>
                  </a:lnTo>
                  <a:lnTo>
                    <a:pt x="1152334" y="2654300"/>
                  </a:lnTo>
                  <a:lnTo>
                    <a:pt x="1160462" y="2616200"/>
                  </a:lnTo>
                  <a:lnTo>
                    <a:pt x="1182611" y="2590800"/>
                  </a:lnTo>
                  <a:lnTo>
                    <a:pt x="1215415" y="2565400"/>
                  </a:lnTo>
                  <a:lnTo>
                    <a:pt x="1255534" y="2552700"/>
                  </a:lnTo>
                  <a:lnTo>
                    <a:pt x="2083244" y="2552700"/>
                  </a:lnTo>
                  <a:lnTo>
                    <a:pt x="2123351" y="2565400"/>
                  </a:lnTo>
                  <a:lnTo>
                    <a:pt x="2156142" y="2590800"/>
                  </a:lnTo>
                  <a:lnTo>
                    <a:pt x="2178278" y="2616200"/>
                  </a:lnTo>
                  <a:lnTo>
                    <a:pt x="2186394" y="2654300"/>
                  </a:lnTo>
                  <a:lnTo>
                    <a:pt x="2186394" y="2509761"/>
                  </a:lnTo>
                  <a:lnTo>
                    <a:pt x="2175002" y="2501900"/>
                  </a:lnTo>
                  <a:lnTo>
                    <a:pt x="2131555" y="2476500"/>
                  </a:lnTo>
                  <a:lnTo>
                    <a:pt x="2065591" y="2476500"/>
                  </a:lnTo>
                  <a:lnTo>
                    <a:pt x="2065591" y="2133600"/>
                  </a:lnTo>
                  <a:lnTo>
                    <a:pt x="2299449" y="2133600"/>
                  </a:lnTo>
                  <a:lnTo>
                    <a:pt x="2323236" y="2184400"/>
                  </a:lnTo>
                  <a:lnTo>
                    <a:pt x="2349830" y="2222500"/>
                  </a:lnTo>
                  <a:lnTo>
                    <a:pt x="2379065" y="2260600"/>
                  </a:lnTo>
                  <a:lnTo>
                    <a:pt x="2410828" y="2286000"/>
                  </a:lnTo>
                  <a:lnTo>
                    <a:pt x="2444966" y="2324100"/>
                  </a:lnTo>
                  <a:lnTo>
                    <a:pt x="2481351" y="2349500"/>
                  </a:lnTo>
                  <a:lnTo>
                    <a:pt x="2519845" y="2387600"/>
                  </a:lnTo>
                  <a:lnTo>
                    <a:pt x="2560307" y="2413000"/>
                  </a:lnTo>
                  <a:lnTo>
                    <a:pt x="2602623" y="2425700"/>
                  </a:lnTo>
                  <a:lnTo>
                    <a:pt x="2646629" y="2451100"/>
                  </a:lnTo>
                  <a:lnTo>
                    <a:pt x="2739212" y="2476500"/>
                  </a:lnTo>
                  <a:lnTo>
                    <a:pt x="2787523" y="2489200"/>
                  </a:lnTo>
                  <a:lnTo>
                    <a:pt x="2981477" y="2489200"/>
                  </a:lnTo>
                  <a:lnTo>
                    <a:pt x="3071469" y="2463800"/>
                  </a:lnTo>
                  <a:lnTo>
                    <a:pt x="3156547" y="2438400"/>
                  </a:lnTo>
                  <a:lnTo>
                    <a:pt x="3196958" y="2413000"/>
                  </a:lnTo>
                  <a:lnTo>
                    <a:pt x="3235795" y="2400300"/>
                  </a:lnTo>
                  <a:lnTo>
                    <a:pt x="3272955" y="2374900"/>
                  </a:lnTo>
                  <a:lnTo>
                    <a:pt x="3308312" y="2336800"/>
                  </a:lnTo>
                  <a:lnTo>
                    <a:pt x="3341763" y="2311400"/>
                  </a:lnTo>
                  <a:lnTo>
                    <a:pt x="3373196" y="2286000"/>
                  </a:lnTo>
                  <a:lnTo>
                    <a:pt x="3402482" y="2247900"/>
                  </a:lnTo>
                  <a:lnTo>
                    <a:pt x="3429520" y="2209800"/>
                  </a:lnTo>
                  <a:lnTo>
                    <a:pt x="3454196" y="2171700"/>
                  </a:lnTo>
                  <a:lnTo>
                    <a:pt x="3476396" y="2133600"/>
                  </a:lnTo>
                  <a:lnTo>
                    <a:pt x="3495992" y="2095500"/>
                  </a:lnTo>
                  <a:lnTo>
                    <a:pt x="3512896" y="2057400"/>
                  </a:lnTo>
                  <a:lnTo>
                    <a:pt x="3526980" y="2006600"/>
                  </a:lnTo>
                  <a:lnTo>
                    <a:pt x="3538131" y="1968500"/>
                  </a:lnTo>
                  <a:lnTo>
                    <a:pt x="3546233" y="1917700"/>
                  </a:lnTo>
                  <a:lnTo>
                    <a:pt x="3551186" y="1879600"/>
                  </a:lnTo>
                  <a:lnTo>
                    <a:pt x="3552812" y="1828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2954" y="9327769"/>
              <a:ext cx="241135" cy="789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753" y="7800517"/>
              <a:ext cx="1169035" cy="1137920"/>
            </a:xfrm>
            <a:custGeom>
              <a:avLst/>
              <a:gdLst/>
              <a:ahLst/>
              <a:cxnLst/>
              <a:rect l="l" t="t" r="r" b="b"/>
              <a:pathLst>
                <a:path w="1169035" h="1137920">
                  <a:moveTo>
                    <a:pt x="880376" y="476923"/>
                  </a:moveTo>
                  <a:lnTo>
                    <a:pt x="877277" y="461543"/>
                  </a:lnTo>
                  <a:lnTo>
                    <a:pt x="868832" y="449008"/>
                  </a:lnTo>
                  <a:lnTo>
                    <a:pt x="856310" y="440550"/>
                  </a:lnTo>
                  <a:lnTo>
                    <a:pt x="840981" y="437451"/>
                  </a:lnTo>
                  <a:lnTo>
                    <a:pt x="501777" y="437451"/>
                  </a:lnTo>
                  <a:lnTo>
                    <a:pt x="486448" y="440550"/>
                  </a:lnTo>
                  <a:lnTo>
                    <a:pt x="473925" y="449008"/>
                  </a:lnTo>
                  <a:lnTo>
                    <a:pt x="465480" y="461543"/>
                  </a:lnTo>
                  <a:lnTo>
                    <a:pt x="462381" y="476923"/>
                  </a:lnTo>
                  <a:lnTo>
                    <a:pt x="465480" y="492290"/>
                  </a:lnTo>
                  <a:lnTo>
                    <a:pt x="473925" y="504837"/>
                  </a:lnTo>
                  <a:lnTo>
                    <a:pt x="486448" y="513295"/>
                  </a:lnTo>
                  <a:lnTo>
                    <a:pt x="501777" y="516382"/>
                  </a:lnTo>
                  <a:lnTo>
                    <a:pt x="840981" y="516382"/>
                  </a:lnTo>
                  <a:lnTo>
                    <a:pt x="856310" y="513295"/>
                  </a:lnTo>
                  <a:lnTo>
                    <a:pt x="868832" y="504837"/>
                  </a:lnTo>
                  <a:lnTo>
                    <a:pt x="877277" y="492290"/>
                  </a:lnTo>
                  <a:lnTo>
                    <a:pt x="880376" y="476923"/>
                  </a:lnTo>
                  <a:close/>
                </a:path>
                <a:path w="1169035" h="1137920">
                  <a:moveTo>
                    <a:pt x="880376" y="343166"/>
                  </a:moveTo>
                  <a:lnTo>
                    <a:pt x="877277" y="327787"/>
                  </a:lnTo>
                  <a:lnTo>
                    <a:pt x="868832" y="315252"/>
                  </a:lnTo>
                  <a:lnTo>
                    <a:pt x="856310" y="306793"/>
                  </a:lnTo>
                  <a:lnTo>
                    <a:pt x="840981" y="303695"/>
                  </a:lnTo>
                  <a:lnTo>
                    <a:pt x="501777" y="303695"/>
                  </a:lnTo>
                  <a:lnTo>
                    <a:pt x="486448" y="306793"/>
                  </a:lnTo>
                  <a:lnTo>
                    <a:pt x="473925" y="315252"/>
                  </a:lnTo>
                  <a:lnTo>
                    <a:pt x="465480" y="327787"/>
                  </a:lnTo>
                  <a:lnTo>
                    <a:pt x="462381" y="343166"/>
                  </a:lnTo>
                  <a:lnTo>
                    <a:pt x="465480" y="358546"/>
                  </a:lnTo>
                  <a:lnTo>
                    <a:pt x="473925" y="371081"/>
                  </a:lnTo>
                  <a:lnTo>
                    <a:pt x="486448" y="379539"/>
                  </a:lnTo>
                  <a:lnTo>
                    <a:pt x="501777" y="382638"/>
                  </a:lnTo>
                  <a:lnTo>
                    <a:pt x="840981" y="382638"/>
                  </a:lnTo>
                  <a:lnTo>
                    <a:pt x="856310" y="379539"/>
                  </a:lnTo>
                  <a:lnTo>
                    <a:pt x="868832" y="371081"/>
                  </a:lnTo>
                  <a:lnTo>
                    <a:pt x="877277" y="358546"/>
                  </a:lnTo>
                  <a:lnTo>
                    <a:pt x="880376" y="343166"/>
                  </a:lnTo>
                  <a:close/>
                </a:path>
                <a:path w="1169035" h="1137920">
                  <a:moveTo>
                    <a:pt x="880376" y="209410"/>
                  </a:moveTo>
                  <a:lnTo>
                    <a:pt x="877277" y="194043"/>
                  </a:lnTo>
                  <a:lnTo>
                    <a:pt x="868832" y="181495"/>
                  </a:lnTo>
                  <a:lnTo>
                    <a:pt x="856310" y="173037"/>
                  </a:lnTo>
                  <a:lnTo>
                    <a:pt x="840981" y="169951"/>
                  </a:lnTo>
                  <a:lnTo>
                    <a:pt x="501777" y="169951"/>
                  </a:lnTo>
                  <a:lnTo>
                    <a:pt x="486448" y="173037"/>
                  </a:lnTo>
                  <a:lnTo>
                    <a:pt x="473925" y="181495"/>
                  </a:lnTo>
                  <a:lnTo>
                    <a:pt x="465480" y="194043"/>
                  </a:lnTo>
                  <a:lnTo>
                    <a:pt x="462381" y="209410"/>
                  </a:lnTo>
                  <a:lnTo>
                    <a:pt x="465480" y="224790"/>
                  </a:lnTo>
                  <a:lnTo>
                    <a:pt x="473925" y="237324"/>
                  </a:lnTo>
                  <a:lnTo>
                    <a:pt x="486448" y="245783"/>
                  </a:lnTo>
                  <a:lnTo>
                    <a:pt x="501777" y="248881"/>
                  </a:lnTo>
                  <a:lnTo>
                    <a:pt x="840981" y="248881"/>
                  </a:lnTo>
                  <a:lnTo>
                    <a:pt x="856310" y="245783"/>
                  </a:lnTo>
                  <a:lnTo>
                    <a:pt x="868832" y="237324"/>
                  </a:lnTo>
                  <a:lnTo>
                    <a:pt x="877277" y="224790"/>
                  </a:lnTo>
                  <a:lnTo>
                    <a:pt x="880376" y="209410"/>
                  </a:lnTo>
                  <a:close/>
                </a:path>
                <a:path w="1169035" h="1137920">
                  <a:moveTo>
                    <a:pt x="1169022" y="723798"/>
                  </a:moveTo>
                  <a:lnTo>
                    <a:pt x="1168057" y="713371"/>
                  </a:lnTo>
                  <a:lnTo>
                    <a:pt x="1164336" y="703465"/>
                  </a:lnTo>
                  <a:lnTo>
                    <a:pt x="1158036" y="694880"/>
                  </a:lnTo>
                  <a:lnTo>
                    <a:pt x="1149832" y="688378"/>
                  </a:lnTo>
                  <a:lnTo>
                    <a:pt x="1140218" y="684263"/>
                  </a:lnTo>
                  <a:lnTo>
                    <a:pt x="1129703" y="682815"/>
                  </a:lnTo>
                  <a:lnTo>
                    <a:pt x="1056982" y="682815"/>
                  </a:lnTo>
                  <a:lnTo>
                    <a:pt x="1056982" y="761758"/>
                  </a:lnTo>
                  <a:lnTo>
                    <a:pt x="863714" y="1058938"/>
                  </a:lnTo>
                  <a:lnTo>
                    <a:pt x="112064" y="1058938"/>
                  </a:lnTo>
                  <a:lnTo>
                    <a:pt x="172821" y="965517"/>
                  </a:lnTo>
                  <a:lnTo>
                    <a:pt x="305346" y="761758"/>
                  </a:lnTo>
                  <a:lnTo>
                    <a:pt x="1056982" y="761758"/>
                  </a:lnTo>
                  <a:lnTo>
                    <a:pt x="1056982" y="682815"/>
                  </a:lnTo>
                  <a:lnTo>
                    <a:pt x="1035558" y="682815"/>
                  </a:lnTo>
                  <a:lnTo>
                    <a:pt x="1035558" y="78968"/>
                  </a:lnTo>
                  <a:lnTo>
                    <a:pt x="1035558" y="39471"/>
                  </a:lnTo>
                  <a:lnTo>
                    <a:pt x="1032459" y="24091"/>
                  </a:lnTo>
                  <a:lnTo>
                    <a:pt x="1024026" y="11544"/>
                  </a:lnTo>
                  <a:lnTo>
                    <a:pt x="1011504" y="3098"/>
                  </a:lnTo>
                  <a:lnTo>
                    <a:pt x="996175" y="0"/>
                  </a:lnTo>
                  <a:lnTo>
                    <a:pt x="956779" y="0"/>
                  </a:lnTo>
                  <a:lnTo>
                    <a:pt x="956779" y="78968"/>
                  </a:lnTo>
                  <a:lnTo>
                    <a:pt x="956779" y="682815"/>
                  </a:lnTo>
                  <a:lnTo>
                    <a:pt x="386041" y="682815"/>
                  </a:lnTo>
                  <a:lnTo>
                    <a:pt x="386041" y="364324"/>
                  </a:lnTo>
                  <a:lnTo>
                    <a:pt x="386041" y="78968"/>
                  </a:lnTo>
                  <a:lnTo>
                    <a:pt x="956779" y="78968"/>
                  </a:lnTo>
                  <a:lnTo>
                    <a:pt x="956779" y="0"/>
                  </a:lnTo>
                  <a:lnTo>
                    <a:pt x="346621" y="0"/>
                  </a:lnTo>
                  <a:lnTo>
                    <a:pt x="331292" y="3098"/>
                  </a:lnTo>
                  <a:lnTo>
                    <a:pt x="318770" y="11544"/>
                  </a:lnTo>
                  <a:lnTo>
                    <a:pt x="310324" y="24091"/>
                  </a:lnTo>
                  <a:lnTo>
                    <a:pt x="307276" y="39230"/>
                  </a:lnTo>
                  <a:lnTo>
                    <a:pt x="307276" y="364324"/>
                  </a:lnTo>
                  <a:lnTo>
                    <a:pt x="307276" y="682777"/>
                  </a:lnTo>
                  <a:lnTo>
                    <a:pt x="284035" y="682777"/>
                  </a:lnTo>
                  <a:lnTo>
                    <a:pt x="274281" y="684009"/>
                  </a:lnTo>
                  <a:lnTo>
                    <a:pt x="265264" y="687552"/>
                  </a:lnTo>
                  <a:lnTo>
                    <a:pt x="257378" y="693191"/>
                  </a:lnTo>
                  <a:lnTo>
                    <a:pt x="251028" y="700697"/>
                  </a:lnTo>
                  <a:lnTo>
                    <a:pt x="78816" y="965517"/>
                  </a:lnTo>
                  <a:lnTo>
                    <a:pt x="78816" y="364324"/>
                  </a:lnTo>
                  <a:lnTo>
                    <a:pt x="307276" y="364324"/>
                  </a:lnTo>
                  <a:lnTo>
                    <a:pt x="307276" y="39230"/>
                  </a:lnTo>
                  <a:lnTo>
                    <a:pt x="307225" y="39471"/>
                  </a:lnTo>
                  <a:lnTo>
                    <a:pt x="307225" y="285343"/>
                  </a:lnTo>
                  <a:lnTo>
                    <a:pt x="39395" y="285343"/>
                  </a:lnTo>
                  <a:lnTo>
                    <a:pt x="24066" y="288442"/>
                  </a:lnTo>
                  <a:lnTo>
                    <a:pt x="11544" y="296900"/>
                  </a:lnTo>
                  <a:lnTo>
                    <a:pt x="3098" y="309435"/>
                  </a:lnTo>
                  <a:lnTo>
                    <a:pt x="0" y="324815"/>
                  </a:lnTo>
                  <a:lnTo>
                    <a:pt x="241" y="1098804"/>
                  </a:lnTo>
                  <a:lnTo>
                    <a:pt x="19253" y="1132243"/>
                  </a:lnTo>
                  <a:lnTo>
                    <a:pt x="39395" y="1137793"/>
                  </a:lnTo>
                  <a:lnTo>
                    <a:pt x="885063" y="1137793"/>
                  </a:lnTo>
                  <a:lnTo>
                    <a:pt x="957694" y="1058938"/>
                  </a:lnTo>
                  <a:lnTo>
                    <a:pt x="1150962" y="761758"/>
                  </a:lnTo>
                  <a:lnTo>
                    <a:pt x="1162672" y="743762"/>
                  </a:lnTo>
                  <a:lnTo>
                    <a:pt x="1167218" y="734110"/>
                  </a:lnTo>
                  <a:lnTo>
                    <a:pt x="1169022" y="723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70418" y="313397"/>
            <a:ext cx="917575" cy="1334770"/>
            <a:chOff x="15670418" y="313397"/>
            <a:chExt cx="917575" cy="1334770"/>
          </a:xfrm>
        </p:grpSpPr>
        <p:sp>
          <p:nvSpPr>
            <p:cNvPr id="10" name="object 10"/>
            <p:cNvSpPr/>
            <p:nvPr/>
          </p:nvSpPr>
          <p:spPr>
            <a:xfrm>
              <a:off x="15698047" y="340963"/>
              <a:ext cx="862330" cy="1279525"/>
            </a:xfrm>
            <a:custGeom>
              <a:avLst/>
              <a:gdLst/>
              <a:ahLst/>
              <a:cxnLst/>
              <a:rect l="l" t="t" r="r" b="b"/>
              <a:pathLst>
                <a:path w="862330" h="1279525">
                  <a:moveTo>
                    <a:pt x="797425" y="1279482"/>
                  </a:moveTo>
                  <a:lnTo>
                    <a:pt x="757308" y="1265589"/>
                  </a:lnTo>
                  <a:lnTo>
                    <a:pt x="24777" y="690572"/>
                  </a:lnTo>
                  <a:lnTo>
                    <a:pt x="1655" y="654366"/>
                  </a:lnTo>
                  <a:lnTo>
                    <a:pt x="0" y="639741"/>
                  </a:lnTo>
                  <a:lnTo>
                    <a:pt x="1654" y="625114"/>
                  </a:lnTo>
                  <a:lnTo>
                    <a:pt x="24733" y="588800"/>
                  </a:lnTo>
                  <a:lnTo>
                    <a:pt x="757308" y="13892"/>
                  </a:lnTo>
                  <a:lnTo>
                    <a:pt x="797425" y="0"/>
                  </a:lnTo>
                  <a:lnTo>
                    <a:pt x="812099" y="1641"/>
                  </a:lnTo>
                  <a:lnTo>
                    <a:pt x="848373" y="24698"/>
                  </a:lnTo>
                  <a:lnTo>
                    <a:pt x="862142" y="59586"/>
                  </a:lnTo>
                  <a:lnTo>
                    <a:pt x="861856" y="72332"/>
                  </a:lnTo>
                  <a:lnTo>
                    <a:pt x="837542" y="115554"/>
                  </a:lnTo>
                  <a:lnTo>
                    <a:pt x="169917" y="639741"/>
                  </a:lnTo>
                  <a:lnTo>
                    <a:pt x="837542" y="1163817"/>
                  </a:lnTo>
                  <a:lnTo>
                    <a:pt x="861856" y="1207040"/>
                  </a:lnTo>
                  <a:lnTo>
                    <a:pt x="862142" y="1219834"/>
                  </a:lnTo>
                  <a:lnTo>
                    <a:pt x="859922" y="1232235"/>
                  </a:lnTo>
                  <a:lnTo>
                    <a:pt x="838050" y="1265248"/>
                  </a:lnTo>
                  <a:lnTo>
                    <a:pt x="812099" y="1277825"/>
                  </a:lnTo>
                  <a:lnTo>
                    <a:pt x="797425" y="1279482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70418" y="313397"/>
              <a:ext cx="917575" cy="1334770"/>
            </a:xfrm>
            <a:custGeom>
              <a:avLst/>
              <a:gdLst/>
              <a:ahLst/>
              <a:cxnLst/>
              <a:rect l="l" t="t" r="r" b="b"/>
              <a:pathLst>
                <a:path w="917575" h="1334770">
                  <a:moveTo>
                    <a:pt x="825054" y="1334613"/>
                  </a:moveTo>
                  <a:lnTo>
                    <a:pt x="780746" y="1323310"/>
                  </a:lnTo>
                  <a:lnTo>
                    <a:pt x="35309" y="739859"/>
                  </a:lnTo>
                  <a:lnTo>
                    <a:pt x="9254" y="707635"/>
                  </a:lnTo>
                  <a:lnTo>
                    <a:pt x="0" y="667306"/>
                  </a:lnTo>
                  <a:lnTo>
                    <a:pt x="2354" y="646465"/>
                  </a:lnTo>
                  <a:lnTo>
                    <a:pt x="20304" y="609579"/>
                  </a:lnTo>
                  <a:lnTo>
                    <a:pt x="767917" y="19736"/>
                  </a:lnTo>
                  <a:lnTo>
                    <a:pt x="809692" y="1285"/>
                  </a:lnTo>
                  <a:lnTo>
                    <a:pt x="825054" y="0"/>
                  </a:lnTo>
                  <a:lnTo>
                    <a:pt x="845974" y="2347"/>
                  </a:lnTo>
                  <a:lnTo>
                    <a:pt x="883007" y="20234"/>
                  </a:lnTo>
                  <a:lnTo>
                    <a:pt x="907663" y="50547"/>
                  </a:lnTo>
                  <a:lnTo>
                    <a:pt x="909460" y="55131"/>
                  </a:lnTo>
                  <a:lnTo>
                    <a:pt x="825054" y="55131"/>
                  </a:lnTo>
                  <a:lnTo>
                    <a:pt x="816986" y="55131"/>
                  </a:lnTo>
                  <a:lnTo>
                    <a:pt x="808808" y="57667"/>
                  </a:lnTo>
                  <a:lnTo>
                    <a:pt x="801988" y="63132"/>
                  </a:lnTo>
                  <a:lnTo>
                    <a:pt x="69459" y="638087"/>
                  </a:lnTo>
                  <a:lnTo>
                    <a:pt x="63468" y="644017"/>
                  </a:lnTo>
                  <a:lnTo>
                    <a:pt x="59005" y="651043"/>
                  </a:lnTo>
                  <a:lnTo>
                    <a:pt x="56219" y="658896"/>
                  </a:lnTo>
                  <a:lnTo>
                    <a:pt x="55257" y="667307"/>
                  </a:lnTo>
                  <a:lnTo>
                    <a:pt x="56219" y="675671"/>
                  </a:lnTo>
                  <a:lnTo>
                    <a:pt x="808919" y="1276946"/>
                  </a:lnTo>
                  <a:lnTo>
                    <a:pt x="816986" y="1279483"/>
                  </a:lnTo>
                  <a:lnTo>
                    <a:pt x="909445" y="1279483"/>
                  </a:lnTo>
                  <a:lnTo>
                    <a:pt x="907663" y="1284018"/>
                  </a:lnTo>
                  <a:lnTo>
                    <a:pt x="897773" y="1299329"/>
                  </a:lnTo>
                  <a:lnTo>
                    <a:pt x="883023" y="1314285"/>
                  </a:lnTo>
                  <a:lnTo>
                    <a:pt x="865558" y="1325365"/>
                  </a:lnTo>
                  <a:lnTo>
                    <a:pt x="846021" y="1332248"/>
                  </a:lnTo>
                  <a:lnTo>
                    <a:pt x="825054" y="1334613"/>
                  </a:lnTo>
                  <a:close/>
                </a:path>
                <a:path w="917575" h="1334770">
                  <a:moveTo>
                    <a:pt x="909445" y="1279483"/>
                  </a:moveTo>
                  <a:lnTo>
                    <a:pt x="825054" y="1279483"/>
                  </a:lnTo>
                  <a:lnTo>
                    <a:pt x="833267" y="1278578"/>
                  </a:lnTo>
                  <a:lnTo>
                    <a:pt x="841106" y="1275885"/>
                  </a:lnTo>
                  <a:lnTo>
                    <a:pt x="848241" y="1271435"/>
                  </a:lnTo>
                  <a:lnTo>
                    <a:pt x="854341" y="1265259"/>
                  </a:lnTo>
                  <a:lnTo>
                    <a:pt x="861051" y="1252101"/>
                  </a:lnTo>
                  <a:lnTo>
                    <a:pt x="862104" y="1237900"/>
                  </a:lnTo>
                  <a:lnTo>
                    <a:pt x="857729" y="1224339"/>
                  </a:lnTo>
                  <a:lnTo>
                    <a:pt x="848152" y="1213105"/>
                  </a:lnTo>
                  <a:lnTo>
                    <a:pt x="152788" y="667306"/>
                  </a:lnTo>
                  <a:lnTo>
                    <a:pt x="848152" y="121509"/>
                  </a:lnTo>
                  <a:lnTo>
                    <a:pt x="857728" y="110272"/>
                  </a:lnTo>
                  <a:lnTo>
                    <a:pt x="862104" y="96699"/>
                  </a:lnTo>
                  <a:lnTo>
                    <a:pt x="861051" y="82465"/>
                  </a:lnTo>
                  <a:lnTo>
                    <a:pt x="833267" y="56033"/>
                  </a:lnTo>
                  <a:lnTo>
                    <a:pt x="825054" y="55131"/>
                  </a:lnTo>
                  <a:lnTo>
                    <a:pt x="909460" y="55131"/>
                  </a:lnTo>
                  <a:lnTo>
                    <a:pt x="914226" y="67287"/>
                  </a:lnTo>
                  <a:lnTo>
                    <a:pt x="917371" y="84977"/>
                  </a:lnTo>
                  <a:lnTo>
                    <a:pt x="917003" y="103205"/>
                  </a:lnTo>
                  <a:lnTo>
                    <a:pt x="895509" y="152187"/>
                  </a:lnTo>
                  <a:lnTo>
                    <a:pt x="242195" y="667306"/>
                  </a:lnTo>
                  <a:lnTo>
                    <a:pt x="882301" y="1169771"/>
                  </a:lnTo>
                  <a:lnTo>
                    <a:pt x="913057" y="1213590"/>
                  </a:lnTo>
                  <a:lnTo>
                    <a:pt x="917371" y="1249634"/>
                  </a:lnTo>
                  <a:lnTo>
                    <a:pt x="914226" y="1267312"/>
                  </a:lnTo>
                  <a:lnTo>
                    <a:pt x="909445" y="1279483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6522189" y="1"/>
            <a:ext cx="1765300" cy="1995170"/>
            <a:chOff x="16522189" y="1"/>
            <a:chExt cx="1765300" cy="1995170"/>
          </a:xfrm>
        </p:grpSpPr>
        <p:sp>
          <p:nvSpPr>
            <p:cNvPr id="13" name="object 13"/>
            <p:cNvSpPr/>
            <p:nvPr/>
          </p:nvSpPr>
          <p:spPr>
            <a:xfrm>
              <a:off x="17397597" y="340962"/>
              <a:ext cx="862330" cy="1279525"/>
            </a:xfrm>
            <a:custGeom>
              <a:avLst/>
              <a:gdLst/>
              <a:ahLst/>
              <a:cxnLst/>
              <a:rect l="l" t="t" r="r" b="b"/>
              <a:pathLst>
                <a:path w="862330" h="1279525">
                  <a:moveTo>
                    <a:pt x="64444" y="1279483"/>
                  </a:moveTo>
                  <a:lnTo>
                    <a:pt x="23819" y="1265248"/>
                  </a:lnTo>
                  <a:lnTo>
                    <a:pt x="1807" y="1231872"/>
                  </a:lnTo>
                  <a:lnTo>
                    <a:pt x="0" y="1207109"/>
                  </a:lnTo>
                  <a:lnTo>
                    <a:pt x="7620" y="1183442"/>
                  </a:lnTo>
                  <a:lnTo>
                    <a:pt x="24327" y="1163817"/>
                  </a:lnTo>
                  <a:lnTo>
                    <a:pt x="692062" y="639741"/>
                  </a:lnTo>
                  <a:lnTo>
                    <a:pt x="24327" y="115554"/>
                  </a:lnTo>
                  <a:lnTo>
                    <a:pt x="7620" y="95993"/>
                  </a:lnTo>
                  <a:lnTo>
                    <a:pt x="0" y="72359"/>
                  </a:lnTo>
                  <a:lnTo>
                    <a:pt x="1807" y="47609"/>
                  </a:lnTo>
                  <a:lnTo>
                    <a:pt x="23819" y="14187"/>
                  </a:lnTo>
                  <a:lnTo>
                    <a:pt x="64444" y="0"/>
                  </a:lnTo>
                  <a:lnTo>
                    <a:pt x="75219" y="899"/>
                  </a:lnTo>
                  <a:lnTo>
                    <a:pt x="837169" y="588800"/>
                  </a:lnTo>
                  <a:lnTo>
                    <a:pt x="860170" y="625114"/>
                  </a:lnTo>
                  <a:lnTo>
                    <a:pt x="861814" y="639741"/>
                  </a:lnTo>
                  <a:lnTo>
                    <a:pt x="860169" y="654366"/>
                  </a:lnTo>
                  <a:lnTo>
                    <a:pt x="837059" y="690572"/>
                  </a:lnTo>
                  <a:lnTo>
                    <a:pt x="104561" y="1265589"/>
                  </a:lnTo>
                  <a:lnTo>
                    <a:pt x="75219" y="1278583"/>
                  </a:lnTo>
                  <a:lnTo>
                    <a:pt x="64444" y="1279483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370162" y="313397"/>
              <a:ext cx="916940" cy="1334770"/>
            </a:xfrm>
            <a:custGeom>
              <a:avLst/>
              <a:gdLst/>
              <a:ahLst/>
              <a:cxnLst/>
              <a:rect l="l" t="t" r="r" b="b"/>
              <a:pathLst>
                <a:path w="916940" h="1334770">
                  <a:moveTo>
                    <a:pt x="91880" y="1334614"/>
                  </a:moveTo>
                  <a:lnTo>
                    <a:pt x="51458" y="1325365"/>
                  </a:lnTo>
                  <a:lnTo>
                    <a:pt x="19160" y="1299330"/>
                  </a:lnTo>
                  <a:lnTo>
                    <a:pt x="0" y="1231367"/>
                  </a:lnTo>
                  <a:lnTo>
                    <a:pt x="10846" y="1197659"/>
                  </a:lnTo>
                  <a:lnTo>
                    <a:pt x="34632" y="1169772"/>
                  </a:lnTo>
                  <a:lnTo>
                    <a:pt x="674739" y="667306"/>
                  </a:lnTo>
                  <a:lnTo>
                    <a:pt x="34632" y="164841"/>
                  </a:lnTo>
                  <a:lnTo>
                    <a:pt x="10846" y="136906"/>
                  </a:lnTo>
                  <a:lnTo>
                    <a:pt x="0" y="103191"/>
                  </a:lnTo>
                  <a:lnTo>
                    <a:pt x="2602" y="67885"/>
                  </a:lnTo>
                  <a:lnTo>
                    <a:pt x="33973" y="20234"/>
                  </a:lnTo>
                  <a:lnTo>
                    <a:pt x="70975" y="2348"/>
                  </a:lnTo>
                  <a:lnTo>
                    <a:pt x="91880" y="0"/>
                  </a:lnTo>
                  <a:lnTo>
                    <a:pt x="107259" y="1285"/>
                  </a:lnTo>
                  <a:lnTo>
                    <a:pt x="122161" y="5072"/>
                  </a:lnTo>
                  <a:lnTo>
                    <a:pt x="136235" y="11257"/>
                  </a:lnTo>
                  <a:lnTo>
                    <a:pt x="149127" y="19737"/>
                  </a:lnTo>
                  <a:lnTo>
                    <a:pt x="194221" y="55130"/>
                  </a:lnTo>
                  <a:lnTo>
                    <a:pt x="91876" y="55131"/>
                  </a:lnTo>
                  <a:lnTo>
                    <a:pt x="83713" y="56033"/>
                  </a:lnTo>
                  <a:lnTo>
                    <a:pt x="55929" y="82465"/>
                  </a:lnTo>
                  <a:lnTo>
                    <a:pt x="54870" y="96699"/>
                  </a:lnTo>
                  <a:lnTo>
                    <a:pt x="59220" y="110272"/>
                  </a:lnTo>
                  <a:lnTo>
                    <a:pt x="68782" y="121508"/>
                  </a:lnTo>
                  <a:lnTo>
                    <a:pt x="764146" y="667306"/>
                  </a:lnTo>
                  <a:lnTo>
                    <a:pt x="68782" y="1213104"/>
                  </a:lnTo>
                  <a:lnTo>
                    <a:pt x="59221" y="1224339"/>
                  </a:lnTo>
                  <a:lnTo>
                    <a:pt x="54871" y="1237900"/>
                  </a:lnTo>
                  <a:lnTo>
                    <a:pt x="55929" y="1252101"/>
                  </a:lnTo>
                  <a:lnTo>
                    <a:pt x="83667" y="1278578"/>
                  </a:lnTo>
                  <a:lnTo>
                    <a:pt x="91880" y="1279482"/>
                  </a:lnTo>
                  <a:lnTo>
                    <a:pt x="194111" y="1279482"/>
                  </a:lnTo>
                  <a:lnTo>
                    <a:pt x="149016" y="1314877"/>
                  </a:lnTo>
                  <a:lnTo>
                    <a:pt x="136141" y="1323310"/>
                  </a:lnTo>
                  <a:lnTo>
                    <a:pt x="122106" y="1329500"/>
                  </a:lnTo>
                  <a:lnTo>
                    <a:pt x="107241" y="1333313"/>
                  </a:lnTo>
                  <a:lnTo>
                    <a:pt x="91880" y="1334614"/>
                  </a:lnTo>
                  <a:close/>
                </a:path>
                <a:path w="916940" h="1334770">
                  <a:moveTo>
                    <a:pt x="194111" y="1279482"/>
                  </a:moveTo>
                  <a:lnTo>
                    <a:pt x="99947" y="1279482"/>
                  </a:lnTo>
                  <a:lnTo>
                    <a:pt x="108125" y="1276946"/>
                  </a:lnTo>
                  <a:lnTo>
                    <a:pt x="114867" y="1271543"/>
                  </a:lnTo>
                  <a:lnTo>
                    <a:pt x="847475" y="696526"/>
                  </a:lnTo>
                  <a:lnTo>
                    <a:pt x="861621" y="667306"/>
                  </a:lnTo>
                  <a:lnTo>
                    <a:pt x="860669" y="658896"/>
                  </a:lnTo>
                  <a:lnTo>
                    <a:pt x="857905" y="651043"/>
                  </a:lnTo>
                  <a:lnTo>
                    <a:pt x="853462" y="644017"/>
                  </a:lnTo>
                  <a:lnTo>
                    <a:pt x="847475" y="638087"/>
                  </a:lnTo>
                  <a:lnTo>
                    <a:pt x="114867" y="63070"/>
                  </a:lnTo>
                  <a:lnTo>
                    <a:pt x="108125" y="57667"/>
                  </a:lnTo>
                  <a:lnTo>
                    <a:pt x="99947" y="55131"/>
                  </a:lnTo>
                  <a:lnTo>
                    <a:pt x="91880" y="55131"/>
                  </a:lnTo>
                  <a:lnTo>
                    <a:pt x="194221" y="55131"/>
                  </a:lnTo>
                  <a:lnTo>
                    <a:pt x="881735" y="594754"/>
                  </a:lnTo>
                  <a:lnTo>
                    <a:pt x="907679" y="627020"/>
                  </a:lnTo>
                  <a:lnTo>
                    <a:pt x="916879" y="667307"/>
                  </a:lnTo>
                  <a:lnTo>
                    <a:pt x="914525" y="688163"/>
                  </a:lnTo>
                  <a:lnTo>
                    <a:pt x="907665" y="707635"/>
                  </a:lnTo>
                  <a:lnTo>
                    <a:pt x="896598" y="725081"/>
                  </a:lnTo>
                  <a:lnTo>
                    <a:pt x="881625" y="739859"/>
                  </a:lnTo>
                  <a:lnTo>
                    <a:pt x="194111" y="1279482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549791" y="1"/>
              <a:ext cx="845819" cy="1967864"/>
            </a:xfrm>
            <a:custGeom>
              <a:avLst/>
              <a:gdLst/>
              <a:ahLst/>
              <a:cxnLst/>
              <a:rect l="l" t="t" r="r" b="b"/>
              <a:pathLst>
                <a:path w="845819" h="1967864">
                  <a:moveTo>
                    <a:pt x="64928" y="1967439"/>
                  </a:moveTo>
                  <a:lnTo>
                    <a:pt x="56860" y="1967439"/>
                  </a:lnTo>
                  <a:lnTo>
                    <a:pt x="49013" y="1965895"/>
                  </a:lnTo>
                  <a:lnTo>
                    <a:pt x="11861" y="1939956"/>
                  </a:lnTo>
                  <a:lnTo>
                    <a:pt x="0" y="1904176"/>
                  </a:lnTo>
                  <a:lnTo>
                    <a:pt x="949" y="1891634"/>
                  </a:lnTo>
                  <a:lnTo>
                    <a:pt x="719843" y="35314"/>
                  </a:lnTo>
                  <a:lnTo>
                    <a:pt x="743728" y="5378"/>
                  </a:lnTo>
                  <a:lnTo>
                    <a:pt x="754763" y="0"/>
                  </a:lnTo>
                  <a:lnTo>
                    <a:pt x="806370" y="0"/>
                  </a:lnTo>
                  <a:lnTo>
                    <a:pt x="825472" y="12230"/>
                  </a:lnTo>
                  <a:lnTo>
                    <a:pt x="839670" y="32627"/>
                  </a:lnTo>
                  <a:lnTo>
                    <a:pt x="845206" y="56848"/>
                  </a:lnTo>
                  <a:lnTo>
                    <a:pt x="840858" y="82176"/>
                  </a:lnTo>
                  <a:lnTo>
                    <a:pt x="125490" y="1926091"/>
                  </a:lnTo>
                  <a:lnTo>
                    <a:pt x="101550" y="1956027"/>
                  </a:lnTo>
                  <a:lnTo>
                    <a:pt x="64928" y="1967439"/>
                  </a:lnTo>
                  <a:close/>
                </a:path>
              </a:pathLst>
            </a:custGeom>
            <a:solidFill>
              <a:srgbClr val="6D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522189" y="1"/>
              <a:ext cx="900430" cy="1995170"/>
            </a:xfrm>
            <a:custGeom>
              <a:avLst/>
              <a:gdLst/>
              <a:ahLst/>
              <a:cxnLst/>
              <a:rect l="l" t="t" r="r" b="b"/>
              <a:pathLst>
                <a:path w="900430" h="1995170">
                  <a:moveTo>
                    <a:pt x="92529" y="1995005"/>
                  </a:moveTo>
                  <a:lnTo>
                    <a:pt x="42810" y="1980547"/>
                  </a:lnTo>
                  <a:lnTo>
                    <a:pt x="7874" y="1939984"/>
                  </a:lnTo>
                  <a:lnTo>
                    <a:pt x="0" y="1904810"/>
                  </a:lnTo>
                  <a:lnTo>
                    <a:pt x="1346" y="1886893"/>
                  </a:lnTo>
                  <a:lnTo>
                    <a:pt x="6216" y="1869306"/>
                  </a:lnTo>
                  <a:lnTo>
                    <a:pt x="721694" y="25391"/>
                  </a:lnTo>
                  <a:lnTo>
                    <a:pt x="735567" y="1335"/>
                  </a:lnTo>
                  <a:lnTo>
                    <a:pt x="737009" y="0"/>
                  </a:lnTo>
                  <a:lnTo>
                    <a:pt x="877553" y="0"/>
                  </a:lnTo>
                  <a:lnTo>
                    <a:pt x="892524" y="21435"/>
                  </a:lnTo>
                  <a:lnTo>
                    <a:pt x="807896" y="21532"/>
                  </a:lnTo>
                  <a:lnTo>
                    <a:pt x="796988" y="23175"/>
                  </a:lnTo>
                  <a:lnTo>
                    <a:pt x="57827" y="1889263"/>
                  </a:lnTo>
                  <a:lnTo>
                    <a:pt x="55267" y="1903783"/>
                  </a:lnTo>
                  <a:lnTo>
                    <a:pt x="58407" y="1917683"/>
                  </a:lnTo>
                  <a:lnTo>
                    <a:pt x="66561" y="1929392"/>
                  </a:lnTo>
                  <a:lnTo>
                    <a:pt x="79046" y="1937338"/>
                  </a:lnTo>
                  <a:lnTo>
                    <a:pt x="83466" y="1939102"/>
                  </a:lnTo>
                  <a:lnTo>
                    <a:pt x="87997" y="1939874"/>
                  </a:lnTo>
                  <a:lnTo>
                    <a:pt x="176610" y="1939874"/>
                  </a:lnTo>
                  <a:lnTo>
                    <a:pt x="164904" y="1960117"/>
                  </a:lnTo>
                  <a:lnTo>
                    <a:pt x="144761" y="1978741"/>
                  </a:lnTo>
                  <a:lnTo>
                    <a:pt x="120080" y="1990750"/>
                  </a:lnTo>
                  <a:lnTo>
                    <a:pt x="92529" y="1995005"/>
                  </a:lnTo>
                  <a:close/>
                </a:path>
                <a:path w="900430" h="1995170">
                  <a:moveTo>
                    <a:pt x="176610" y="1939874"/>
                  </a:moveTo>
                  <a:lnTo>
                    <a:pt x="92529" y="1939874"/>
                  </a:lnTo>
                  <a:lnTo>
                    <a:pt x="103452" y="1938230"/>
                  </a:lnTo>
                  <a:lnTo>
                    <a:pt x="113361" y="1933506"/>
                  </a:lnTo>
                  <a:lnTo>
                    <a:pt x="121529" y="1926012"/>
                  </a:lnTo>
                  <a:lnTo>
                    <a:pt x="127230" y="1916057"/>
                  </a:lnTo>
                  <a:lnTo>
                    <a:pt x="842709" y="72142"/>
                  </a:lnTo>
                  <a:lnTo>
                    <a:pt x="845204" y="57575"/>
                  </a:lnTo>
                  <a:lnTo>
                    <a:pt x="842032" y="43681"/>
                  </a:lnTo>
                  <a:lnTo>
                    <a:pt x="833866" y="31998"/>
                  </a:lnTo>
                  <a:lnTo>
                    <a:pt x="821379" y="24068"/>
                  </a:lnTo>
                  <a:lnTo>
                    <a:pt x="816959" y="22414"/>
                  </a:lnTo>
                  <a:lnTo>
                    <a:pt x="812427" y="21532"/>
                  </a:lnTo>
                  <a:lnTo>
                    <a:pt x="892546" y="21532"/>
                  </a:lnTo>
                  <a:lnTo>
                    <a:pt x="900422" y="55966"/>
                  </a:lnTo>
                  <a:lnTo>
                    <a:pt x="894209" y="92100"/>
                  </a:lnTo>
                  <a:lnTo>
                    <a:pt x="178841" y="1936015"/>
                  </a:lnTo>
                  <a:lnTo>
                    <a:pt x="176610" y="1939874"/>
                  </a:lnTo>
                  <a:close/>
                </a:path>
              </a:pathLst>
            </a:custGeom>
            <a:solidFill>
              <a:srgbClr val="21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2059" y="4649089"/>
            <a:ext cx="3614420" cy="906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marR="5080" indent="-299720">
              <a:lnSpc>
                <a:spcPct val="115599"/>
              </a:lnSpc>
              <a:spcBef>
                <a:spcPts val="100"/>
              </a:spcBef>
            </a:pPr>
            <a:r>
              <a:rPr sz="2500" b="1" spc="180" dirty="0">
                <a:latin typeface="Trebuchet MS"/>
                <a:cs typeface="Trebuchet MS"/>
              </a:rPr>
              <a:t>Рисунок</a:t>
            </a:r>
            <a:r>
              <a:rPr sz="2500" b="1" spc="-130" dirty="0">
                <a:latin typeface="Trebuchet MS"/>
                <a:cs typeface="Trebuchet MS"/>
              </a:rPr>
              <a:t> </a:t>
            </a:r>
            <a:r>
              <a:rPr sz="2500" b="1" spc="-5" dirty="0">
                <a:latin typeface="Trebuchet MS"/>
                <a:cs typeface="Trebuchet MS"/>
              </a:rPr>
              <a:t>4</a:t>
            </a:r>
            <a:r>
              <a:rPr sz="2500" b="1" spc="-130" dirty="0">
                <a:latin typeface="Trebuchet MS"/>
                <a:cs typeface="Trebuchet MS"/>
              </a:rPr>
              <a:t> </a:t>
            </a:r>
            <a:r>
              <a:rPr sz="2500" b="1" spc="655" dirty="0">
                <a:latin typeface="Trebuchet MS"/>
                <a:cs typeface="Trebuchet MS"/>
              </a:rPr>
              <a:t>—</a:t>
            </a:r>
            <a:r>
              <a:rPr sz="2500" b="1" spc="-125" dirty="0">
                <a:latin typeface="Trebuchet MS"/>
                <a:cs typeface="Trebuchet MS"/>
              </a:rPr>
              <a:t> </a:t>
            </a:r>
            <a:r>
              <a:rPr sz="2500" b="1" spc="170" dirty="0">
                <a:latin typeface="Trebuchet MS"/>
                <a:cs typeface="Trebuchet MS"/>
              </a:rPr>
              <a:t>Главное </a:t>
            </a:r>
            <a:r>
              <a:rPr sz="2500" b="1" spc="-740" dirty="0">
                <a:latin typeface="Trebuchet MS"/>
                <a:cs typeface="Trebuchet MS"/>
              </a:rPr>
              <a:t> </a:t>
            </a:r>
            <a:r>
              <a:rPr sz="2500" b="1" spc="200" dirty="0">
                <a:latin typeface="Trebuchet MS"/>
                <a:cs typeface="Trebuchet MS"/>
              </a:rPr>
              <a:t>окно</a:t>
            </a:r>
            <a:r>
              <a:rPr sz="2500" b="1" spc="-120" dirty="0">
                <a:latin typeface="Trebuchet MS"/>
                <a:cs typeface="Trebuchet MS"/>
              </a:rPr>
              <a:t> </a:t>
            </a:r>
            <a:r>
              <a:rPr sz="2500" b="1" spc="204" dirty="0">
                <a:latin typeface="Trebuchet MS"/>
                <a:cs typeface="Trebuchet MS"/>
              </a:rPr>
              <a:t>при</a:t>
            </a:r>
            <a:r>
              <a:rPr sz="2500" b="1" spc="-120" dirty="0">
                <a:latin typeface="Trebuchet MS"/>
                <a:cs typeface="Trebuchet MS"/>
              </a:rPr>
              <a:t> </a:t>
            </a:r>
            <a:r>
              <a:rPr sz="2500" b="1" spc="165" dirty="0">
                <a:latin typeface="Trebuchet MS"/>
                <a:cs typeface="Trebuchet MS"/>
              </a:rPr>
              <a:t>запуске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78697" y="6646951"/>
            <a:ext cx="443293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2494" marR="5080" indent="-900430">
              <a:lnSpc>
                <a:spcPct val="116399"/>
              </a:lnSpc>
              <a:spcBef>
                <a:spcPts val="95"/>
              </a:spcBef>
            </a:pPr>
            <a:r>
              <a:rPr sz="2700" b="1" spc="204" dirty="0">
                <a:latin typeface="Trebuchet MS"/>
                <a:cs typeface="Trebuchet MS"/>
              </a:rPr>
              <a:t>Рисунок</a:t>
            </a:r>
            <a:r>
              <a:rPr sz="2700" b="1" spc="-125" dirty="0">
                <a:latin typeface="Trebuchet MS"/>
                <a:cs typeface="Trebuchet MS"/>
              </a:rPr>
              <a:t> </a:t>
            </a:r>
            <a:r>
              <a:rPr sz="2700" b="1" spc="5" dirty="0">
                <a:latin typeface="Trebuchet MS"/>
                <a:cs typeface="Trebuchet MS"/>
              </a:rPr>
              <a:t>5</a:t>
            </a:r>
            <a:r>
              <a:rPr sz="2700" b="1" spc="-120" dirty="0">
                <a:latin typeface="Trebuchet MS"/>
                <a:cs typeface="Trebuchet MS"/>
              </a:rPr>
              <a:t> </a:t>
            </a:r>
            <a:r>
              <a:rPr sz="2700" b="1" spc="730" dirty="0">
                <a:latin typeface="Trebuchet MS"/>
                <a:cs typeface="Trebuchet MS"/>
              </a:rPr>
              <a:t>—</a:t>
            </a:r>
            <a:r>
              <a:rPr sz="2700" b="1" spc="-120" dirty="0">
                <a:latin typeface="Trebuchet MS"/>
                <a:cs typeface="Trebuchet MS"/>
              </a:rPr>
              <a:t> </a:t>
            </a:r>
            <a:r>
              <a:rPr sz="2700" b="1" spc="250" dirty="0">
                <a:latin typeface="Trebuchet MS"/>
                <a:cs typeface="Trebuchet MS"/>
              </a:rPr>
              <a:t>Форма</a:t>
            </a:r>
            <a:r>
              <a:rPr sz="2700" b="1" spc="-120" dirty="0">
                <a:latin typeface="Trebuchet MS"/>
                <a:cs typeface="Trebuchet MS"/>
              </a:rPr>
              <a:t> </a:t>
            </a:r>
            <a:r>
              <a:rPr sz="2700" b="1" spc="215" dirty="0">
                <a:latin typeface="Trebuchet MS"/>
                <a:cs typeface="Trebuchet MS"/>
              </a:rPr>
              <a:t>для </a:t>
            </a:r>
            <a:r>
              <a:rPr sz="2700" b="1" spc="-795" dirty="0">
                <a:latin typeface="Trebuchet MS"/>
                <a:cs typeface="Trebuchet MS"/>
              </a:rPr>
              <a:t> </a:t>
            </a:r>
            <a:r>
              <a:rPr sz="2700" b="1" spc="204" dirty="0">
                <a:latin typeface="Trebuchet MS"/>
                <a:cs typeface="Trebuchet MS"/>
              </a:rPr>
              <a:t>пользователя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33024" y="9105900"/>
            <a:ext cx="441071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0395" marR="5080" indent="-608330">
              <a:lnSpc>
                <a:spcPct val="115700"/>
              </a:lnSpc>
              <a:spcBef>
                <a:spcPts val="100"/>
              </a:spcBef>
            </a:pPr>
            <a:r>
              <a:rPr sz="2700" b="1" spc="200" dirty="0">
                <a:latin typeface="Trebuchet MS"/>
                <a:cs typeface="Trebuchet MS"/>
              </a:rPr>
              <a:t>Рисунок</a:t>
            </a:r>
            <a:r>
              <a:rPr sz="2700" b="1" spc="-130" dirty="0">
                <a:latin typeface="Trebuchet MS"/>
                <a:cs typeface="Trebuchet MS"/>
              </a:rPr>
              <a:t> </a:t>
            </a:r>
            <a:r>
              <a:rPr sz="2700" b="1" dirty="0">
                <a:latin typeface="Trebuchet MS"/>
                <a:cs typeface="Trebuchet MS"/>
              </a:rPr>
              <a:t>5</a:t>
            </a:r>
            <a:r>
              <a:rPr sz="2700" b="1" spc="-125" dirty="0">
                <a:latin typeface="Trebuchet MS"/>
                <a:cs typeface="Trebuchet MS"/>
              </a:rPr>
              <a:t> </a:t>
            </a:r>
            <a:r>
              <a:rPr sz="2700" b="1" spc="715" dirty="0">
                <a:latin typeface="Trebuchet MS"/>
                <a:cs typeface="Trebuchet MS"/>
              </a:rPr>
              <a:t>—</a:t>
            </a:r>
            <a:r>
              <a:rPr sz="2700" b="1" spc="-130" dirty="0">
                <a:latin typeface="Trebuchet MS"/>
                <a:cs typeface="Trebuchet MS"/>
              </a:rPr>
              <a:t> </a:t>
            </a:r>
            <a:r>
              <a:rPr sz="2700" b="1" spc="245" dirty="0">
                <a:latin typeface="Trebuchet MS"/>
                <a:cs typeface="Trebuchet MS"/>
              </a:rPr>
              <a:t>Форма</a:t>
            </a:r>
            <a:r>
              <a:rPr sz="2700" b="1" spc="-125" dirty="0">
                <a:latin typeface="Trebuchet MS"/>
                <a:cs typeface="Trebuchet MS"/>
              </a:rPr>
              <a:t> </a:t>
            </a:r>
            <a:r>
              <a:rPr sz="2700" b="1" spc="210" dirty="0">
                <a:latin typeface="Trebuchet MS"/>
                <a:cs typeface="Trebuchet MS"/>
              </a:rPr>
              <a:t>для </a:t>
            </a:r>
            <a:r>
              <a:rPr sz="2700" b="1" spc="-800" dirty="0">
                <a:latin typeface="Trebuchet MS"/>
                <a:cs typeface="Trebuchet MS"/>
              </a:rPr>
              <a:t> </a:t>
            </a:r>
            <a:r>
              <a:rPr sz="2700" b="1" spc="240" dirty="0">
                <a:latin typeface="Trebuchet MS"/>
                <a:cs typeface="Trebuchet MS"/>
              </a:rPr>
              <a:t>администратора</a:t>
            </a:r>
            <a:endParaRPr sz="27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8" y="6748976"/>
            <a:ext cx="3531720" cy="3538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73928" y="2091038"/>
            <a:ext cx="720979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762250" algn="l"/>
                <a:tab pos="4601845" algn="l"/>
                <a:tab pos="5727700" algn="l"/>
              </a:tabLst>
            </a:pPr>
            <a:r>
              <a:rPr sz="4250" spc="-285" dirty="0">
                <a:latin typeface="Lucida Sans Unicode"/>
                <a:cs typeface="Lucida Sans Unicode"/>
              </a:rPr>
              <a:t>Д</a:t>
            </a:r>
            <a:r>
              <a:rPr sz="4250" spc="114" dirty="0">
                <a:latin typeface="Lucida Sans Unicode"/>
                <a:cs typeface="Lucida Sans Unicode"/>
              </a:rPr>
              <a:t>ж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85" dirty="0">
                <a:latin typeface="Lucida Sans Unicode"/>
                <a:cs typeface="Lucida Sans Unicode"/>
              </a:rPr>
              <a:t>й</a:t>
            </a:r>
            <a:r>
              <a:rPr sz="4250" spc="-125" dirty="0">
                <a:latin typeface="Lucida Sans Unicode"/>
                <a:cs typeface="Lucida Sans Unicode"/>
              </a:rPr>
              <a:t>с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65" dirty="0">
                <a:latin typeface="Lucida Sans Unicode"/>
                <a:cs typeface="Lucida Sans Unicode"/>
              </a:rPr>
              <a:t>н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5" dirty="0">
                <a:latin typeface="Times New Roman"/>
                <a:cs typeface="Times New Roman"/>
              </a:rPr>
              <a:t>V</a:t>
            </a:r>
            <a:r>
              <a:rPr sz="4250" spc="-25" dirty="0">
                <a:latin typeface="Times New Roman"/>
                <a:cs typeface="Times New Roman"/>
              </a:rPr>
              <a:t>i</a:t>
            </a:r>
            <a:r>
              <a:rPr sz="4250" spc="-10" dirty="0">
                <a:latin typeface="Times New Roman"/>
                <a:cs typeface="Times New Roman"/>
              </a:rPr>
              <a:t>s</a:t>
            </a:r>
            <a:r>
              <a:rPr sz="4250" spc="235" dirty="0">
                <a:latin typeface="Times New Roman"/>
                <a:cs typeface="Times New Roman"/>
              </a:rPr>
              <a:t>u</a:t>
            </a:r>
            <a:r>
              <a:rPr sz="4250" spc="250" dirty="0">
                <a:latin typeface="Times New Roman"/>
                <a:cs typeface="Times New Roman"/>
              </a:rPr>
              <a:t>a</a:t>
            </a:r>
            <a:r>
              <a:rPr sz="4250" spc="-20" dirty="0">
                <a:latin typeface="Times New Roman"/>
                <a:cs typeface="Times New Roman"/>
              </a:rPr>
              <a:t>l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240" dirty="0">
                <a:latin typeface="Times New Roman"/>
                <a:cs typeface="Times New Roman"/>
              </a:rPr>
              <a:t>C</a:t>
            </a:r>
            <a:r>
              <a:rPr sz="4250" spc="730" dirty="0">
                <a:latin typeface="Times New Roman"/>
                <a:cs typeface="Times New Roman"/>
              </a:rPr>
              <a:t>#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90" dirty="0">
                <a:latin typeface="Times New Roman"/>
                <a:cs typeface="Times New Roman"/>
              </a:rPr>
              <a:t>.</a:t>
            </a:r>
            <a:r>
              <a:rPr sz="4250" spc="450" dirty="0">
                <a:latin typeface="Times New Roman"/>
                <a:cs typeface="Times New Roman"/>
              </a:rPr>
              <a:t>N</a:t>
            </a:r>
            <a:r>
              <a:rPr sz="4250" spc="254" dirty="0">
                <a:latin typeface="Times New Roman"/>
                <a:cs typeface="Times New Roman"/>
              </a:rPr>
              <a:t>ET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29786" y="2091038"/>
            <a:ext cx="629729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08555" algn="l"/>
                <a:tab pos="6130925" algn="l"/>
              </a:tabLst>
            </a:pPr>
            <a:r>
              <a:rPr sz="4250" dirty="0">
                <a:latin typeface="Lucida Sans Unicode"/>
                <a:cs typeface="Lucida Sans Unicode"/>
              </a:rPr>
              <a:t>П</a:t>
            </a:r>
            <a:r>
              <a:rPr sz="4250" spc="-25" dirty="0">
                <a:latin typeface="Lucida Sans Unicode"/>
                <a:cs typeface="Lucida Sans Unicode"/>
              </a:rPr>
              <a:t>ол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45" dirty="0">
                <a:latin typeface="Lucida Sans Unicode"/>
                <a:cs typeface="Lucida Sans Unicode"/>
              </a:rPr>
              <a:t>е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-55" dirty="0">
                <a:latin typeface="Lucida Sans Unicode"/>
                <a:cs typeface="Lucida Sans Unicode"/>
              </a:rPr>
              <a:t>у</a:t>
            </a:r>
            <a:r>
              <a:rPr sz="4250" spc="-25" dirty="0">
                <a:latin typeface="Lucida Sans Unicode"/>
                <a:cs typeface="Lucida Sans Unicode"/>
              </a:rPr>
              <a:t>ко</a:t>
            </a:r>
            <a:r>
              <a:rPr sz="4250" spc="229" dirty="0">
                <a:latin typeface="Lucida Sans Unicode"/>
                <a:cs typeface="Lucida Sans Unicode"/>
              </a:rPr>
              <a:t>в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-375" dirty="0">
                <a:latin typeface="Lucida Sans Unicode"/>
                <a:cs typeface="Lucida Sans Unicode"/>
              </a:rPr>
              <a:t>д</a:t>
            </a:r>
            <a:r>
              <a:rPr sz="4250" spc="-125" dirty="0">
                <a:latin typeface="Lucida Sans Unicode"/>
                <a:cs typeface="Lucida Sans Unicode"/>
              </a:rPr>
              <a:t>с</a:t>
            </a:r>
            <a:r>
              <a:rPr sz="4250" spc="-70" dirty="0">
                <a:latin typeface="Lucida Sans Unicode"/>
                <a:cs typeface="Lucida Sans Unicode"/>
              </a:rPr>
              <a:t>т</a:t>
            </a:r>
            <a:r>
              <a:rPr sz="4250" spc="229" dirty="0">
                <a:latin typeface="Lucida Sans Unicode"/>
                <a:cs typeface="Lucida Sans Unicode"/>
              </a:rPr>
              <a:t>в</a:t>
            </a:r>
            <a:r>
              <a:rPr sz="4250" spc="-20" dirty="0">
                <a:latin typeface="Lucida Sans Unicode"/>
                <a:cs typeface="Lucida Sans Unicode"/>
              </a:rPr>
              <a:t>о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20" dirty="0">
                <a:latin typeface="Times New Roman"/>
                <a:cs typeface="Times New Roman"/>
              </a:rPr>
              <a:t>/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4008" y="2742174"/>
            <a:ext cx="645414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72740" algn="l"/>
                <a:tab pos="4644390" algn="l"/>
              </a:tabLst>
            </a:pPr>
            <a:r>
              <a:rPr sz="4250" spc="-5" dirty="0">
                <a:latin typeface="Lucida Sans Unicode"/>
                <a:cs typeface="Lucida Sans Unicode"/>
              </a:rPr>
              <a:t>Джейсон</a:t>
            </a:r>
            <a:r>
              <a:rPr sz="4250" spc="-5" dirty="0">
                <a:latin typeface="Times New Roman"/>
                <a:cs typeface="Times New Roman"/>
              </a:rPr>
              <a:t>,	</a:t>
            </a:r>
            <a:r>
              <a:rPr sz="4250" spc="85" dirty="0">
                <a:latin typeface="Lucida Sans Unicode"/>
                <a:cs typeface="Lucida Sans Unicode"/>
              </a:rPr>
              <a:t>Майк	</a:t>
            </a:r>
            <a:r>
              <a:rPr sz="4250" spc="-10" dirty="0">
                <a:latin typeface="Lucida Sans Unicode"/>
                <a:cs typeface="Lucida Sans Unicode"/>
              </a:rPr>
              <a:t>Прайс</a:t>
            </a:r>
            <a:r>
              <a:rPr sz="4250" spc="-10" dirty="0">
                <a:latin typeface="Times New Roman"/>
                <a:cs typeface="Times New Roman"/>
              </a:rPr>
              <a:t>;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7686" y="2742174"/>
            <a:ext cx="746252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4665" algn="l"/>
                <a:tab pos="3827779" algn="l"/>
                <a:tab pos="4344035" algn="l"/>
                <a:tab pos="5467985" algn="l"/>
              </a:tabLst>
            </a:pPr>
            <a:r>
              <a:rPr sz="4250" spc="95" dirty="0">
                <a:latin typeface="Times New Roman"/>
                <a:cs typeface="Times New Roman"/>
              </a:rPr>
              <a:t>,	</a:t>
            </a:r>
            <a:r>
              <a:rPr sz="4250" spc="75" dirty="0">
                <a:latin typeface="Lucida Sans Unicode"/>
                <a:cs typeface="Lucida Sans Unicode"/>
              </a:rPr>
              <a:t>Г</a:t>
            </a:r>
            <a:r>
              <a:rPr sz="4250" spc="50" dirty="0">
                <a:latin typeface="Lucida Sans Unicode"/>
                <a:cs typeface="Lucida Sans Unicode"/>
              </a:rPr>
              <a:t>а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-375" dirty="0">
                <a:latin typeface="Lucida Sans Unicode"/>
                <a:cs typeface="Lucida Sans Unicode"/>
              </a:rPr>
              <a:t>д</a:t>
            </a:r>
            <a:r>
              <a:rPr sz="4250" spc="-55" dirty="0">
                <a:latin typeface="Lucida Sans Unicode"/>
                <a:cs typeface="Lucida Sans Unicode"/>
              </a:rPr>
              <a:t>э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-25" dirty="0">
                <a:latin typeface="Lucida Sans Unicode"/>
                <a:cs typeface="Lucida Sans Unicode"/>
              </a:rPr>
              <a:t>ло</a:t>
            </a:r>
            <a:r>
              <a:rPr sz="4250" spc="85" dirty="0">
                <a:latin typeface="Lucida Sans Unicode"/>
                <a:cs typeface="Lucida Sans Unicode"/>
              </a:rPr>
              <a:t>й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0" dirty="0">
                <a:latin typeface="Times New Roman"/>
                <a:cs typeface="Times New Roman"/>
              </a:rPr>
              <a:t>-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220" dirty="0">
                <a:latin typeface="Lucida Sans Unicode"/>
                <a:cs typeface="Lucida Sans Unicode"/>
              </a:rPr>
              <a:t>М</a:t>
            </a:r>
            <a:r>
              <a:rPr sz="4250" spc="90" dirty="0">
                <a:latin typeface="Times New Roman"/>
                <a:cs typeface="Times New Roman"/>
              </a:rPr>
              <a:t>.</a:t>
            </a:r>
            <a:r>
              <a:rPr sz="4250" spc="-20" dirty="0">
                <a:latin typeface="Times New Roman"/>
                <a:cs typeface="Times New Roman"/>
              </a:rPr>
              <a:t>: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20" dirty="0">
                <a:latin typeface="Lucida Sans Unicode"/>
                <a:cs typeface="Lucida Sans Unicode"/>
              </a:rPr>
              <a:t>К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55" dirty="0">
                <a:latin typeface="Lucida Sans Unicode"/>
                <a:cs typeface="Lucida Sans Unicode"/>
              </a:rPr>
              <a:t>а</a:t>
            </a:r>
            <a:endParaRPr sz="4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4008" y="3393311"/>
            <a:ext cx="502412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20" dirty="0">
                <a:latin typeface="Lucida Sans Unicode"/>
                <a:cs typeface="Lucida Sans Unicode"/>
              </a:rPr>
              <a:t>Принт</a:t>
            </a:r>
            <a:r>
              <a:rPr sz="4250" spc="20" dirty="0">
                <a:latin typeface="Times New Roman"/>
                <a:cs typeface="Times New Roman"/>
              </a:rPr>
              <a:t>,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25" dirty="0">
                <a:latin typeface="Times New Roman"/>
                <a:cs typeface="Times New Roman"/>
              </a:rPr>
              <a:t>2019.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-</a:t>
            </a:r>
            <a:r>
              <a:rPr sz="4250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960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40" dirty="0">
                <a:latin typeface="Times New Roman"/>
                <a:cs typeface="Times New Roman"/>
              </a:rPr>
              <a:t>c.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2802" y="4044447"/>
            <a:ext cx="1334071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89785" algn="l"/>
                <a:tab pos="5638800" algn="l"/>
                <a:tab pos="7995920" algn="l"/>
                <a:tab pos="10415270" algn="l"/>
                <a:tab pos="12392025" algn="l"/>
              </a:tabLst>
            </a:pPr>
            <a:r>
              <a:rPr sz="4250" spc="45" dirty="0">
                <a:latin typeface="Lucida Sans Unicode"/>
                <a:cs typeface="Lucida Sans Unicode"/>
              </a:rPr>
              <a:t>Н</a:t>
            </a:r>
            <a:r>
              <a:rPr sz="4250" spc="85" dirty="0">
                <a:latin typeface="Lucida Sans Unicode"/>
                <a:cs typeface="Lucida Sans Unicode"/>
              </a:rPr>
              <a:t>и</a:t>
            </a:r>
            <a:r>
              <a:rPr sz="4250" spc="-25" dirty="0">
                <a:latin typeface="Lucida Sans Unicode"/>
                <a:cs typeface="Lucida Sans Unicode"/>
              </a:rPr>
              <a:t>к</a:t>
            </a:r>
            <a:r>
              <a:rPr sz="4250" spc="95" dirty="0">
                <a:latin typeface="Times New Roman"/>
                <a:cs typeface="Times New Roman"/>
              </a:rPr>
              <a:t>,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235" dirty="0">
                <a:latin typeface="Lucida Sans Unicode"/>
                <a:cs typeface="Lucida Sans Unicode"/>
              </a:rPr>
              <a:t>Р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-375" dirty="0">
                <a:latin typeface="Lucida Sans Unicode"/>
                <a:cs typeface="Lucida Sans Unicode"/>
              </a:rPr>
              <a:t>д</a:t>
            </a:r>
            <a:r>
              <a:rPr sz="4250" spc="-25" dirty="0">
                <a:latin typeface="Lucida Sans Unicode"/>
                <a:cs typeface="Lucida Sans Unicode"/>
              </a:rPr>
              <a:t>ол</a:t>
            </a:r>
            <a:r>
              <a:rPr sz="4250" spc="385" dirty="0">
                <a:latin typeface="Lucida Sans Unicode"/>
                <a:cs typeface="Lucida Sans Unicode"/>
              </a:rPr>
              <a:t>ь</a:t>
            </a:r>
            <a:r>
              <a:rPr sz="4250" spc="-325" dirty="0">
                <a:latin typeface="Lucida Sans Unicode"/>
                <a:cs typeface="Lucida Sans Unicode"/>
              </a:rPr>
              <a:t>ф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5" dirty="0">
                <a:latin typeface="Times New Roman"/>
                <a:cs typeface="Times New Roman"/>
              </a:rPr>
              <a:t>V</a:t>
            </a:r>
            <a:r>
              <a:rPr sz="4250" spc="-25" dirty="0">
                <a:latin typeface="Times New Roman"/>
                <a:cs typeface="Times New Roman"/>
              </a:rPr>
              <a:t>i</a:t>
            </a:r>
            <a:r>
              <a:rPr sz="4250" spc="-10" dirty="0">
                <a:latin typeface="Times New Roman"/>
                <a:cs typeface="Times New Roman"/>
              </a:rPr>
              <a:t>s</a:t>
            </a:r>
            <a:r>
              <a:rPr sz="4250" spc="235" dirty="0">
                <a:latin typeface="Times New Roman"/>
                <a:cs typeface="Times New Roman"/>
              </a:rPr>
              <a:t>u</a:t>
            </a:r>
            <a:r>
              <a:rPr sz="4250" spc="250" dirty="0">
                <a:latin typeface="Times New Roman"/>
                <a:cs typeface="Times New Roman"/>
              </a:rPr>
              <a:t>a</a:t>
            </a:r>
            <a:r>
              <a:rPr sz="4250" spc="-20" dirty="0">
                <a:latin typeface="Times New Roman"/>
                <a:cs typeface="Times New Roman"/>
              </a:rPr>
              <a:t>l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-5" dirty="0">
                <a:latin typeface="Times New Roman"/>
                <a:cs typeface="Times New Roman"/>
              </a:rPr>
              <a:t>S</a:t>
            </a:r>
            <a:r>
              <a:rPr sz="4250" spc="240" dirty="0">
                <a:latin typeface="Times New Roman"/>
                <a:cs typeface="Times New Roman"/>
              </a:rPr>
              <a:t>t</a:t>
            </a:r>
            <a:r>
              <a:rPr sz="4250" spc="235" dirty="0">
                <a:latin typeface="Times New Roman"/>
                <a:cs typeface="Times New Roman"/>
              </a:rPr>
              <a:t>ud</a:t>
            </a:r>
            <a:r>
              <a:rPr sz="4250" spc="-25" dirty="0">
                <a:latin typeface="Times New Roman"/>
                <a:cs typeface="Times New Roman"/>
              </a:rPr>
              <a:t>i</a:t>
            </a:r>
            <a:r>
              <a:rPr sz="4250" spc="240" dirty="0">
                <a:latin typeface="Times New Roman"/>
                <a:cs typeface="Times New Roman"/>
              </a:rPr>
              <a:t>o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0" dirty="0">
                <a:latin typeface="Times New Roman"/>
                <a:cs typeface="Times New Roman"/>
              </a:rPr>
              <a:t>201</a:t>
            </a:r>
            <a:r>
              <a:rPr sz="4250" spc="15" dirty="0">
                <a:latin typeface="Times New Roman"/>
                <a:cs typeface="Times New Roman"/>
              </a:rPr>
              <a:t>0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-375" dirty="0">
                <a:latin typeface="Lucida Sans Unicode"/>
                <a:cs typeface="Lucida Sans Unicode"/>
              </a:rPr>
              <a:t>д</a:t>
            </a:r>
            <a:r>
              <a:rPr sz="4250" spc="-25" dirty="0">
                <a:latin typeface="Lucida Sans Unicode"/>
                <a:cs typeface="Lucida Sans Unicode"/>
              </a:rPr>
              <a:t>л</a:t>
            </a:r>
            <a:r>
              <a:rPr sz="4250" spc="225" dirty="0">
                <a:latin typeface="Lucida Sans Unicode"/>
                <a:cs typeface="Lucida Sans Unicode"/>
              </a:rPr>
              <a:t>я</a:t>
            </a:r>
            <a:endParaRPr sz="4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4008" y="4695583"/>
            <a:ext cx="14227810" cy="1329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86350" algn="l"/>
                <a:tab pos="9340850" algn="l"/>
                <a:tab pos="9725025" algn="l"/>
                <a:tab pos="10716260" algn="l"/>
              </a:tabLst>
            </a:pPr>
            <a:r>
              <a:rPr sz="4250" spc="-20" dirty="0">
                <a:latin typeface="Lucida Sans Unicode"/>
                <a:cs typeface="Lucida Sans Unicode"/>
              </a:rPr>
              <a:t>профессионалов</a:t>
            </a:r>
            <a:r>
              <a:rPr sz="4250" spc="275" dirty="0">
                <a:latin typeface="Lucida Sans Unicode"/>
                <a:cs typeface="Lucida Sans Unicode"/>
              </a:rPr>
              <a:t> </a:t>
            </a:r>
            <a:r>
              <a:rPr sz="4250" spc="20" dirty="0">
                <a:latin typeface="Times New Roman"/>
                <a:cs typeface="Times New Roman"/>
              </a:rPr>
              <a:t>/	</a:t>
            </a:r>
            <a:r>
              <a:rPr sz="4250" spc="-5" dirty="0">
                <a:latin typeface="Lucida Sans Unicode"/>
                <a:cs typeface="Lucida Sans Unicode"/>
              </a:rPr>
              <a:t>Рендольф</a:t>
            </a:r>
            <a:r>
              <a:rPr sz="4250" spc="270" dirty="0">
                <a:latin typeface="Lucida Sans Unicode"/>
                <a:cs typeface="Lucida Sans Unicode"/>
              </a:rPr>
              <a:t> </a:t>
            </a:r>
            <a:r>
              <a:rPr sz="4250" spc="50" dirty="0">
                <a:latin typeface="Lucida Sans Unicode"/>
                <a:cs typeface="Lucida Sans Unicode"/>
              </a:rPr>
              <a:t>Ник</a:t>
            </a:r>
            <a:r>
              <a:rPr sz="4250" spc="50" dirty="0">
                <a:latin typeface="Times New Roman"/>
                <a:cs typeface="Times New Roman"/>
              </a:rPr>
              <a:t>.	</a:t>
            </a:r>
            <a:r>
              <a:rPr sz="4250" spc="10" dirty="0">
                <a:latin typeface="Times New Roman"/>
                <a:cs typeface="Times New Roman"/>
              </a:rPr>
              <a:t>-	</a:t>
            </a:r>
            <a:r>
              <a:rPr sz="4250" spc="95" dirty="0">
                <a:latin typeface="Lucida Sans Unicode"/>
                <a:cs typeface="Lucida Sans Unicode"/>
              </a:rPr>
              <a:t>М</a:t>
            </a:r>
            <a:r>
              <a:rPr sz="4250" spc="95" dirty="0">
                <a:latin typeface="Times New Roman"/>
                <a:cs typeface="Times New Roman"/>
              </a:rPr>
              <a:t>.:	</a:t>
            </a:r>
            <a:r>
              <a:rPr sz="4250" spc="-10" dirty="0">
                <a:latin typeface="Lucida Sans Unicode"/>
                <a:cs typeface="Lucida Sans Unicode"/>
              </a:rPr>
              <a:t>Диалектика</a:t>
            </a:r>
            <a:r>
              <a:rPr sz="4250" spc="175" dirty="0">
                <a:latin typeface="Lucida Sans Unicode"/>
                <a:cs typeface="Lucida Sans Unicode"/>
              </a:rPr>
              <a:t> </a:t>
            </a:r>
            <a:r>
              <a:rPr sz="4250" spc="20" dirty="0">
                <a:latin typeface="Times New Roman"/>
                <a:cs typeface="Times New Roman"/>
              </a:rPr>
              <a:t>/</a:t>
            </a: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250" spc="135" dirty="0">
                <a:latin typeface="Lucida Sans Unicode"/>
                <a:cs typeface="Lucida Sans Unicode"/>
              </a:rPr>
              <a:t>Вильямс</a:t>
            </a:r>
            <a:r>
              <a:rPr sz="4250" spc="135" dirty="0">
                <a:latin typeface="Times New Roman"/>
                <a:cs typeface="Times New Roman"/>
              </a:rPr>
              <a:t>,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25" dirty="0">
                <a:latin typeface="Times New Roman"/>
                <a:cs typeface="Times New Roman"/>
              </a:rPr>
              <a:t>2018.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-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307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40" dirty="0">
                <a:latin typeface="Times New Roman"/>
                <a:cs typeface="Times New Roman"/>
              </a:rPr>
              <a:t>c.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6364" y="5997856"/>
            <a:ext cx="13714094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49880" algn="l"/>
                <a:tab pos="5247640" algn="l"/>
                <a:tab pos="8816340" algn="l"/>
                <a:tab pos="12766040" algn="l"/>
              </a:tabLst>
            </a:pPr>
            <a:r>
              <a:rPr sz="4250" dirty="0">
                <a:latin typeface="Lucida Sans Unicode"/>
                <a:cs typeface="Lucida Sans Unicode"/>
              </a:rPr>
              <a:t>П</a:t>
            </a:r>
            <a:r>
              <a:rPr sz="4250" spc="-55" dirty="0">
                <a:latin typeface="Lucida Sans Unicode"/>
                <a:cs typeface="Lucida Sans Unicode"/>
              </a:rPr>
              <a:t>у</a:t>
            </a:r>
            <a:r>
              <a:rPr sz="4250" spc="-250" dirty="0">
                <a:latin typeface="Lucida Sans Unicode"/>
                <a:cs typeface="Lucida Sans Unicode"/>
              </a:rPr>
              <a:t>г</a:t>
            </a:r>
            <a:r>
              <a:rPr sz="4250" spc="50" dirty="0">
                <a:latin typeface="Lucida Sans Unicode"/>
                <a:cs typeface="Lucida Sans Unicode"/>
              </a:rPr>
              <a:t>а</a:t>
            </a:r>
            <a:r>
              <a:rPr sz="4250" spc="395" dirty="0">
                <a:latin typeface="Lucida Sans Unicode"/>
                <a:cs typeface="Lucida Sans Unicode"/>
              </a:rPr>
              <a:t>ч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229" dirty="0">
                <a:latin typeface="Lucida Sans Unicode"/>
                <a:cs typeface="Lucida Sans Unicode"/>
              </a:rPr>
              <a:t>в</a:t>
            </a:r>
            <a:r>
              <a:rPr sz="4250" spc="95" dirty="0">
                <a:latin typeface="Times New Roman"/>
                <a:cs typeface="Times New Roman"/>
              </a:rPr>
              <a:t>,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-240" dirty="0">
                <a:latin typeface="Lucida Sans Unicode"/>
                <a:cs typeface="Lucida Sans Unicode"/>
              </a:rPr>
              <a:t>С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-250" dirty="0">
                <a:latin typeface="Lucida Sans Unicode"/>
                <a:cs typeface="Lucida Sans Unicode"/>
              </a:rPr>
              <a:t>г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90" dirty="0">
                <a:latin typeface="Lucida Sans Unicode"/>
                <a:cs typeface="Lucida Sans Unicode"/>
              </a:rPr>
              <a:t>й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235" dirty="0">
                <a:latin typeface="Lucida Sans Unicode"/>
                <a:cs typeface="Lucida Sans Unicode"/>
              </a:rPr>
              <a:t>Р</a:t>
            </a:r>
            <a:r>
              <a:rPr sz="4250" spc="50" dirty="0">
                <a:latin typeface="Lucida Sans Unicode"/>
                <a:cs typeface="Lucida Sans Unicode"/>
              </a:rPr>
              <a:t>аз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50" dirty="0">
                <a:latin typeface="Lucida Sans Unicode"/>
                <a:cs typeface="Lucida Sans Unicode"/>
              </a:rPr>
              <a:t>а</a:t>
            </a:r>
            <a:r>
              <a:rPr sz="4250" spc="25" dirty="0">
                <a:latin typeface="Lucida Sans Unicode"/>
                <a:cs typeface="Lucida Sans Unicode"/>
              </a:rPr>
              <a:t>б</a:t>
            </a:r>
            <a:r>
              <a:rPr sz="4250" spc="-25" dirty="0">
                <a:latin typeface="Lucida Sans Unicode"/>
                <a:cs typeface="Lucida Sans Unicode"/>
              </a:rPr>
              <a:t>о</a:t>
            </a:r>
            <a:r>
              <a:rPr sz="4250" spc="-70" dirty="0">
                <a:latin typeface="Lucida Sans Unicode"/>
                <a:cs typeface="Lucida Sans Unicode"/>
              </a:rPr>
              <a:t>т</a:t>
            </a:r>
            <a:r>
              <a:rPr sz="4250" spc="-25" dirty="0">
                <a:latin typeface="Lucida Sans Unicode"/>
                <a:cs typeface="Lucida Sans Unicode"/>
              </a:rPr>
              <a:t>к</a:t>
            </a:r>
            <a:r>
              <a:rPr sz="4250" spc="55" dirty="0">
                <a:latin typeface="Lucida Sans Unicode"/>
                <a:cs typeface="Lucida Sans Unicode"/>
              </a:rPr>
              <a:t>а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5" dirty="0">
                <a:latin typeface="Lucida Sans Unicode"/>
                <a:cs typeface="Lucida Sans Unicode"/>
              </a:rPr>
              <a:t>п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85" dirty="0">
                <a:latin typeface="Lucida Sans Unicode"/>
                <a:cs typeface="Lucida Sans Unicode"/>
              </a:rPr>
              <a:t>и</a:t>
            </a:r>
            <a:r>
              <a:rPr sz="4250" spc="-25" dirty="0">
                <a:latin typeface="Lucida Sans Unicode"/>
                <a:cs typeface="Lucida Sans Unicode"/>
              </a:rPr>
              <a:t>ло</a:t>
            </a:r>
            <a:r>
              <a:rPr sz="4250" spc="114" dirty="0">
                <a:latin typeface="Lucida Sans Unicode"/>
                <a:cs typeface="Lucida Sans Unicode"/>
              </a:rPr>
              <a:t>ж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85" dirty="0">
                <a:latin typeface="Lucida Sans Unicode"/>
                <a:cs typeface="Lucida Sans Unicode"/>
              </a:rPr>
              <a:t>и</a:t>
            </a:r>
            <a:r>
              <a:rPr sz="4250" spc="90" dirty="0">
                <a:latin typeface="Lucida Sans Unicode"/>
                <a:cs typeface="Lucida Sans Unicode"/>
              </a:rPr>
              <a:t>й</a:t>
            </a:r>
            <a:r>
              <a:rPr sz="4250" dirty="0">
                <a:latin typeface="Lucida Sans Unicode"/>
                <a:cs typeface="Lucida Sans Unicode"/>
              </a:rPr>
              <a:t>	</a:t>
            </a:r>
            <a:r>
              <a:rPr sz="4250" spc="-375" dirty="0">
                <a:latin typeface="Lucida Sans Unicode"/>
                <a:cs typeface="Lucida Sans Unicode"/>
              </a:rPr>
              <a:t>д</a:t>
            </a:r>
            <a:r>
              <a:rPr sz="4250" spc="-25" dirty="0">
                <a:latin typeface="Lucida Sans Unicode"/>
                <a:cs typeface="Lucida Sans Unicode"/>
              </a:rPr>
              <a:t>л</a:t>
            </a:r>
            <a:r>
              <a:rPr sz="4250" spc="225" dirty="0">
                <a:latin typeface="Lucida Sans Unicode"/>
                <a:cs typeface="Lucida Sans Unicode"/>
              </a:rPr>
              <a:t>я</a:t>
            </a:r>
            <a:endParaRPr sz="4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4008" y="6648993"/>
            <a:ext cx="14222730" cy="13296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  <a:tabLst>
                <a:tab pos="2423795" algn="l"/>
                <a:tab pos="2919730" algn="l"/>
                <a:tab pos="6584950" algn="l"/>
                <a:tab pos="6961505" algn="l"/>
                <a:tab pos="11603990" algn="l"/>
                <a:tab pos="12008485" algn="l"/>
                <a:tab pos="13020675" algn="l"/>
              </a:tabLst>
            </a:pPr>
            <a:r>
              <a:rPr sz="4250" spc="225" dirty="0">
                <a:latin typeface="Times New Roman"/>
                <a:cs typeface="Times New Roman"/>
              </a:rPr>
              <a:t>W</a:t>
            </a:r>
            <a:r>
              <a:rPr sz="4250" spc="-25" dirty="0">
                <a:latin typeface="Times New Roman"/>
                <a:cs typeface="Times New Roman"/>
              </a:rPr>
              <a:t>i</a:t>
            </a:r>
            <a:r>
              <a:rPr sz="4250" spc="235" dirty="0">
                <a:latin typeface="Times New Roman"/>
                <a:cs typeface="Times New Roman"/>
              </a:rPr>
              <a:t>ndo</a:t>
            </a:r>
            <a:r>
              <a:rPr sz="4250" spc="5" dirty="0">
                <a:latin typeface="Times New Roman"/>
                <a:cs typeface="Times New Roman"/>
              </a:rPr>
              <a:t>w</a:t>
            </a:r>
            <a:r>
              <a:rPr sz="4250" spc="-5" dirty="0">
                <a:latin typeface="Times New Roman"/>
                <a:cs typeface="Times New Roman"/>
              </a:rPr>
              <a:t>s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5" dirty="0">
                <a:latin typeface="Times New Roman"/>
                <a:cs typeface="Times New Roman"/>
              </a:rPr>
              <a:t>8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60" dirty="0">
                <a:latin typeface="Lucida Sans Unicode"/>
                <a:cs typeface="Lucida Sans Unicode"/>
              </a:rPr>
              <a:t>н</a:t>
            </a:r>
            <a:r>
              <a:rPr sz="4250" spc="55" dirty="0">
                <a:latin typeface="Lucida Sans Unicode"/>
                <a:cs typeface="Lucida Sans Unicode"/>
              </a:rPr>
              <a:t>а</a:t>
            </a:r>
            <a:r>
              <a:rPr sz="4250" spc="415" dirty="0">
                <a:latin typeface="Lucida Sans Unicode"/>
                <a:cs typeface="Lucida Sans Unicode"/>
              </a:rPr>
              <a:t> </a:t>
            </a:r>
            <a:r>
              <a:rPr sz="4250" spc="220" dirty="0">
                <a:latin typeface="Lucida Sans Unicode"/>
                <a:cs typeface="Lucida Sans Unicode"/>
              </a:rPr>
              <a:t>я</a:t>
            </a:r>
            <a:r>
              <a:rPr sz="4250" spc="50" dirty="0">
                <a:latin typeface="Lucida Sans Unicode"/>
                <a:cs typeface="Lucida Sans Unicode"/>
              </a:rPr>
              <a:t>з</a:t>
            </a:r>
            <a:r>
              <a:rPr sz="4250" spc="254" dirty="0">
                <a:latin typeface="Lucida Sans Unicode"/>
                <a:cs typeface="Lucida Sans Unicode"/>
              </a:rPr>
              <a:t>ы</a:t>
            </a:r>
            <a:r>
              <a:rPr sz="4250" spc="-25" dirty="0">
                <a:latin typeface="Lucida Sans Unicode"/>
                <a:cs typeface="Lucida Sans Unicode"/>
              </a:rPr>
              <a:t>к</a:t>
            </a:r>
            <a:r>
              <a:rPr sz="4250" spc="45" dirty="0">
                <a:latin typeface="Lucida Sans Unicode"/>
                <a:cs typeface="Lucida Sans Unicode"/>
              </a:rPr>
              <a:t>е</a:t>
            </a:r>
            <a:r>
              <a:rPr sz="4250" spc="415" dirty="0">
                <a:latin typeface="Lucida Sans Unicode"/>
                <a:cs typeface="Lucida Sans Unicode"/>
              </a:rPr>
              <a:t> </a:t>
            </a:r>
            <a:r>
              <a:rPr sz="4250" spc="240" dirty="0">
                <a:latin typeface="Times New Roman"/>
                <a:cs typeface="Times New Roman"/>
              </a:rPr>
              <a:t>C</a:t>
            </a:r>
            <a:r>
              <a:rPr sz="4250" spc="730" dirty="0">
                <a:latin typeface="Times New Roman"/>
                <a:cs typeface="Times New Roman"/>
              </a:rPr>
              <a:t>#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20" dirty="0">
                <a:latin typeface="Times New Roman"/>
                <a:cs typeface="Times New Roman"/>
              </a:rPr>
              <a:t>/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-240" dirty="0">
                <a:latin typeface="Lucida Sans Unicode"/>
                <a:cs typeface="Lucida Sans Unicode"/>
              </a:rPr>
              <a:t>С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-45" dirty="0">
                <a:latin typeface="Lucida Sans Unicode"/>
                <a:cs typeface="Lucida Sans Unicode"/>
              </a:rPr>
              <a:t>р</a:t>
            </a:r>
            <a:r>
              <a:rPr sz="4250" spc="-250" dirty="0">
                <a:latin typeface="Lucida Sans Unicode"/>
                <a:cs typeface="Lucida Sans Unicode"/>
              </a:rPr>
              <a:t>г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90" dirty="0">
                <a:latin typeface="Lucida Sans Unicode"/>
                <a:cs typeface="Lucida Sans Unicode"/>
              </a:rPr>
              <a:t>й</a:t>
            </a:r>
            <a:r>
              <a:rPr sz="4250" spc="415" dirty="0">
                <a:latin typeface="Lucida Sans Unicode"/>
                <a:cs typeface="Lucida Sans Unicode"/>
              </a:rPr>
              <a:t> </a:t>
            </a:r>
            <a:r>
              <a:rPr sz="4250" dirty="0">
                <a:latin typeface="Lucida Sans Unicode"/>
                <a:cs typeface="Lucida Sans Unicode"/>
              </a:rPr>
              <a:t>П</a:t>
            </a:r>
            <a:r>
              <a:rPr sz="4250" spc="-55" dirty="0">
                <a:latin typeface="Lucida Sans Unicode"/>
                <a:cs typeface="Lucida Sans Unicode"/>
              </a:rPr>
              <a:t>у</a:t>
            </a:r>
            <a:r>
              <a:rPr sz="4250" spc="-250" dirty="0">
                <a:latin typeface="Lucida Sans Unicode"/>
                <a:cs typeface="Lucida Sans Unicode"/>
              </a:rPr>
              <a:t>г</a:t>
            </a:r>
            <a:r>
              <a:rPr sz="4250" spc="50" dirty="0">
                <a:latin typeface="Lucida Sans Unicode"/>
                <a:cs typeface="Lucida Sans Unicode"/>
              </a:rPr>
              <a:t>а</a:t>
            </a:r>
            <a:r>
              <a:rPr sz="4250" spc="395" dirty="0">
                <a:latin typeface="Lucida Sans Unicode"/>
                <a:cs typeface="Lucida Sans Unicode"/>
              </a:rPr>
              <a:t>ч</a:t>
            </a:r>
            <a:r>
              <a:rPr sz="4250" spc="40" dirty="0">
                <a:latin typeface="Lucida Sans Unicode"/>
                <a:cs typeface="Lucida Sans Unicode"/>
              </a:rPr>
              <a:t>е</a:t>
            </a:r>
            <a:r>
              <a:rPr sz="4250" spc="229" dirty="0">
                <a:latin typeface="Lucida Sans Unicode"/>
                <a:cs typeface="Lucida Sans Unicode"/>
              </a:rPr>
              <a:t>в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0" dirty="0">
                <a:latin typeface="Times New Roman"/>
                <a:cs typeface="Times New Roman"/>
              </a:rPr>
              <a:t>-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220" dirty="0">
                <a:latin typeface="Lucida Sans Unicode"/>
                <a:cs typeface="Lucida Sans Unicode"/>
              </a:rPr>
              <a:t>М</a:t>
            </a:r>
            <a:r>
              <a:rPr sz="4250" spc="90" dirty="0">
                <a:latin typeface="Times New Roman"/>
                <a:cs typeface="Times New Roman"/>
              </a:rPr>
              <a:t>.</a:t>
            </a:r>
            <a:r>
              <a:rPr sz="4250" spc="-20" dirty="0">
                <a:latin typeface="Times New Roman"/>
                <a:cs typeface="Times New Roman"/>
              </a:rPr>
              <a:t>: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155" dirty="0">
                <a:latin typeface="Lucida Sans Unicode"/>
                <a:cs typeface="Lucida Sans Unicode"/>
              </a:rPr>
              <a:t>Б</a:t>
            </a:r>
            <a:r>
              <a:rPr sz="4250" spc="-155" dirty="0">
                <a:latin typeface="Lucida Sans Unicode"/>
                <a:cs typeface="Lucida Sans Unicode"/>
              </a:rPr>
              <a:t>Х</a:t>
            </a:r>
            <a:r>
              <a:rPr sz="4250" spc="335" dirty="0">
                <a:latin typeface="Lucida Sans Unicode"/>
                <a:cs typeface="Lucida Sans Unicode"/>
              </a:rPr>
              <a:t>В</a:t>
            </a:r>
            <a:r>
              <a:rPr sz="4250" spc="5" dirty="0">
                <a:latin typeface="Times New Roman"/>
                <a:cs typeface="Times New Roman"/>
              </a:rPr>
              <a:t>-  </a:t>
            </a:r>
            <a:r>
              <a:rPr sz="4250" spc="-25" dirty="0">
                <a:latin typeface="Lucida Sans Unicode"/>
                <a:cs typeface="Lucida Sans Unicode"/>
              </a:rPr>
              <a:t>Петербург</a:t>
            </a:r>
            <a:r>
              <a:rPr sz="4250" spc="-25" dirty="0">
                <a:latin typeface="Times New Roman"/>
                <a:cs typeface="Times New Roman"/>
              </a:rPr>
              <a:t>,</a:t>
            </a:r>
            <a:r>
              <a:rPr sz="4250" dirty="0">
                <a:latin typeface="Times New Roman"/>
                <a:cs typeface="Times New Roman"/>
              </a:rPr>
              <a:t> </a:t>
            </a:r>
            <a:r>
              <a:rPr sz="4250" spc="25" dirty="0">
                <a:latin typeface="Times New Roman"/>
                <a:cs typeface="Times New Roman"/>
              </a:rPr>
              <a:t>2018.</a:t>
            </a:r>
            <a:r>
              <a:rPr sz="4250" spc="5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-</a:t>
            </a:r>
            <a:r>
              <a:rPr sz="4250" spc="5" dirty="0">
                <a:latin typeface="Times New Roman"/>
                <a:cs typeface="Times New Roman"/>
              </a:rPr>
              <a:t> </a:t>
            </a:r>
            <a:r>
              <a:rPr sz="4250" spc="10" dirty="0">
                <a:latin typeface="Times New Roman"/>
                <a:cs typeface="Times New Roman"/>
              </a:rPr>
              <a:t>875</a:t>
            </a:r>
            <a:r>
              <a:rPr sz="4250" spc="5" dirty="0">
                <a:latin typeface="Times New Roman"/>
                <a:cs typeface="Times New Roman"/>
              </a:rPr>
              <a:t> </a:t>
            </a:r>
            <a:r>
              <a:rPr sz="4250" spc="40" dirty="0">
                <a:latin typeface="Times New Roman"/>
                <a:cs typeface="Times New Roman"/>
              </a:rPr>
              <a:t>c.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30280" y="2091038"/>
            <a:ext cx="445134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10" dirty="0">
                <a:latin typeface="Times New Roman"/>
                <a:cs typeface="Times New Roman"/>
              </a:rPr>
              <a:t>1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0280" y="4044447"/>
            <a:ext cx="445134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10" dirty="0">
                <a:latin typeface="Times New Roman"/>
                <a:cs typeface="Times New Roman"/>
              </a:rPr>
              <a:t>2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0280" y="5997856"/>
            <a:ext cx="445134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10" dirty="0">
                <a:latin typeface="Times New Roman"/>
                <a:cs typeface="Times New Roman"/>
              </a:rPr>
              <a:t>3</a:t>
            </a:r>
            <a:r>
              <a:rPr sz="4250" spc="95" dirty="0">
                <a:latin typeface="Times New Roman"/>
                <a:cs typeface="Times New Roman"/>
              </a:rPr>
              <a:t>.</a:t>
            </a:r>
            <a:endParaRPr sz="425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04604" y="107247"/>
            <a:ext cx="2438399" cy="2463799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270234" y="645227"/>
            <a:ext cx="1027176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00" spc="120" dirty="0">
                <a:solidFill>
                  <a:srgbClr val="000000"/>
                </a:solidFill>
              </a:rPr>
              <a:t>Список</a:t>
            </a:r>
            <a:r>
              <a:rPr sz="4400" spc="-150" dirty="0">
                <a:solidFill>
                  <a:srgbClr val="000000"/>
                </a:solidFill>
              </a:rPr>
              <a:t> </a:t>
            </a:r>
            <a:r>
              <a:rPr sz="4400" spc="130" dirty="0">
                <a:solidFill>
                  <a:srgbClr val="000000"/>
                </a:solidFill>
              </a:rPr>
              <a:t>использованных</a:t>
            </a:r>
            <a:r>
              <a:rPr sz="4400" spc="-150" dirty="0">
                <a:solidFill>
                  <a:srgbClr val="000000"/>
                </a:solidFill>
              </a:rPr>
              <a:t> </a:t>
            </a:r>
            <a:r>
              <a:rPr sz="4400" spc="280" dirty="0">
                <a:solidFill>
                  <a:srgbClr val="000000"/>
                </a:solidFill>
              </a:rPr>
              <a:t>источник</a:t>
            </a:r>
            <a:endParaRPr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27076" y="4799513"/>
            <a:ext cx="645160" cy="762000"/>
            <a:chOff x="10727076" y="4799513"/>
            <a:chExt cx="645160" cy="762000"/>
          </a:xfrm>
        </p:grpSpPr>
        <p:sp>
          <p:nvSpPr>
            <p:cNvPr id="3" name="object 3"/>
            <p:cNvSpPr/>
            <p:nvPr/>
          </p:nvSpPr>
          <p:spPr>
            <a:xfrm>
              <a:off x="10727068" y="4799520"/>
              <a:ext cx="556895" cy="757555"/>
            </a:xfrm>
            <a:custGeom>
              <a:avLst/>
              <a:gdLst/>
              <a:ahLst/>
              <a:cxnLst/>
              <a:rect l="l" t="t" r="r" b="b"/>
              <a:pathLst>
                <a:path w="556895" h="757554">
                  <a:moveTo>
                    <a:pt x="162648" y="199745"/>
                  </a:moveTo>
                  <a:lnTo>
                    <a:pt x="101688" y="215607"/>
                  </a:lnTo>
                  <a:lnTo>
                    <a:pt x="51511" y="250710"/>
                  </a:lnTo>
                  <a:lnTo>
                    <a:pt x="13830" y="306539"/>
                  </a:lnTo>
                  <a:lnTo>
                    <a:pt x="0" y="374904"/>
                  </a:lnTo>
                  <a:lnTo>
                    <a:pt x="0" y="411962"/>
                  </a:lnTo>
                  <a:lnTo>
                    <a:pt x="26390" y="411962"/>
                  </a:lnTo>
                  <a:lnTo>
                    <a:pt x="26390" y="374904"/>
                  </a:lnTo>
                  <a:lnTo>
                    <a:pt x="29425" y="344805"/>
                  </a:lnTo>
                  <a:lnTo>
                    <a:pt x="51904" y="291452"/>
                  </a:lnTo>
                  <a:lnTo>
                    <a:pt x="89738" y="252869"/>
                  </a:lnTo>
                  <a:lnTo>
                    <a:pt x="136385" y="230860"/>
                  </a:lnTo>
                  <a:lnTo>
                    <a:pt x="162636" y="226187"/>
                  </a:lnTo>
                  <a:lnTo>
                    <a:pt x="162648" y="199745"/>
                  </a:lnTo>
                  <a:close/>
                </a:path>
                <a:path w="556895" h="757554">
                  <a:moveTo>
                    <a:pt x="351688" y="581799"/>
                  </a:moveTo>
                  <a:lnTo>
                    <a:pt x="351675" y="438315"/>
                  </a:lnTo>
                  <a:lnTo>
                    <a:pt x="325297" y="438315"/>
                  </a:lnTo>
                  <a:lnTo>
                    <a:pt x="325297" y="581799"/>
                  </a:lnTo>
                  <a:lnTo>
                    <a:pt x="322262" y="611898"/>
                  </a:lnTo>
                  <a:lnTo>
                    <a:pt x="299783" y="665264"/>
                  </a:lnTo>
                  <a:lnTo>
                    <a:pt x="259384" y="705612"/>
                  </a:lnTo>
                  <a:lnTo>
                    <a:pt x="205968" y="728065"/>
                  </a:lnTo>
                  <a:lnTo>
                    <a:pt x="175844" y="731100"/>
                  </a:lnTo>
                  <a:lnTo>
                    <a:pt x="145707" y="728065"/>
                  </a:lnTo>
                  <a:lnTo>
                    <a:pt x="92290" y="705612"/>
                  </a:lnTo>
                  <a:lnTo>
                    <a:pt x="51904" y="665264"/>
                  </a:lnTo>
                  <a:lnTo>
                    <a:pt x="29425" y="611898"/>
                  </a:lnTo>
                  <a:lnTo>
                    <a:pt x="26390" y="581799"/>
                  </a:lnTo>
                  <a:lnTo>
                    <a:pt x="26390" y="438315"/>
                  </a:lnTo>
                  <a:lnTo>
                    <a:pt x="0" y="438315"/>
                  </a:lnTo>
                  <a:lnTo>
                    <a:pt x="0" y="581799"/>
                  </a:lnTo>
                  <a:lnTo>
                    <a:pt x="3568" y="617194"/>
                  </a:lnTo>
                  <a:lnTo>
                    <a:pt x="30048" y="680021"/>
                  </a:lnTo>
                  <a:lnTo>
                    <a:pt x="77520" y="727443"/>
                  </a:lnTo>
                  <a:lnTo>
                    <a:pt x="140398" y="753884"/>
                  </a:lnTo>
                  <a:lnTo>
                    <a:pt x="175818" y="757453"/>
                  </a:lnTo>
                  <a:lnTo>
                    <a:pt x="211264" y="753884"/>
                  </a:lnTo>
                  <a:lnTo>
                    <a:pt x="267436" y="731100"/>
                  </a:lnTo>
                  <a:lnTo>
                    <a:pt x="300177" y="706005"/>
                  </a:lnTo>
                  <a:lnTo>
                    <a:pt x="337858" y="650176"/>
                  </a:lnTo>
                  <a:lnTo>
                    <a:pt x="348107" y="617194"/>
                  </a:lnTo>
                  <a:lnTo>
                    <a:pt x="351688" y="581799"/>
                  </a:lnTo>
                  <a:close/>
                </a:path>
                <a:path w="556895" h="757554">
                  <a:moveTo>
                    <a:pt x="351688" y="374904"/>
                  </a:moveTo>
                  <a:lnTo>
                    <a:pt x="337858" y="306539"/>
                  </a:lnTo>
                  <a:lnTo>
                    <a:pt x="300177" y="250710"/>
                  </a:lnTo>
                  <a:lnTo>
                    <a:pt x="250012" y="215607"/>
                  </a:lnTo>
                  <a:lnTo>
                    <a:pt x="189039" y="199745"/>
                  </a:lnTo>
                  <a:lnTo>
                    <a:pt x="189039" y="226187"/>
                  </a:lnTo>
                  <a:lnTo>
                    <a:pt x="215265" y="230860"/>
                  </a:lnTo>
                  <a:lnTo>
                    <a:pt x="239712" y="239890"/>
                  </a:lnTo>
                  <a:lnTo>
                    <a:pt x="281520" y="269341"/>
                  </a:lnTo>
                  <a:lnTo>
                    <a:pt x="313550" y="316801"/>
                  </a:lnTo>
                  <a:lnTo>
                    <a:pt x="325297" y="374904"/>
                  </a:lnTo>
                  <a:lnTo>
                    <a:pt x="325297" y="411962"/>
                  </a:lnTo>
                  <a:lnTo>
                    <a:pt x="351688" y="411962"/>
                  </a:lnTo>
                  <a:lnTo>
                    <a:pt x="351688" y="374904"/>
                  </a:lnTo>
                  <a:close/>
                </a:path>
                <a:path w="556895" h="757554">
                  <a:moveTo>
                    <a:pt x="556590" y="166712"/>
                  </a:moveTo>
                  <a:lnTo>
                    <a:pt x="543293" y="102120"/>
                  </a:lnTo>
                  <a:lnTo>
                    <a:pt x="507085" y="49110"/>
                  </a:lnTo>
                  <a:lnTo>
                    <a:pt x="453440" y="13220"/>
                  </a:lnTo>
                  <a:lnTo>
                    <a:pt x="387731" y="0"/>
                  </a:lnTo>
                  <a:lnTo>
                    <a:pt x="331508" y="0"/>
                  </a:lnTo>
                  <a:lnTo>
                    <a:pt x="265785" y="13258"/>
                  </a:lnTo>
                  <a:lnTo>
                    <a:pt x="212102" y="49403"/>
                  </a:lnTo>
                  <a:lnTo>
                    <a:pt x="184683" y="86893"/>
                  </a:lnTo>
                  <a:lnTo>
                    <a:pt x="184683" y="199428"/>
                  </a:lnTo>
                  <a:lnTo>
                    <a:pt x="180301" y="199263"/>
                  </a:lnTo>
                  <a:lnTo>
                    <a:pt x="184619" y="199415"/>
                  </a:lnTo>
                  <a:lnTo>
                    <a:pt x="184683" y="86893"/>
                  </a:lnTo>
                  <a:lnTo>
                    <a:pt x="175920" y="103022"/>
                  </a:lnTo>
                  <a:lnTo>
                    <a:pt x="171462" y="117373"/>
                  </a:lnTo>
                  <a:lnTo>
                    <a:pt x="171462" y="225615"/>
                  </a:lnTo>
                  <a:lnTo>
                    <a:pt x="166992" y="225806"/>
                  </a:lnTo>
                  <a:lnTo>
                    <a:pt x="171386" y="225615"/>
                  </a:lnTo>
                  <a:lnTo>
                    <a:pt x="171462" y="117373"/>
                  </a:lnTo>
                  <a:lnTo>
                    <a:pt x="166077" y="134696"/>
                  </a:lnTo>
                  <a:lnTo>
                    <a:pt x="162648" y="168681"/>
                  </a:lnTo>
                  <a:lnTo>
                    <a:pt x="162648" y="199745"/>
                  </a:lnTo>
                  <a:lnTo>
                    <a:pt x="162648" y="226187"/>
                  </a:lnTo>
                  <a:lnTo>
                    <a:pt x="162648" y="308521"/>
                  </a:lnTo>
                  <a:lnTo>
                    <a:pt x="166865" y="307428"/>
                  </a:lnTo>
                  <a:lnTo>
                    <a:pt x="171272" y="306857"/>
                  </a:lnTo>
                  <a:lnTo>
                    <a:pt x="180403" y="306857"/>
                  </a:lnTo>
                  <a:lnTo>
                    <a:pt x="184797" y="307428"/>
                  </a:lnTo>
                  <a:lnTo>
                    <a:pt x="189039" y="308521"/>
                  </a:lnTo>
                  <a:lnTo>
                    <a:pt x="189039" y="306857"/>
                  </a:lnTo>
                  <a:lnTo>
                    <a:pt x="189039" y="226187"/>
                  </a:lnTo>
                  <a:lnTo>
                    <a:pt x="189026" y="199745"/>
                  </a:lnTo>
                  <a:lnTo>
                    <a:pt x="189026" y="199250"/>
                  </a:lnTo>
                  <a:lnTo>
                    <a:pt x="189026" y="168681"/>
                  </a:lnTo>
                  <a:lnTo>
                    <a:pt x="191922" y="139992"/>
                  </a:lnTo>
                  <a:lnTo>
                    <a:pt x="213360" y="89115"/>
                  </a:lnTo>
                  <a:lnTo>
                    <a:pt x="251853" y="50660"/>
                  </a:lnTo>
                  <a:lnTo>
                    <a:pt x="302780" y="29248"/>
                  </a:lnTo>
                  <a:lnTo>
                    <a:pt x="331508" y="26352"/>
                  </a:lnTo>
                  <a:lnTo>
                    <a:pt x="387718" y="26352"/>
                  </a:lnTo>
                  <a:lnTo>
                    <a:pt x="443204" y="37515"/>
                  </a:lnTo>
                  <a:lnTo>
                    <a:pt x="488518" y="67830"/>
                  </a:lnTo>
                  <a:lnTo>
                    <a:pt x="519036" y="112509"/>
                  </a:lnTo>
                  <a:lnTo>
                    <a:pt x="530199" y="166712"/>
                  </a:lnTo>
                  <a:lnTo>
                    <a:pt x="530199" y="542671"/>
                  </a:lnTo>
                  <a:lnTo>
                    <a:pt x="556590" y="542671"/>
                  </a:lnTo>
                  <a:lnTo>
                    <a:pt x="556590" y="166712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7076" y="5106371"/>
              <a:ext cx="351683" cy="1909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850" y="5342185"/>
              <a:ext cx="203234" cy="21929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6070668" y="4799683"/>
            <a:ext cx="446405" cy="762000"/>
            <a:chOff x="16070668" y="4799683"/>
            <a:chExt cx="446405" cy="762000"/>
          </a:xfrm>
        </p:grpSpPr>
        <p:sp>
          <p:nvSpPr>
            <p:cNvPr id="7" name="object 7"/>
            <p:cNvSpPr/>
            <p:nvPr/>
          </p:nvSpPr>
          <p:spPr>
            <a:xfrm>
              <a:off x="16203549" y="4799685"/>
              <a:ext cx="166370" cy="762000"/>
            </a:xfrm>
            <a:custGeom>
              <a:avLst/>
              <a:gdLst/>
              <a:ahLst/>
              <a:cxnLst/>
              <a:rect l="l" t="t" r="r" b="b"/>
              <a:pathLst>
                <a:path w="166369" h="762000">
                  <a:moveTo>
                    <a:pt x="33909" y="443039"/>
                  </a:moveTo>
                  <a:close/>
                </a:path>
                <a:path w="166369" h="762000">
                  <a:moveTo>
                    <a:pt x="52984" y="452907"/>
                  </a:moveTo>
                  <a:lnTo>
                    <a:pt x="52095" y="455942"/>
                  </a:lnTo>
                  <a:lnTo>
                    <a:pt x="49657" y="458381"/>
                  </a:lnTo>
                  <a:lnTo>
                    <a:pt x="41541" y="460286"/>
                  </a:lnTo>
                  <a:lnTo>
                    <a:pt x="33883" y="461187"/>
                  </a:lnTo>
                  <a:lnTo>
                    <a:pt x="33883" y="580771"/>
                  </a:lnTo>
                  <a:lnTo>
                    <a:pt x="3009" y="580771"/>
                  </a:lnTo>
                  <a:lnTo>
                    <a:pt x="3009" y="584593"/>
                  </a:lnTo>
                  <a:lnTo>
                    <a:pt x="698" y="584593"/>
                  </a:lnTo>
                  <a:lnTo>
                    <a:pt x="698" y="594779"/>
                  </a:lnTo>
                  <a:lnTo>
                    <a:pt x="2451" y="594779"/>
                  </a:lnTo>
                  <a:lnTo>
                    <a:pt x="2451" y="598601"/>
                  </a:lnTo>
                  <a:lnTo>
                    <a:pt x="33883" y="598601"/>
                  </a:lnTo>
                  <a:lnTo>
                    <a:pt x="33883" y="598970"/>
                  </a:lnTo>
                  <a:lnTo>
                    <a:pt x="33883" y="648957"/>
                  </a:lnTo>
                  <a:lnTo>
                    <a:pt x="52362" y="688975"/>
                  </a:lnTo>
                  <a:lnTo>
                    <a:pt x="52984" y="696036"/>
                  </a:lnTo>
                  <a:lnTo>
                    <a:pt x="52984" y="598970"/>
                  </a:lnTo>
                  <a:lnTo>
                    <a:pt x="52984" y="580974"/>
                  </a:lnTo>
                  <a:lnTo>
                    <a:pt x="52984" y="452907"/>
                  </a:lnTo>
                  <a:close/>
                </a:path>
                <a:path w="166369" h="762000">
                  <a:moveTo>
                    <a:pt x="52984" y="170929"/>
                  </a:moveTo>
                  <a:lnTo>
                    <a:pt x="52908" y="171323"/>
                  </a:lnTo>
                  <a:lnTo>
                    <a:pt x="52793" y="171716"/>
                  </a:lnTo>
                  <a:lnTo>
                    <a:pt x="52666" y="172085"/>
                  </a:lnTo>
                  <a:lnTo>
                    <a:pt x="52908" y="172847"/>
                  </a:lnTo>
                  <a:lnTo>
                    <a:pt x="52984" y="173240"/>
                  </a:lnTo>
                  <a:lnTo>
                    <a:pt x="52984" y="170929"/>
                  </a:lnTo>
                  <a:close/>
                </a:path>
                <a:path w="166369" h="762000">
                  <a:moveTo>
                    <a:pt x="52997" y="176936"/>
                  </a:moveTo>
                  <a:lnTo>
                    <a:pt x="52806" y="177634"/>
                  </a:lnTo>
                  <a:lnTo>
                    <a:pt x="52108" y="179832"/>
                  </a:lnTo>
                  <a:lnTo>
                    <a:pt x="33883" y="217068"/>
                  </a:lnTo>
                  <a:lnTo>
                    <a:pt x="33883" y="295465"/>
                  </a:lnTo>
                  <a:lnTo>
                    <a:pt x="2959" y="295465"/>
                  </a:lnTo>
                  <a:lnTo>
                    <a:pt x="2959" y="299288"/>
                  </a:lnTo>
                  <a:lnTo>
                    <a:pt x="698" y="299288"/>
                  </a:lnTo>
                  <a:lnTo>
                    <a:pt x="698" y="309473"/>
                  </a:lnTo>
                  <a:lnTo>
                    <a:pt x="2501" y="309473"/>
                  </a:lnTo>
                  <a:lnTo>
                    <a:pt x="2501" y="313296"/>
                  </a:lnTo>
                  <a:lnTo>
                    <a:pt x="33883" y="313296"/>
                  </a:lnTo>
                  <a:lnTo>
                    <a:pt x="33883" y="313601"/>
                  </a:lnTo>
                  <a:lnTo>
                    <a:pt x="33883" y="402323"/>
                  </a:lnTo>
                  <a:lnTo>
                    <a:pt x="51663" y="439483"/>
                  </a:lnTo>
                  <a:lnTo>
                    <a:pt x="52984" y="446963"/>
                  </a:lnTo>
                  <a:lnTo>
                    <a:pt x="52984" y="313601"/>
                  </a:lnTo>
                  <a:lnTo>
                    <a:pt x="52984" y="295605"/>
                  </a:lnTo>
                  <a:lnTo>
                    <a:pt x="52997" y="176936"/>
                  </a:lnTo>
                  <a:close/>
                </a:path>
                <a:path w="166369" h="762000">
                  <a:moveTo>
                    <a:pt x="113893" y="216928"/>
                  </a:moveTo>
                  <a:lnTo>
                    <a:pt x="113728" y="217741"/>
                  </a:lnTo>
                  <a:lnTo>
                    <a:pt x="113893" y="218008"/>
                  </a:lnTo>
                  <a:lnTo>
                    <a:pt x="113893" y="216928"/>
                  </a:lnTo>
                  <a:close/>
                </a:path>
                <a:path w="166369" h="762000">
                  <a:moveTo>
                    <a:pt x="133007" y="225475"/>
                  </a:moveTo>
                  <a:lnTo>
                    <a:pt x="125933" y="224599"/>
                  </a:lnTo>
                  <a:lnTo>
                    <a:pt x="116713" y="222427"/>
                  </a:lnTo>
                  <a:lnTo>
                    <a:pt x="113893" y="218008"/>
                  </a:lnTo>
                  <a:lnTo>
                    <a:pt x="113893" y="295605"/>
                  </a:lnTo>
                  <a:lnTo>
                    <a:pt x="52997" y="295605"/>
                  </a:lnTo>
                  <a:lnTo>
                    <a:pt x="52997" y="313601"/>
                  </a:lnTo>
                  <a:lnTo>
                    <a:pt x="113893" y="313601"/>
                  </a:lnTo>
                  <a:lnTo>
                    <a:pt x="113893" y="580974"/>
                  </a:lnTo>
                  <a:lnTo>
                    <a:pt x="52997" y="580974"/>
                  </a:lnTo>
                  <a:lnTo>
                    <a:pt x="52997" y="598970"/>
                  </a:lnTo>
                  <a:lnTo>
                    <a:pt x="113893" y="598970"/>
                  </a:lnTo>
                  <a:lnTo>
                    <a:pt x="113893" y="642327"/>
                  </a:lnTo>
                  <a:lnTo>
                    <a:pt x="133007" y="631151"/>
                  </a:lnTo>
                  <a:lnTo>
                    <a:pt x="133007" y="598970"/>
                  </a:lnTo>
                  <a:lnTo>
                    <a:pt x="133007" y="580974"/>
                  </a:lnTo>
                  <a:lnTo>
                    <a:pt x="133007" y="483946"/>
                  </a:lnTo>
                  <a:lnTo>
                    <a:pt x="132575" y="483184"/>
                  </a:lnTo>
                  <a:lnTo>
                    <a:pt x="115709" y="443547"/>
                  </a:lnTo>
                  <a:lnTo>
                    <a:pt x="114401" y="438302"/>
                  </a:lnTo>
                  <a:lnTo>
                    <a:pt x="114452" y="436841"/>
                  </a:lnTo>
                  <a:lnTo>
                    <a:pt x="114820" y="435483"/>
                  </a:lnTo>
                  <a:lnTo>
                    <a:pt x="114477" y="434200"/>
                  </a:lnTo>
                  <a:lnTo>
                    <a:pt x="133007" y="391985"/>
                  </a:lnTo>
                  <a:lnTo>
                    <a:pt x="133007" y="313601"/>
                  </a:lnTo>
                  <a:lnTo>
                    <a:pt x="133007" y="295605"/>
                  </a:lnTo>
                  <a:lnTo>
                    <a:pt x="133007" y="225475"/>
                  </a:lnTo>
                  <a:close/>
                </a:path>
                <a:path w="166369" h="762000">
                  <a:moveTo>
                    <a:pt x="133019" y="671118"/>
                  </a:moveTo>
                  <a:lnTo>
                    <a:pt x="113893" y="645960"/>
                  </a:lnTo>
                  <a:lnTo>
                    <a:pt x="113893" y="742670"/>
                  </a:lnTo>
                  <a:lnTo>
                    <a:pt x="52997" y="742670"/>
                  </a:lnTo>
                  <a:lnTo>
                    <a:pt x="52997" y="697039"/>
                  </a:lnTo>
                  <a:lnTo>
                    <a:pt x="52768" y="700963"/>
                  </a:lnTo>
                  <a:lnTo>
                    <a:pt x="49999" y="704367"/>
                  </a:lnTo>
                  <a:lnTo>
                    <a:pt x="41338" y="706412"/>
                  </a:lnTo>
                  <a:lnTo>
                    <a:pt x="33883" y="707301"/>
                  </a:lnTo>
                  <a:lnTo>
                    <a:pt x="33883" y="754811"/>
                  </a:lnTo>
                  <a:lnTo>
                    <a:pt x="34899" y="757288"/>
                  </a:lnTo>
                  <a:lnTo>
                    <a:pt x="38455" y="760857"/>
                  </a:lnTo>
                  <a:lnTo>
                    <a:pt x="40919" y="761898"/>
                  </a:lnTo>
                  <a:lnTo>
                    <a:pt x="125971" y="761898"/>
                  </a:lnTo>
                  <a:lnTo>
                    <a:pt x="128435" y="760869"/>
                  </a:lnTo>
                  <a:lnTo>
                    <a:pt x="132003" y="757288"/>
                  </a:lnTo>
                  <a:lnTo>
                    <a:pt x="133019" y="754811"/>
                  </a:lnTo>
                  <a:lnTo>
                    <a:pt x="133019" y="742670"/>
                  </a:lnTo>
                  <a:lnTo>
                    <a:pt x="133019" y="671118"/>
                  </a:lnTo>
                  <a:close/>
                </a:path>
                <a:path w="166369" h="762000">
                  <a:moveTo>
                    <a:pt x="165481" y="62369"/>
                  </a:moveTo>
                  <a:lnTo>
                    <a:pt x="163385" y="62369"/>
                  </a:lnTo>
                  <a:lnTo>
                    <a:pt x="163385" y="57277"/>
                  </a:lnTo>
                  <a:lnTo>
                    <a:pt x="133007" y="57277"/>
                  </a:lnTo>
                  <a:lnTo>
                    <a:pt x="133007" y="19227"/>
                  </a:lnTo>
                  <a:lnTo>
                    <a:pt x="133007" y="7086"/>
                  </a:lnTo>
                  <a:lnTo>
                    <a:pt x="131991" y="4610"/>
                  </a:lnTo>
                  <a:lnTo>
                    <a:pt x="128435" y="1028"/>
                  </a:lnTo>
                  <a:lnTo>
                    <a:pt x="125971" y="0"/>
                  </a:lnTo>
                  <a:lnTo>
                    <a:pt x="40919" y="0"/>
                  </a:lnTo>
                  <a:lnTo>
                    <a:pt x="38455" y="1028"/>
                  </a:lnTo>
                  <a:lnTo>
                    <a:pt x="34899" y="4610"/>
                  </a:lnTo>
                  <a:lnTo>
                    <a:pt x="33883" y="7086"/>
                  </a:lnTo>
                  <a:lnTo>
                    <a:pt x="33883" y="57277"/>
                  </a:lnTo>
                  <a:lnTo>
                    <a:pt x="2095" y="57277"/>
                  </a:lnTo>
                  <a:lnTo>
                    <a:pt x="2095" y="62369"/>
                  </a:lnTo>
                  <a:lnTo>
                    <a:pt x="0" y="62369"/>
                  </a:lnTo>
                  <a:lnTo>
                    <a:pt x="0" y="71297"/>
                  </a:lnTo>
                  <a:lnTo>
                    <a:pt x="1943" y="71297"/>
                  </a:lnTo>
                  <a:lnTo>
                    <a:pt x="1943" y="76390"/>
                  </a:lnTo>
                  <a:lnTo>
                    <a:pt x="33883" y="76390"/>
                  </a:lnTo>
                  <a:lnTo>
                    <a:pt x="33883" y="123304"/>
                  </a:lnTo>
                  <a:lnTo>
                    <a:pt x="38696" y="130987"/>
                  </a:lnTo>
                  <a:lnTo>
                    <a:pt x="42659" y="138353"/>
                  </a:lnTo>
                  <a:lnTo>
                    <a:pt x="52984" y="167233"/>
                  </a:lnTo>
                  <a:lnTo>
                    <a:pt x="52984" y="75907"/>
                  </a:lnTo>
                  <a:lnTo>
                    <a:pt x="52984" y="57912"/>
                  </a:lnTo>
                  <a:lnTo>
                    <a:pt x="52984" y="19227"/>
                  </a:lnTo>
                  <a:lnTo>
                    <a:pt x="113893" y="19227"/>
                  </a:lnTo>
                  <a:lnTo>
                    <a:pt x="113893" y="57912"/>
                  </a:lnTo>
                  <a:lnTo>
                    <a:pt x="52997" y="57912"/>
                  </a:lnTo>
                  <a:lnTo>
                    <a:pt x="52997" y="75907"/>
                  </a:lnTo>
                  <a:lnTo>
                    <a:pt x="113893" y="75907"/>
                  </a:lnTo>
                  <a:lnTo>
                    <a:pt x="113893" y="216928"/>
                  </a:lnTo>
                  <a:lnTo>
                    <a:pt x="116408" y="204673"/>
                  </a:lnTo>
                  <a:lnTo>
                    <a:pt x="124104" y="187363"/>
                  </a:lnTo>
                  <a:lnTo>
                    <a:pt x="127876" y="180174"/>
                  </a:lnTo>
                  <a:lnTo>
                    <a:pt x="133007" y="172669"/>
                  </a:lnTo>
                  <a:lnTo>
                    <a:pt x="133007" y="76390"/>
                  </a:lnTo>
                  <a:lnTo>
                    <a:pt x="163537" y="76390"/>
                  </a:lnTo>
                  <a:lnTo>
                    <a:pt x="163537" y="71297"/>
                  </a:lnTo>
                  <a:lnTo>
                    <a:pt x="165481" y="71297"/>
                  </a:lnTo>
                  <a:lnTo>
                    <a:pt x="165481" y="62369"/>
                  </a:lnTo>
                  <a:close/>
                </a:path>
                <a:path w="166369" h="762000">
                  <a:moveTo>
                    <a:pt x="166192" y="584593"/>
                  </a:moveTo>
                  <a:lnTo>
                    <a:pt x="163880" y="584593"/>
                  </a:lnTo>
                  <a:lnTo>
                    <a:pt x="163880" y="580771"/>
                  </a:lnTo>
                  <a:lnTo>
                    <a:pt x="133019" y="580771"/>
                  </a:lnTo>
                  <a:lnTo>
                    <a:pt x="133019" y="584593"/>
                  </a:lnTo>
                  <a:lnTo>
                    <a:pt x="133019" y="594779"/>
                  </a:lnTo>
                  <a:lnTo>
                    <a:pt x="133019" y="598601"/>
                  </a:lnTo>
                  <a:lnTo>
                    <a:pt x="164452" y="598601"/>
                  </a:lnTo>
                  <a:lnTo>
                    <a:pt x="164452" y="594779"/>
                  </a:lnTo>
                  <a:lnTo>
                    <a:pt x="166192" y="594779"/>
                  </a:lnTo>
                  <a:lnTo>
                    <a:pt x="166192" y="584593"/>
                  </a:lnTo>
                  <a:close/>
                </a:path>
                <a:path w="166369" h="762000">
                  <a:moveTo>
                    <a:pt x="166192" y="299288"/>
                  </a:moveTo>
                  <a:lnTo>
                    <a:pt x="163944" y="299288"/>
                  </a:lnTo>
                  <a:lnTo>
                    <a:pt x="163944" y="295465"/>
                  </a:lnTo>
                  <a:lnTo>
                    <a:pt x="133019" y="295465"/>
                  </a:lnTo>
                  <a:lnTo>
                    <a:pt x="133019" y="299288"/>
                  </a:lnTo>
                  <a:lnTo>
                    <a:pt x="133019" y="309473"/>
                  </a:lnTo>
                  <a:lnTo>
                    <a:pt x="133019" y="313296"/>
                  </a:lnTo>
                  <a:lnTo>
                    <a:pt x="164388" y="313296"/>
                  </a:lnTo>
                  <a:lnTo>
                    <a:pt x="164388" y="309473"/>
                  </a:lnTo>
                  <a:lnTo>
                    <a:pt x="166192" y="309473"/>
                  </a:lnTo>
                  <a:lnTo>
                    <a:pt x="166192" y="299288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17283" y="4914319"/>
              <a:ext cx="186639" cy="1121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17958" y="5134088"/>
              <a:ext cx="185983" cy="2254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070885" y="4867261"/>
              <a:ext cx="186055" cy="219075"/>
            </a:xfrm>
            <a:custGeom>
              <a:avLst/>
              <a:gdLst/>
              <a:ahLst/>
              <a:cxnLst/>
              <a:rect l="l" t="t" r="r" b="b"/>
              <a:pathLst>
                <a:path w="186055" h="219075">
                  <a:moveTo>
                    <a:pt x="185915" y="101104"/>
                  </a:moveTo>
                  <a:lnTo>
                    <a:pt x="185661" y="99733"/>
                  </a:lnTo>
                  <a:lnTo>
                    <a:pt x="184175" y="92329"/>
                  </a:lnTo>
                  <a:lnTo>
                    <a:pt x="183616" y="90830"/>
                  </a:lnTo>
                  <a:lnTo>
                    <a:pt x="183616" y="101092"/>
                  </a:lnTo>
                  <a:lnTo>
                    <a:pt x="181711" y="99555"/>
                  </a:lnTo>
                  <a:lnTo>
                    <a:pt x="183616" y="101092"/>
                  </a:lnTo>
                  <a:lnTo>
                    <a:pt x="183616" y="90830"/>
                  </a:lnTo>
                  <a:lnTo>
                    <a:pt x="166547" y="55727"/>
                  </a:lnTo>
                  <a:lnTo>
                    <a:pt x="165696" y="54559"/>
                  </a:lnTo>
                  <a:lnTo>
                    <a:pt x="165696" y="94272"/>
                  </a:lnTo>
                  <a:lnTo>
                    <a:pt x="164820" y="94386"/>
                  </a:lnTo>
                  <a:lnTo>
                    <a:pt x="164820" y="114376"/>
                  </a:lnTo>
                  <a:lnTo>
                    <a:pt x="162191" y="120332"/>
                  </a:lnTo>
                  <a:lnTo>
                    <a:pt x="137833" y="157861"/>
                  </a:lnTo>
                  <a:lnTo>
                    <a:pt x="105448" y="183807"/>
                  </a:lnTo>
                  <a:lnTo>
                    <a:pt x="64604" y="196557"/>
                  </a:lnTo>
                  <a:lnTo>
                    <a:pt x="40309" y="198501"/>
                  </a:lnTo>
                  <a:lnTo>
                    <a:pt x="32461" y="199313"/>
                  </a:lnTo>
                  <a:lnTo>
                    <a:pt x="60782" y="156400"/>
                  </a:lnTo>
                  <a:lnTo>
                    <a:pt x="90893" y="130759"/>
                  </a:lnTo>
                  <a:lnTo>
                    <a:pt x="131114" y="115303"/>
                  </a:lnTo>
                  <a:lnTo>
                    <a:pt x="151218" y="113525"/>
                  </a:lnTo>
                  <a:lnTo>
                    <a:pt x="153784" y="113525"/>
                  </a:lnTo>
                  <a:lnTo>
                    <a:pt x="156527" y="113525"/>
                  </a:lnTo>
                  <a:lnTo>
                    <a:pt x="161137" y="113906"/>
                  </a:lnTo>
                  <a:lnTo>
                    <a:pt x="164820" y="114376"/>
                  </a:lnTo>
                  <a:lnTo>
                    <a:pt x="164820" y="94386"/>
                  </a:lnTo>
                  <a:lnTo>
                    <a:pt x="160578" y="94919"/>
                  </a:lnTo>
                  <a:lnTo>
                    <a:pt x="153606" y="95529"/>
                  </a:lnTo>
                  <a:lnTo>
                    <a:pt x="151218" y="95529"/>
                  </a:lnTo>
                  <a:lnTo>
                    <a:pt x="139661" y="96037"/>
                  </a:lnTo>
                  <a:lnTo>
                    <a:pt x="151155" y="95529"/>
                  </a:lnTo>
                  <a:lnTo>
                    <a:pt x="145478" y="95529"/>
                  </a:lnTo>
                  <a:lnTo>
                    <a:pt x="135547" y="95224"/>
                  </a:lnTo>
                  <a:lnTo>
                    <a:pt x="90665" y="84848"/>
                  </a:lnTo>
                  <a:lnTo>
                    <a:pt x="57619" y="62382"/>
                  </a:lnTo>
                  <a:lnTo>
                    <a:pt x="35826" y="34798"/>
                  </a:lnTo>
                  <a:lnTo>
                    <a:pt x="31191" y="28028"/>
                  </a:lnTo>
                  <a:lnTo>
                    <a:pt x="25361" y="19735"/>
                  </a:lnTo>
                  <a:lnTo>
                    <a:pt x="32308" y="18961"/>
                  </a:lnTo>
                  <a:lnTo>
                    <a:pt x="37947" y="18503"/>
                  </a:lnTo>
                  <a:lnTo>
                    <a:pt x="39027" y="18415"/>
                  </a:lnTo>
                  <a:lnTo>
                    <a:pt x="45504" y="18097"/>
                  </a:lnTo>
                  <a:lnTo>
                    <a:pt x="51765" y="17995"/>
                  </a:lnTo>
                  <a:lnTo>
                    <a:pt x="70129" y="18986"/>
                  </a:lnTo>
                  <a:lnTo>
                    <a:pt x="113144" y="31445"/>
                  </a:lnTo>
                  <a:lnTo>
                    <a:pt x="148831" y="61734"/>
                  </a:lnTo>
                  <a:lnTo>
                    <a:pt x="165696" y="94272"/>
                  </a:lnTo>
                  <a:lnTo>
                    <a:pt x="165696" y="54559"/>
                  </a:lnTo>
                  <a:lnTo>
                    <a:pt x="136956" y="25044"/>
                  </a:lnTo>
                  <a:lnTo>
                    <a:pt x="125857" y="17995"/>
                  </a:lnTo>
                  <a:lnTo>
                    <a:pt x="117868" y="13728"/>
                  </a:lnTo>
                  <a:lnTo>
                    <a:pt x="116433" y="13131"/>
                  </a:lnTo>
                  <a:lnTo>
                    <a:pt x="106807" y="9080"/>
                  </a:lnTo>
                  <a:lnTo>
                    <a:pt x="94703" y="5270"/>
                  </a:lnTo>
                  <a:lnTo>
                    <a:pt x="81521" y="2413"/>
                  </a:lnTo>
                  <a:lnTo>
                    <a:pt x="67233" y="622"/>
                  </a:lnTo>
                  <a:lnTo>
                    <a:pt x="51803" y="0"/>
                  </a:lnTo>
                  <a:lnTo>
                    <a:pt x="41490" y="254"/>
                  </a:lnTo>
                  <a:lnTo>
                    <a:pt x="2247" y="6946"/>
                  </a:lnTo>
                  <a:lnTo>
                    <a:pt x="0" y="12712"/>
                  </a:lnTo>
                  <a:lnTo>
                    <a:pt x="431" y="16027"/>
                  </a:lnTo>
                  <a:lnTo>
                    <a:pt x="2273" y="18503"/>
                  </a:lnTo>
                  <a:lnTo>
                    <a:pt x="10706" y="30060"/>
                  </a:lnTo>
                  <a:lnTo>
                    <a:pt x="17132" y="39230"/>
                  </a:lnTo>
                  <a:lnTo>
                    <a:pt x="24193" y="49593"/>
                  </a:lnTo>
                  <a:lnTo>
                    <a:pt x="28917" y="56489"/>
                  </a:lnTo>
                  <a:lnTo>
                    <a:pt x="57327" y="85966"/>
                  </a:lnTo>
                  <a:lnTo>
                    <a:pt x="96862" y="106349"/>
                  </a:lnTo>
                  <a:lnTo>
                    <a:pt x="98056" y="106718"/>
                  </a:lnTo>
                  <a:lnTo>
                    <a:pt x="92621" y="109118"/>
                  </a:lnTo>
                  <a:lnTo>
                    <a:pt x="43230" y="149352"/>
                  </a:lnTo>
                  <a:lnTo>
                    <a:pt x="9423" y="206527"/>
                  </a:lnTo>
                  <a:lnTo>
                    <a:pt x="8166" y="209486"/>
                  </a:lnTo>
                  <a:lnTo>
                    <a:pt x="8572" y="212915"/>
                  </a:lnTo>
                  <a:lnTo>
                    <a:pt x="12192" y="217754"/>
                  </a:lnTo>
                  <a:lnTo>
                    <a:pt x="14859" y="219075"/>
                  </a:lnTo>
                  <a:lnTo>
                    <a:pt x="18008" y="219075"/>
                  </a:lnTo>
                  <a:lnTo>
                    <a:pt x="18745" y="219011"/>
                  </a:lnTo>
                  <a:lnTo>
                    <a:pt x="32893" y="217373"/>
                  </a:lnTo>
                  <a:lnTo>
                    <a:pt x="44005" y="216281"/>
                  </a:lnTo>
                  <a:lnTo>
                    <a:pt x="82791" y="211378"/>
                  </a:lnTo>
                  <a:lnTo>
                    <a:pt x="114515" y="199313"/>
                  </a:lnTo>
                  <a:lnTo>
                    <a:pt x="125222" y="192824"/>
                  </a:lnTo>
                  <a:lnTo>
                    <a:pt x="160337" y="158521"/>
                  </a:lnTo>
                  <a:lnTo>
                    <a:pt x="182753" y="117792"/>
                  </a:lnTo>
                  <a:lnTo>
                    <a:pt x="185915" y="108127"/>
                  </a:lnTo>
                  <a:lnTo>
                    <a:pt x="185902" y="106870"/>
                  </a:lnTo>
                  <a:lnTo>
                    <a:pt x="185648" y="105651"/>
                  </a:lnTo>
                  <a:lnTo>
                    <a:pt x="185458" y="104889"/>
                  </a:lnTo>
                  <a:lnTo>
                    <a:pt x="185331" y="104508"/>
                  </a:lnTo>
                  <a:lnTo>
                    <a:pt x="185572" y="103746"/>
                  </a:lnTo>
                  <a:lnTo>
                    <a:pt x="185661" y="103352"/>
                  </a:lnTo>
                  <a:lnTo>
                    <a:pt x="185877" y="102260"/>
                  </a:lnTo>
                  <a:lnTo>
                    <a:pt x="185915" y="101104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17209" y="5424294"/>
              <a:ext cx="199493" cy="937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71016" y="5150771"/>
              <a:ext cx="185832" cy="1113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070657" y="5396940"/>
              <a:ext cx="186055" cy="111760"/>
            </a:xfrm>
            <a:custGeom>
              <a:avLst/>
              <a:gdLst/>
              <a:ahLst/>
              <a:cxnLst/>
              <a:rect l="l" t="t" r="r" b="b"/>
              <a:pathLst>
                <a:path w="186055" h="111760">
                  <a:moveTo>
                    <a:pt x="185877" y="99783"/>
                  </a:moveTo>
                  <a:lnTo>
                    <a:pt x="170853" y="57746"/>
                  </a:lnTo>
                  <a:lnTo>
                    <a:pt x="166446" y="51295"/>
                  </a:lnTo>
                  <a:lnTo>
                    <a:pt x="166446" y="91948"/>
                  </a:lnTo>
                  <a:lnTo>
                    <a:pt x="161290" y="92633"/>
                  </a:lnTo>
                  <a:lnTo>
                    <a:pt x="154038" y="93294"/>
                  </a:lnTo>
                  <a:lnTo>
                    <a:pt x="145529" y="93294"/>
                  </a:lnTo>
                  <a:lnTo>
                    <a:pt x="102298" y="86944"/>
                  </a:lnTo>
                  <a:lnTo>
                    <a:pt x="68237" y="69405"/>
                  </a:lnTo>
                  <a:lnTo>
                    <a:pt x="39738" y="38277"/>
                  </a:lnTo>
                  <a:lnTo>
                    <a:pt x="36106" y="32905"/>
                  </a:lnTo>
                  <a:lnTo>
                    <a:pt x="31661" y="26416"/>
                  </a:lnTo>
                  <a:lnTo>
                    <a:pt x="26123" y="18516"/>
                  </a:lnTo>
                  <a:lnTo>
                    <a:pt x="31953" y="18161"/>
                  </a:lnTo>
                  <a:lnTo>
                    <a:pt x="37553" y="17995"/>
                  </a:lnTo>
                  <a:lnTo>
                    <a:pt x="42900" y="17995"/>
                  </a:lnTo>
                  <a:lnTo>
                    <a:pt x="83248" y="21704"/>
                  </a:lnTo>
                  <a:lnTo>
                    <a:pt x="122618" y="35953"/>
                  </a:lnTo>
                  <a:lnTo>
                    <a:pt x="156895" y="69240"/>
                  </a:lnTo>
                  <a:lnTo>
                    <a:pt x="166446" y="91948"/>
                  </a:lnTo>
                  <a:lnTo>
                    <a:pt x="166446" y="51295"/>
                  </a:lnTo>
                  <a:lnTo>
                    <a:pt x="128092" y="18453"/>
                  </a:lnTo>
                  <a:lnTo>
                    <a:pt x="127063" y="17995"/>
                  </a:lnTo>
                  <a:lnTo>
                    <a:pt x="111226" y="10909"/>
                  </a:lnTo>
                  <a:lnTo>
                    <a:pt x="60337" y="10909"/>
                  </a:lnTo>
                  <a:lnTo>
                    <a:pt x="111188" y="10896"/>
                  </a:lnTo>
                  <a:lnTo>
                    <a:pt x="91541" y="5080"/>
                  </a:lnTo>
                  <a:lnTo>
                    <a:pt x="68859" y="1333"/>
                  </a:lnTo>
                  <a:lnTo>
                    <a:pt x="42964" y="0"/>
                  </a:lnTo>
                  <a:lnTo>
                    <a:pt x="34759" y="114"/>
                  </a:lnTo>
                  <a:lnTo>
                    <a:pt x="0" y="10274"/>
                  </a:lnTo>
                  <a:lnTo>
                    <a:pt x="393" y="13677"/>
                  </a:lnTo>
                  <a:lnTo>
                    <a:pt x="2324" y="16281"/>
                  </a:lnTo>
                  <a:lnTo>
                    <a:pt x="10756" y="27838"/>
                  </a:lnTo>
                  <a:lnTo>
                    <a:pt x="17195" y="36995"/>
                  </a:lnTo>
                  <a:lnTo>
                    <a:pt x="28968" y="54267"/>
                  </a:lnTo>
                  <a:lnTo>
                    <a:pt x="31432" y="57670"/>
                  </a:lnTo>
                  <a:lnTo>
                    <a:pt x="70345" y="92405"/>
                  </a:lnTo>
                  <a:lnTo>
                    <a:pt x="110007" y="107594"/>
                  </a:lnTo>
                  <a:lnTo>
                    <a:pt x="145529" y="111302"/>
                  </a:lnTo>
                  <a:lnTo>
                    <a:pt x="153924" y="111290"/>
                  </a:lnTo>
                  <a:lnTo>
                    <a:pt x="185661" y="103708"/>
                  </a:lnTo>
                  <a:lnTo>
                    <a:pt x="185877" y="99783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489056" y="4799533"/>
            <a:ext cx="704215" cy="762000"/>
            <a:chOff x="12489056" y="4799533"/>
            <a:chExt cx="704215" cy="762000"/>
          </a:xfrm>
        </p:grpSpPr>
        <p:sp>
          <p:nvSpPr>
            <p:cNvPr id="15" name="object 15"/>
            <p:cNvSpPr/>
            <p:nvPr/>
          </p:nvSpPr>
          <p:spPr>
            <a:xfrm>
              <a:off x="12489053" y="4858651"/>
              <a:ext cx="704215" cy="702945"/>
            </a:xfrm>
            <a:custGeom>
              <a:avLst/>
              <a:gdLst/>
              <a:ahLst/>
              <a:cxnLst/>
              <a:rect l="l" t="t" r="r" b="b"/>
              <a:pathLst>
                <a:path w="704215" h="702945">
                  <a:moveTo>
                    <a:pt x="410514" y="4838"/>
                  </a:moveTo>
                  <a:lnTo>
                    <a:pt x="396151" y="2743"/>
                  </a:lnTo>
                  <a:lnTo>
                    <a:pt x="381596" y="1219"/>
                  </a:lnTo>
                  <a:lnTo>
                    <a:pt x="366877" y="304"/>
                  </a:lnTo>
                  <a:lnTo>
                    <a:pt x="352005" y="0"/>
                  </a:lnTo>
                  <a:lnTo>
                    <a:pt x="337096" y="304"/>
                  </a:lnTo>
                  <a:lnTo>
                    <a:pt x="322364" y="1219"/>
                  </a:lnTo>
                  <a:lnTo>
                    <a:pt x="307809" y="2743"/>
                  </a:lnTo>
                  <a:lnTo>
                    <a:pt x="293433" y="4838"/>
                  </a:lnTo>
                  <a:lnTo>
                    <a:pt x="298475" y="32613"/>
                  </a:lnTo>
                  <a:lnTo>
                    <a:pt x="311619" y="30721"/>
                  </a:lnTo>
                  <a:lnTo>
                    <a:pt x="324916" y="29337"/>
                  </a:lnTo>
                  <a:lnTo>
                    <a:pt x="338378" y="28511"/>
                  </a:lnTo>
                  <a:lnTo>
                    <a:pt x="351980" y="28232"/>
                  </a:lnTo>
                  <a:lnTo>
                    <a:pt x="365582" y="28511"/>
                  </a:lnTo>
                  <a:lnTo>
                    <a:pt x="379031" y="29337"/>
                  </a:lnTo>
                  <a:lnTo>
                    <a:pt x="392328" y="30708"/>
                  </a:lnTo>
                  <a:lnTo>
                    <a:pt x="405472" y="32613"/>
                  </a:lnTo>
                  <a:lnTo>
                    <a:pt x="406260" y="28232"/>
                  </a:lnTo>
                  <a:lnTo>
                    <a:pt x="410514" y="4838"/>
                  </a:lnTo>
                  <a:close/>
                </a:path>
                <a:path w="704215" h="702945">
                  <a:moveTo>
                    <a:pt x="535419" y="368363"/>
                  </a:moveTo>
                  <a:lnTo>
                    <a:pt x="532930" y="338201"/>
                  </a:lnTo>
                  <a:lnTo>
                    <a:pt x="525741" y="309626"/>
                  </a:lnTo>
                  <a:lnTo>
                    <a:pt x="514248" y="283070"/>
                  </a:lnTo>
                  <a:lnTo>
                    <a:pt x="507136" y="271919"/>
                  </a:lnTo>
                  <a:lnTo>
                    <a:pt x="507136" y="368363"/>
                  </a:lnTo>
                  <a:lnTo>
                    <a:pt x="503974" y="399605"/>
                  </a:lnTo>
                  <a:lnTo>
                    <a:pt x="480644" y="454964"/>
                  </a:lnTo>
                  <a:lnTo>
                    <a:pt x="438708" y="496836"/>
                  </a:lnTo>
                  <a:lnTo>
                    <a:pt x="383260" y="520128"/>
                  </a:lnTo>
                  <a:lnTo>
                    <a:pt x="351967" y="523278"/>
                  </a:lnTo>
                  <a:lnTo>
                    <a:pt x="320687" y="520128"/>
                  </a:lnTo>
                  <a:lnTo>
                    <a:pt x="265239" y="496836"/>
                  </a:lnTo>
                  <a:lnTo>
                    <a:pt x="223316" y="454964"/>
                  </a:lnTo>
                  <a:lnTo>
                    <a:pt x="199974" y="399605"/>
                  </a:lnTo>
                  <a:lnTo>
                    <a:pt x="196824" y="368363"/>
                  </a:lnTo>
                  <a:lnTo>
                    <a:pt x="198882" y="343027"/>
                  </a:lnTo>
                  <a:lnTo>
                    <a:pt x="214401" y="296684"/>
                  </a:lnTo>
                  <a:lnTo>
                    <a:pt x="242557" y="258533"/>
                  </a:lnTo>
                  <a:lnTo>
                    <a:pt x="280441" y="230860"/>
                  </a:lnTo>
                  <a:lnTo>
                    <a:pt x="302336" y="221551"/>
                  </a:lnTo>
                  <a:lnTo>
                    <a:pt x="308152" y="221551"/>
                  </a:lnTo>
                  <a:lnTo>
                    <a:pt x="308152" y="357593"/>
                  </a:lnTo>
                  <a:lnTo>
                    <a:pt x="309054" y="366407"/>
                  </a:lnTo>
                  <a:lnTo>
                    <a:pt x="334911" y="397891"/>
                  </a:lnTo>
                  <a:lnTo>
                    <a:pt x="351942" y="401345"/>
                  </a:lnTo>
                  <a:lnTo>
                    <a:pt x="360794" y="400456"/>
                  </a:lnTo>
                  <a:lnTo>
                    <a:pt x="392341" y="374624"/>
                  </a:lnTo>
                  <a:lnTo>
                    <a:pt x="392811" y="373100"/>
                  </a:lnTo>
                  <a:lnTo>
                    <a:pt x="394893" y="366407"/>
                  </a:lnTo>
                  <a:lnTo>
                    <a:pt x="395795" y="357593"/>
                  </a:lnTo>
                  <a:lnTo>
                    <a:pt x="395795" y="221551"/>
                  </a:lnTo>
                  <a:lnTo>
                    <a:pt x="399834" y="221551"/>
                  </a:lnTo>
                  <a:lnTo>
                    <a:pt x="442480" y="243014"/>
                  </a:lnTo>
                  <a:lnTo>
                    <a:pt x="476262" y="275907"/>
                  </a:lnTo>
                  <a:lnTo>
                    <a:pt x="498970" y="318719"/>
                  </a:lnTo>
                  <a:lnTo>
                    <a:pt x="507136" y="368363"/>
                  </a:lnTo>
                  <a:lnTo>
                    <a:pt x="507136" y="271919"/>
                  </a:lnTo>
                  <a:lnTo>
                    <a:pt x="479945" y="237553"/>
                  </a:lnTo>
                  <a:lnTo>
                    <a:pt x="433235" y="204685"/>
                  </a:lnTo>
                  <a:lnTo>
                    <a:pt x="403479" y="193319"/>
                  </a:lnTo>
                  <a:lnTo>
                    <a:pt x="402018" y="193319"/>
                  </a:lnTo>
                  <a:lnTo>
                    <a:pt x="395795" y="193319"/>
                  </a:lnTo>
                  <a:lnTo>
                    <a:pt x="395795" y="164325"/>
                  </a:lnTo>
                  <a:lnTo>
                    <a:pt x="394893" y="155524"/>
                  </a:lnTo>
                  <a:lnTo>
                    <a:pt x="392811" y="148831"/>
                  </a:lnTo>
                  <a:lnTo>
                    <a:pt x="392341" y="147294"/>
                  </a:lnTo>
                  <a:lnTo>
                    <a:pt x="367525" y="123558"/>
                  </a:lnTo>
                  <a:lnTo>
                    <a:pt x="367525" y="193319"/>
                  </a:lnTo>
                  <a:lnTo>
                    <a:pt x="367525" y="221551"/>
                  </a:lnTo>
                  <a:lnTo>
                    <a:pt x="367512" y="193319"/>
                  </a:lnTo>
                  <a:lnTo>
                    <a:pt x="367499" y="361924"/>
                  </a:lnTo>
                  <a:lnTo>
                    <a:pt x="365798" y="365709"/>
                  </a:lnTo>
                  <a:lnTo>
                    <a:pt x="362966" y="368566"/>
                  </a:lnTo>
                  <a:lnTo>
                    <a:pt x="360108" y="371398"/>
                  </a:lnTo>
                  <a:lnTo>
                    <a:pt x="356311" y="373100"/>
                  </a:lnTo>
                  <a:lnTo>
                    <a:pt x="347637" y="373100"/>
                  </a:lnTo>
                  <a:lnTo>
                    <a:pt x="336435" y="221551"/>
                  </a:lnTo>
                  <a:lnTo>
                    <a:pt x="336435" y="193319"/>
                  </a:lnTo>
                  <a:lnTo>
                    <a:pt x="336448" y="159994"/>
                  </a:lnTo>
                  <a:lnTo>
                    <a:pt x="338150" y="156210"/>
                  </a:lnTo>
                  <a:lnTo>
                    <a:pt x="340995" y="153365"/>
                  </a:lnTo>
                  <a:lnTo>
                    <a:pt x="343839" y="150533"/>
                  </a:lnTo>
                  <a:lnTo>
                    <a:pt x="347637" y="148831"/>
                  </a:lnTo>
                  <a:lnTo>
                    <a:pt x="356311" y="148831"/>
                  </a:lnTo>
                  <a:lnTo>
                    <a:pt x="367512" y="193319"/>
                  </a:lnTo>
                  <a:lnTo>
                    <a:pt x="367525" y="123558"/>
                  </a:lnTo>
                  <a:lnTo>
                    <a:pt x="360819" y="121475"/>
                  </a:lnTo>
                  <a:lnTo>
                    <a:pt x="352005" y="120586"/>
                  </a:lnTo>
                  <a:lnTo>
                    <a:pt x="343154" y="121475"/>
                  </a:lnTo>
                  <a:lnTo>
                    <a:pt x="311607" y="147294"/>
                  </a:lnTo>
                  <a:lnTo>
                    <a:pt x="308152" y="164325"/>
                  </a:lnTo>
                  <a:lnTo>
                    <a:pt x="308152" y="193319"/>
                  </a:lnTo>
                  <a:lnTo>
                    <a:pt x="298615" y="193319"/>
                  </a:lnTo>
                  <a:lnTo>
                    <a:pt x="244716" y="219773"/>
                  </a:lnTo>
                  <a:lnTo>
                    <a:pt x="204470" y="259473"/>
                  </a:lnTo>
                  <a:lnTo>
                    <a:pt x="178041" y="310057"/>
                  </a:lnTo>
                  <a:lnTo>
                    <a:pt x="168541" y="368363"/>
                  </a:lnTo>
                  <a:lnTo>
                    <a:pt x="172275" y="405257"/>
                  </a:lnTo>
                  <a:lnTo>
                    <a:pt x="199885" y="470776"/>
                  </a:lnTo>
                  <a:lnTo>
                    <a:pt x="249402" y="520217"/>
                  </a:lnTo>
                  <a:lnTo>
                    <a:pt x="314998" y="547776"/>
                  </a:lnTo>
                  <a:lnTo>
                    <a:pt x="351942" y="551510"/>
                  </a:lnTo>
                  <a:lnTo>
                    <a:pt x="388924" y="547789"/>
                  </a:lnTo>
                  <a:lnTo>
                    <a:pt x="454545" y="520217"/>
                  </a:lnTo>
                  <a:lnTo>
                    <a:pt x="504075" y="470776"/>
                  </a:lnTo>
                  <a:lnTo>
                    <a:pt x="531685" y="405257"/>
                  </a:lnTo>
                  <a:lnTo>
                    <a:pt x="535419" y="368363"/>
                  </a:lnTo>
                  <a:close/>
                </a:path>
                <a:path w="704215" h="702945">
                  <a:moveTo>
                    <a:pt x="703948" y="351396"/>
                  </a:moveTo>
                  <a:lnTo>
                    <a:pt x="700735" y="303720"/>
                  </a:lnTo>
                  <a:lnTo>
                    <a:pt x="691375" y="257987"/>
                  </a:lnTo>
                  <a:lnTo>
                    <a:pt x="676287" y="214617"/>
                  </a:lnTo>
                  <a:lnTo>
                    <a:pt x="655891" y="174028"/>
                  </a:lnTo>
                  <a:lnTo>
                    <a:pt x="630605" y="136652"/>
                  </a:lnTo>
                  <a:lnTo>
                    <a:pt x="600862" y="102920"/>
                  </a:lnTo>
                  <a:lnTo>
                    <a:pt x="565607" y="72097"/>
                  </a:lnTo>
                  <a:lnTo>
                    <a:pt x="526427" y="46126"/>
                  </a:lnTo>
                  <a:lnTo>
                    <a:pt x="509663" y="38011"/>
                  </a:lnTo>
                  <a:lnTo>
                    <a:pt x="483806" y="25476"/>
                  </a:lnTo>
                  <a:lnTo>
                    <a:pt x="438213" y="10617"/>
                  </a:lnTo>
                  <a:lnTo>
                    <a:pt x="433235" y="38011"/>
                  </a:lnTo>
                  <a:lnTo>
                    <a:pt x="425665" y="36639"/>
                  </a:lnTo>
                  <a:lnTo>
                    <a:pt x="469214" y="50076"/>
                  </a:lnTo>
                  <a:lnTo>
                    <a:pt x="509930" y="69240"/>
                  </a:lnTo>
                  <a:lnTo>
                    <a:pt x="547293" y="93675"/>
                  </a:lnTo>
                  <a:lnTo>
                    <a:pt x="580859" y="122885"/>
                  </a:lnTo>
                  <a:lnTo>
                    <a:pt x="613232" y="160553"/>
                  </a:lnTo>
                  <a:lnTo>
                    <a:pt x="639546" y="202882"/>
                  </a:lnTo>
                  <a:lnTo>
                    <a:pt x="659168" y="249237"/>
                  </a:lnTo>
                  <a:lnTo>
                    <a:pt x="671436" y="298958"/>
                  </a:lnTo>
                  <a:lnTo>
                    <a:pt x="675678" y="351396"/>
                  </a:lnTo>
                  <a:lnTo>
                    <a:pt x="671436" y="403821"/>
                  </a:lnTo>
                  <a:lnTo>
                    <a:pt x="659168" y="453542"/>
                  </a:lnTo>
                  <a:lnTo>
                    <a:pt x="639546" y="499897"/>
                  </a:lnTo>
                  <a:lnTo>
                    <a:pt x="613219" y="542239"/>
                  </a:lnTo>
                  <a:lnTo>
                    <a:pt x="580859" y="579907"/>
                  </a:lnTo>
                  <a:lnTo>
                    <a:pt x="543140" y="612216"/>
                  </a:lnTo>
                  <a:lnTo>
                    <a:pt x="500722" y="638492"/>
                  </a:lnTo>
                  <a:lnTo>
                    <a:pt x="454304" y="658088"/>
                  </a:lnTo>
                  <a:lnTo>
                    <a:pt x="404495" y="670331"/>
                  </a:lnTo>
                  <a:lnTo>
                    <a:pt x="351980" y="674560"/>
                  </a:lnTo>
                  <a:lnTo>
                    <a:pt x="299466" y="670331"/>
                  </a:lnTo>
                  <a:lnTo>
                    <a:pt x="249656" y="658088"/>
                  </a:lnTo>
                  <a:lnTo>
                    <a:pt x="203225" y="638492"/>
                  </a:lnTo>
                  <a:lnTo>
                    <a:pt x="160820" y="612216"/>
                  </a:lnTo>
                  <a:lnTo>
                    <a:pt x="123088" y="579907"/>
                  </a:lnTo>
                  <a:lnTo>
                    <a:pt x="90728" y="542239"/>
                  </a:lnTo>
                  <a:lnTo>
                    <a:pt x="64401" y="499897"/>
                  </a:lnTo>
                  <a:lnTo>
                    <a:pt x="44780" y="453542"/>
                  </a:lnTo>
                  <a:lnTo>
                    <a:pt x="32524" y="403821"/>
                  </a:lnTo>
                  <a:lnTo>
                    <a:pt x="28282" y="351396"/>
                  </a:lnTo>
                  <a:lnTo>
                    <a:pt x="32524" y="298958"/>
                  </a:lnTo>
                  <a:lnTo>
                    <a:pt x="44780" y="249237"/>
                  </a:lnTo>
                  <a:lnTo>
                    <a:pt x="64401" y="202882"/>
                  </a:lnTo>
                  <a:lnTo>
                    <a:pt x="90728" y="160553"/>
                  </a:lnTo>
                  <a:lnTo>
                    <a:pt x="123088" y="122885"/>
                  </a:lnTo>
                  <a:lnTo>
                    <a:pt x="156654" y="93675"/>
                  </a:lnTo>
                  <a:lnTo>
                    <a:pt x="194017" y="69253"/>
                  </a:lnTo>
                  <a:lnTo>
                    <a:pt x="234721" y="50076"/>
                  </a:lnTo>
                  <a:lnTo>
                    <a:pt x="273850" y="38011"/>
                  </a:lnTo>
                  <a:lnTo>
                    <a:pt x="278307" y="36639"/>
                  </a:lnTo>
                  <a:lnTo>
                    <a:pt x="270725" y="38011"/>
                  </a:lnTo>
                  <a:lnTo>
                    <a:pt x="265747" y="10617"/>
                  </a:lnTo>
                  <a:lnTo>
                    <a:pt x="220141" y="25476"/>
                  </a:lnTo>
                  <a:lnTo>
                    <a:pt x="177520" y="46126"/>
                  </a:lnTo>
                  <a:lnTo>
                    <a:pt x="138341" y="72097"/>
                  </a:lnTo>
                  <a:lnTo>
                    <a:pt x="103085" y="102920"/>
                  </a:lnTo>
                  <a:lnTo>
                    <a:pt x="73342" y="136652"/>
                  </a:lnTo>
                  <a:lnTo>
                    <a:pt x="48056" y="174028"/>
                  </a:lnTo>
                  <a:lnTo>
                    <a:pt x="27660" y="214617"/>
                  </a:lnTo>
                  <a:lnTo>
                    <a:pt x="12573" y="257987"/>
                  </a:lnTo>
                  <a:lnTo>
                    <a:pt x="3213" y="303720"/>
                  </a:lnTo>
                  <a:lnTo>
                    <a:pt x="0" y="351396"/>
                  </a:lnTo>
                  <a:lnTo>
                    <a:pt x="3213" y="399059"/>
                  </a:lnTo>
                  <a:lnTo>
                    <a:pt x="12573" y="444792"/>
                  </a:lnTo>
                  <a:lnTo>
                    <a:pt x="27660" y="488175"/>
                  </a:lnTo>
                  <a:lnTo>
                    <a:pt x="48056" y="528764"/>
                  </a:lnTo>
                  <a:lnTo>
                    <a:pt x="73342" y="566127"/>
                  </a:lnTo>
                  <a:lnTo>
                    <a:pt x="103085" y="599871"/>
                  </a:lnTo>
                  <a:lnTo>
                    <a:pt x="136880" y="629564"/>
                  </a:lnTo>
                  <a:lnTo>
                    <a:pt x="174307" y="654799"/>
                  </a:lnTo>
                  <a:lnTo>
                    <a:pt x="214960" y="675170"/>
                  </a:lnTo>
                  <a:lnTo>
                    <a:pt x="258394" y="690232"/>
                  </a:lnTo>
                  <a:lnTo>
                    <a:pt x="304203" y="699579"/>
                  </a:lnTo>
                  <a:lnTo>
                    <a:pt x="351942" y="702792"/>
                  </a:lnTo>
                  <a:lnTo>
                    <a:pt x="399719" y="699579"/>
                  </a:lnTo>
                  <a:lnTo>
                    <a:pt x="445528" y="690232"/>
                  </a:lnTo>
                  <a:lnTo>
                    <a:pt x="488975" y="675170"/>
                  </a:lnTo>
                  <a:lnTo>
                    <a:pt x="529628" y="654799"/>
                  </a:lnTo>
                  <a:lnTo>
                    <a:pt x="567067" y="629564"/>
                  </a:lnTo>
                  <a:lnTo>
                    <a:pt x="600862" y="599871"/>
                  </a:lnTo>
                  <a:lnTo>
                    <a:pt x="630605" y="566127"/>
                  </a:lnTo>
                  <a:lnTo>
                    <a:pt x="655891" y="528764"/>
                  </a:lnTo>
                  <a:lnTo>
                    <a:pt x="676287" y="488175"/>
                  </a:lnTo>
                  <a:lnTo>
                    <a:pt x="691375" y="444792"/>
                  </a:lnTo>
                  <a:lnTo>
                    <a:pt x="700735" y="399059"/>
                  </a:lnTo>
                  <a:lnTo>
                    <a:pt x="703948" y="351396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53579" y="4799533"/>
              <a:ext cx="174911" cy="9712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336554" y="4799688"/>
            <a:ext cx="436880" cy="762000"/>
            <a:chOff x="14336554" y="4799688"/>
            <a:chExt cx="436880" cy="76200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20827" y="4819845"/>
              <a:ext cx="252608" cy="1986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336547" y="4964467"/>
              <a:ext cx="436245" cy="597535"/>
            </a:xfrm>
            <a:custGeom>
              <a:avLst/>
              <a:gdLst/>
              <a:ahLst/>
              <a:cxnLst/>
              <a:rect l="l" t="t" r="r" b="b"/>
              <a:pathLst>
                <a:path w="436244" h="597535">
                  <a:moveTo>
                    <a:pt x="435648" y="56400"/>
                  </a:moveTo>
                  <a:lnTo>
                    <a:pt x="435457" y="55168"/>
                  </a:lnTo>
                  <a:lnTo>
                    <a:pt x="435063" y="54000"/>
                  </a:lnTo>
                  <a:lnTo>
                    <a:pt x="434898" y="53505"/>
                  </a:lnTo>
                  <a:lnTo>
                    <a:pt x="434898" y="54495"/>
                  </a:lnTo>
                  <a:lnTo>
                    <a:pt x="434708" y="54978"/>
                  </a:lnTo>
                  <a:lnTo>
                    <a:pt x="432447" y="59626"/>
                  </a:lnTo>
                  <a:lnTo>
                    <a:pt x="428256" y="62052"/>
                  </a:lnTo>
                  <a:lnTo>
                    <a:pt x="432435" y="59626"/>
                  </a:lnTo>
                  <a:lnTo>
                    <a:pt x="434898" y="54495"/>
                  </a:lnTo>
                  <a:lnTo>
                    <a:pt x="434898" y="53505"/>
                  </a:lnTo>
                  <a:lnTo>
                    <a:pt x="434213" y="51409"/>
                  </a:lnTo>
                  <a:lnTo>
                    <a:pt x="432460" y="49174"/>
                  </a:lnTo>
                  <a:lnTo>
                    <a:pt x="430060" y="47701"/>
                  </a:lnTo>
                  <a:lnTo>
                    <a:pt x="423887" y="44373"/>
                  </a:lnTo>
                  <a:lnTo>
                    <a:pt x="412127" y="39255"/>
                  </a:lnTo>
                  <a:lnTo>
                    <a:pt x="412127" y="64731"/>
                  </a:lnTo>
                  <a:lnTo>
                    <a:pt x="412127" y="566064"/>
                  </a:lnTo>
                  <a:lnTo>
                    <a:pt x="386994" y="555840"/>
                  </a:lnTo>
                  <a:lnTo>
                    <a:pt x="352717" y="545071"/>
                  </a:lnTo>
                  <a:lnTo>
                    <a:pt x="350316" y="544309"/>
                  </a:lnTo>
                  <a:lnTo>
                    <a:pt x="301409" y="533209"/>
                  </a:lnTo>
                  <a:lnTo>
                    <a:pt x="239636" y="524268"/>
                  </a:lnTo>
                  <a:lnTo>
                    <a:pt x="190982" y="521639"/>
                  </a:lnTo>
                  <a:lnTo>
                    <a:pt x="164338" y="522478"/>
                  </a:lnTo>
                  <a:lnTo>
                    <a:pt x="141782" y="524611"/>
                  </a:lnTo>
                  <a:lnTo>
                    <a:pt x="123507" y="527418"/>
                  </a:lnTo>
                  <a:lnTo>
                    <a:pt x="109740" y="530313"/>
                  </a:lnTo>
                  <a:lnTo>
                    <a:pt x="24841" y="45961"/>
                  </a:lnTo>
                  <a:lnTo>
                    <a:pt x="69697" y="30695"/>
                  </a:lnTo>
                  <a:lnTo>
                    <a:pt x="123596" y="24396"/>
                  </a:lnTo>
                  <a:lnTo>
                    <a:pt x="160375" y="23431"/>
                  </a:lnTo>
                  <a:lnTo>
                    <a:pt x="173875" y="23545"/>
                  </a:lnTo>
                  <a:lnTo>
                    <a:pt x="219252" y="25387"/>
                  </a:lnTo>
                  <a:lnTo>
                    <a:pt x="269633" y="29845"/>
                  </a:lnTo>
                  <a:lnTo>
                    <a:pt x="311912" y="35966"/>
                  </a:lnTo>
                  <a:lnTo>
                    <a:pt x="373722" y="50330"/>
                  </a:lnTo>
                  <a:lnTo>
                    <a:pt x="409511" y="63487"/>
                  </a:lnTo>
                  <a:lnTo>
                    <a:pt x="412127" y="64731"/>
                  </a:lnTo>
                  <a:lnTo>
                    <a:pt x="412127" y="39255"/>
                  </a:lnTo>
                  <a:lnTo>
                    <a:pt x="333946" y="16281"/>
                  </a:lnTo>
                  <a:lnTo>
                    <a:pt x="283425" y="7937"/>
                  </a:lnTo>
                  <a:lnTo>
                    <a:pt x="220726" y="1993"/>
                  </a:lnTo>
                  <a:lnTo>
                    <a:pt x="174269" y="114"/>
                  </a:lnTo>
                  <a:lnTo>
                    <a:pt x="160375" y="0"/>
                  </a:lnTo>
                  <a:lnTo>
                    <a:pt x="117551" y="1295"/>
                  </a:lnTo>
                  <a:lnTo>
                    <a:pt x="56172" y="9626"/>
                  </a:lnTo>
                  <a:lnTo>
                    <a:pt x="15633" y="24155"/>
                  </a:lnTo>
                  <a:lnTo>
                    <a:pt x="0" y="39458"/>
                  </a:lnTo>
                  <a:lnTo>
                    <a:pt x="101" y="41008"/>
                  </a:lnTo>
                  <a:lnTo>
                    <a:pt x="89382" y="550468"/>
                  </a:lnTo>
                  <a:lnTo>
                    <a:pt x="91478" y="553466"/>
                  </a:lnTo>
                  <a:lnTo>
                    <a:pt x="96266" y="556247"/>
                  </a:lnTo>
                  <a:lnTo>
                    <a:pt x="98336" y="556793"/>
                  </a:lnTo>
                  <a:lnTo>
                    <a:pt x="101727" y="556793"/>
                  </a:lnTo>
                  <a:lnTo>
                    <a:pt x="103047" y="556577"/>
                  </a:lnTo>
                  <a:lnTo>
                    <a:pt x="104317" y="556120"/>
                  </a:lnTo>
                  <a:lnTo>
                    <a:pt x="110693" y="554240"/>
                  </a:lnTo>
                  <a:lnTo>
                    <a:pt x="127698" y="550481"/>
                  </a:lnTo>
                  <a:lnTo>
                    <a:pt x="154774" y="546747"/>
                  </a:lnTo>
                  <a:lnTo>
                    <a:pt x="190957" y="545071"/>
                  </a:lnTo>
                  <a:lnTo>
                    <a:pt x="201688" y="545211"/>
                  </a:lnTo>
                  <a:lnTo>
                    <a:pt x="282067" y="553605"/>
                  </a:lnTo>
                  <a:lnTo>
                    <a:pt x="320065" y="560959"/>
                  </a:lnTo>
                  <a:lnTo>
                    <a:pt x="376339" y="576922"/>
                  </a:lnTo>
                  <a:lnTo>
                    <a:pt x="411454" y="591781"/>
                  </a:lnTo>
                  <a:lnTo>
                    <a:pt x="419417" y="596468"/>
                  </a:lnTo>
                  <a:lnTo>
                    <a:pt x="421652" y="597103"/>
                  </a:lnTo>
                  <a:lnTo>
                    <a:pt x="425818" y="597103"/>
                  </a:lnTo>
                  <a:lnTo>
                    <a:pt x="427736" y="596646"/>
                  </a:lnTo>
                  <a:lnTo>
                    <a:pt x="433285" y="593661"/>
                  </a:lnTo>
                  <a:lnTo>
                    <a:pt x="435648" y="589699"/>
                  </a:lnTo>
                  <a:lnTo>
                    <a:pt x="435648" y="566064"/>
                  </a:lnTo>
                  <a:lnTo>
                    <a:pt x="435648" y="62052"/>
                  </a:lnTo>
                  <a:lnTo>
                    <a:pt x="435648" y="56400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88686" y="4799688"/>
              <a:ext cx="236638" cy="16819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62976" y="4927967"/>
              <a:ext cx="331470" cy="291465"/>
            </a:xfrm>
            <a:custGeom>
              <a:avLst/>
              <a:gdLst/>
              <a:ahLst/>
              <a:cxnLst/>
              <a:rect l="l" t="t" r="r" b="b"/>
              <a:pathLst>
                <a:path w="331469" h="291464">
                  <a:moveTo>
                    <a:pt x="261759" y="31877"/>
                  </a:moveTo>
                  <a:lnTo>
                    <a:pt x="261581" y="32397"/>
                  </a:lnTo>
                  <a:lnTo>
                    <a:pt x="261188" y="33413"/>
                  </a:lnTo>
                  <a:lnTo>
                    <a:pt x="261404" y="33020"/>
                  </a:lnTo>
                  <a:lnTo>
                    <a:pt x="261759" y="31877"/>
                  </a:lnTo>
                  <a:close/>
                </a:path>
                <a:path w="331469" h="291464">
                  <a:moveTo>
                    <a:pt x="262305" y="29806"/>
                  </a:moveTo>
                  <a:lnTo>
                    <a:pt x="262242" y="26060"/>
                  </a:lnTo>
                  <a:lnTo>
                    <a:pt x="261937" y="24866"/>
                  </a:lnTo>
                  <a:lnTo>
                    <a:pt x="261899" y="24688"/>
                  </a:lnTo>
                  <a:lnTo>
                    <a:pt x="260464" y="21526"/>
                  </a:lnTo>
                  <a:lnTo>
                    <a:pt x="259143" y="19900"/>
                  </a:lnTo>
                  <a:lnTo>
                    <a:pt x="257060" y="18415"/>
                  </a:lnTo>
                  <a:lnTo>
                    <a:pt x="256692" y="18135"/>
                  </a:lnTo>
                  <a:lnTo>
                    <a:pt x="255828" y="17665"/>
                  </a:lnTo>
                  <a:lnTo>
                    <a:pt x="255295" y="17475"/>
                  </a:lnTo>
                  <a:lnTo>
                    <a:pt x="254355" y="17094"/>
                  </a:lnTo>
                  <a:lnTo>
                    <a:pt x="253847" y="16941"/>
                  </a:lnTo>
                  <a:lnTo>
                    <a:pt x="194779" y="5638"/>
                  </a:lnTo>
                  <a:lnTo>
                    <a:pt x="143065" y="673"/>
                  </a:lnTo>
                  <a:lnTo>
                    <a:pt x="116624" y="0"/>
                  </a:lnTo>
                  <a:lnTo>
                    <a:pt x="71716" y="2057"/>
                  </a:lnTo>
                  <a:lnTo>
                    <a:pt x="17170" y="11201"/>
                  </a:lnTo>
                  <a:lnTo>
                    <a:pt x="0" y="22174"/>
                  </a:lnTo>
                  <a:lnTo>
                    <a:pt x="3759" y="33185"/>
                  </a:lnTo>
                  <a:lnTo>
                    <a:pt x="8331" y="36258"/>
                  </a:lnTo>
                  <a:lnTo>
                    <a:pt x="14490" y="36258"/>
                  </a:lnTo>
                  <a:lnTo>
                    <a:pt x="15760" y="36055"/>
                  </a:lnTo>
                  <a:lnTo>
                    <a:pt x="17018" y="35623"/>
                  </a:lnTo>
                  <a:lnTo>
                    <a:pt x="24218" y="33591"/>
                  </a:lnTo>
                  <a:lnTo>
                    <a:pt x="43815" y="29413"/>
                  </a:lnTo>
                  <a:lnTo>
                    <a:pt x="74904" y="25285"/>
                  </a:lnTo>
                  <a:lnTo>
                    <a:pt x="116611" y="23431"/>
                  </a:lnTo>
                  <a:lnTo>
                    <a:pt x="144970" y="24231"/>
                  </a:lnTo>
                  <a:lnTo>
                    <a:pt x="210667" y="31877"/>
                  </a:lnTo>
                  <a:lnTo>
                    <a:pt x="248767" y="39814"/>
                  </a:lnTo>
                  <a:lnTo>
                    <a:pt x="249694" y="39916"/>
                  </a:lnTo>
                  <a:lnTo>
                    <a:pt x="261772" y="31826"/>
                  </a:lnTo>
                  <a:lnTo>
                    <a:pt x="262026" y="30937"/>
                  </a:lnTo>
                  <a:lnTo>
                    <a:pt x="262305" y="29806"/>
                  </a:lnTo>
                  <a:close/>
                </a:path>
                <a:path w="331469" h="291464">
                  <a:moveTo>
                    <a:pt x="331457" y="127977"/>
                  </a:moveTo>
                  <a:lnTo>
                    <a:pt x="307936" y="116827"/>
                  </a:lnTo>
                  <a:lnTo>
                    <a:pt x="307936" y="140931"/>
                  </a:lnTo>
                  <a:lnTo>
                    <a:pt x="307936" y="262813"/>
                  </a:lnTo>
                  <a:lnTo>
                    <a:pt x="286562" y="257086"/>
                  </a:lnTo>
                  <a:lnTo>
                    <a:pt x="255879" y="250748"/>
                  </a:lnTo>
                  <a:lnTo>
                    <a:pt x="243116" y="248856"/>
                  </a:lnTo>
                  <a:lnTo>
                    <a:pt x="215455" y="244741"/>
                  </a:lnTo>
                  <a:lnTo>
                    <a:pt x="164896" y="240068"/>
                  </a:lnTo>
                  <a:lnTo>
                    <a:pt x="159105" y="239674"/>
                  </a:lnTo>
                  <a:lnTo>
                    <a:pt x="153517" y="239509"/>
                  </a:lnTo>
                  <a:lnTo>
                    <a:pt x="148132" y="239509"/>
                  </a:lnTo>
                  <a:lnTo>
                    <a:pt x="127177" y="240385"/>
                  </a:lnTo>
                  <a:lnTo>
                    <a:pt x="108915" y="242633"/>
                  </a:lnTo>
                  <a:lnTo>
                    <a:pt x="93611" y="245643"/>
                  </a:lnTo>
                  <a:lnTo>
                    <a:pt x="81534" y="248856"/>
                  </a:lnTo>
                  <a:lnTo>
                    <a:pt x="63258" y="133629"/>
                  </a:lnTo>
                  <a:lnTo>
                    <a:pt x="76784" y="130657"/>
                  </a:lnTo>
                  <a:lnTo>
                    <a:pt x="96507" y="127584"/>
                  </a:lnTo>
                  <a:lnTo>
                    <a:pt x="122504" y="125183"/>
                  </a:lnTo>
                  <a:lnTo>
                    <a:pt x="154901" y="124206"/>
                  </a:lnTo>
                  <a:lnTo>
                    <a:pt x="195516" y="125056"/>
                  </a:lnTo>
                  <a:lnTo>
                    <a:pt x="257530" y="130467"/>
                  </a:lnTo>
                  <a:lnTo>
                    <a:pt x="295998" y="137642"/>
                  </a:lnTo>
                  <a:lnTo>
                    <a:pt x="307936" y="140931"/>
                  </a:lnTo>
                  <a:lnTo>
                    <a:pt x="307936" y="116827"/>
                  </a:lnTo>
                  <a:lnTo>
                    <a:pt x="283984" y="111061"/>
                  </a:lnTo>
                  <a:lnTo>
                    <a:pt x="231749" y="103974"/>
                  </a:lnTo>
                  <a:lnTo>
                    <a:pt x="154927" y="100774"/>
                  </a:lnTo>
                  <a:lnTo>
                    <a:pt x="107505" y="102831"/>
                  </a:lnTo>
                  <a:lnTo>
                    <a:pt x="53251" y="112039"/>
                  </a:lnTo>
                  <a:lnTo>
                    <a:pt x="37541" y="121666"/>
                  </a:lnTo>
                  <a:lnTo>
                    <a:pt x="61061" y="270002"/>
                  </a:lnTo>
                  <a:lnTo>
                    <a:pt x="63296" y="273151"/>
                  </a:lnTo>
                  <a:lnTo>
                    <a:pt x="68249" y="275818"/>
                  </a:lnTo>
                  <a:lnTo>
                    <a:pt x="70180" y="276288"/>
                  </a:lnTo>
                  <a:lnTo>
                    <a:pt x="73748" y="276288"/>
                  </a:lnTo>
                  <a:lnTo>
                    <a:pt x="75387" y="275945"/>
                  </a:lnTo>
                  <a:lnTo>
                    <a:pt x="77216" y="275132"/>
                  </a:lnTo>
                  <a:lnTo>
                    <a:pt x="83921" y="272669"/>
                  </a:lnTo>
                  <a:lnTo>
                    <a:pt x="98628" y="268528"/>
                  </a:lnTo>
                  <a:lnTo>
                    <a:pt x="120345" y="264655"/>
                  </a:lnTo>
                  <a:lnTo>
                    <a:pt x="148031" y="262928"/>
                  </a:lnTo>
                  <a:lnTo>
                    <a:pt x="153035" y="262928"/>
                  </a:lnTo>
                  <a:lnTo>
                    <a:pt x="200710" y="266649"/>
                  </a:lnTo>
                  <a:lnTo>
                    <a:pt x="258826" y="275120"/>
                  </a:lnTo>
                  <a:lnTo>
                    <a:pt x="302018" y="285508"/>
                  </a:lnTo>
                  <a:lnTo>
                    <a:pt x="316547" y="290639"/>
                  </a:lnTo>
                  <a:lnTo>
                    <a:pt x="318122" y="290957"/>
                  </a:lnTo>
                  <a:lnTo>
                    <a:pt x="321957" y="290957"/>
                  </a:lnTo>
                  <a:lnTo>
                    <a:pt x="324205" y="290309"/>
                  </a:lnTo>
                  <a:lnTo>
                    <a:pt x="329463" y="286854"/>
                  </a:lnTo>
                  <a:lnTo>
                    <a:pt x="331457" y="283197"/>
                  </a:lnTo>
                  <a:lnTo>
                    <a:pt x="331457" y="262928"/>
                  </a:lnTo>
                  <a:lnTo>
                    <a:pt x="331457" y="127977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859584" y="479951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32918" y="366826"/>
                </a:moveTo>
                <a:lnTo>
                  <a:pt x="57454" y="366826"/>
                </a:lnTo>
                <a:lnTo>
                  <a:pt x="57454" y="395122"/>
                </a:lnTo>
                <a:lnTo>
                  <a:pt x="132918" y="395122"/>
                </a:lnTo>
                <a:lnTo>
                  <a:pt x="132918" y="366826"/>
                </a:lnTo>
                <a:close/>
              </a:path>
              <a:path w="762000" h="762000">
                <a:moveTo>
                  <a:pt x="215569" y="566381"/>
                </a:moveTo>
                <a:lnTo>
                  <a:pt x="195567" y="546366"/>
                </a:lnTo>
                <a:lnTo>
                  <a:pt x="142201" y="599719"/>
                </a:lnTo>
                <a:lnTo>
                  <a:pt x="162217" y="619734"/>
                </a:lnTo>
                <a:lnTo>
                  <a:pt x="215569" y="566381"/>
                </a:lnTo>
                <a:close/>
              </a:path>
              <a:path w="762000" h="762000">
                <a:moveTo>
                  <a:pt x="215569" y="195567"/>
                </a:moveTo>
                <a:lnTo>
                  <a:pt x="162217" y="142201"/>
                </a:lnTo>
                <a:lnTo>
                  <a:pt x="142201" y="162217"/>
                </a:lnTo>
                <a:lnTo>
                  <a:pt x="195567" y="215569"/>
                </a:lnTo>
                <a:lnTo>
                  <a:pt x="215569" y="195567"/>
                </a:lnTo>
                <a:close/>
              </a:path>
              <a:path w="762000" h="762000">
                <a:moveTo>
                  <a:pt x="395122" y="629031"/>
                </a:moveTo>
                <a:lnTo>
                  <a:pt x="366826" y="629031"/>
                </a:lnTo>
                <a:lnTo>
                  <a:pt x="366826" y="704481"/>
                </a:lnTo>
                <a:lnTo>
                  <a:pt x="395122" y="704481"/>
                </a:lnTo>
                <a:lnTo>
                  <a:pt x="395122" y="629031"/>
                </a:lnTo>
                <a:close/>
              </a:path>
              <a:path w="762000" h="762000">
                <a:moveTo>
                  <a:pt x="594575" y="367411"/>
                </a:moveTo>
                <a:lnTo>
                  <a:pt x="444296" y="367411"/>
                </a:lnTo>
                <a:lnTo>
                  <a:pt x="444296" y="387769"/>
                </a:lnTo>
                <a:lnTo>
                  <a:pt x="444296" y="390271"/>
                </a:lnTo>
                <a:lnTo>
                  <a:pt x="443992" y="390271"/>
                </a:lnTo>
                <a:lnTo>
                  <a:pt x="444296" y="387769"/>
                </a:lnTo>
                <a:lnTo>
                  <a:pt x="444296" y="367411"/>
                </a:lnTo>
                <a:lnTo>
                  <a:pt x="444246" y="371221"/>
                </a:lnTo>
                <a:lnTo>
                  <a:pt x="444246" y="373748"/>
                </a:lnTo>
                <a:lnTo>
                  <a:pt x="443966" y="371373"/>
                </a:lnTo>
                <a:lnTo>
                  <a:pt x="443928" y="371221"/>
                </a:lnTo>
                <a:lnTo>
                  <a:pt x="444246" y="371221"/>
                </a:lnTo>
                <a:lnTo>
                  <a:pt x="444246" y="367411"/>
                </a:lnTo>
                <a:lnTo>
                  <a:pt x="443496" y="367411"/>
                </a:lnTo>
                <a:lnTo>
                  <a:pt x="443496" y="369303"/>
                </a:lnTo>
                <a:lnTo>
                  <a:pt x="442937" y="366826"/>
                </a:lnTo>
                <a:lnTo>
                  <a:pt x="419277" y="330250"/>
                </a:lnTo>
                <a:lnTo>
                  <a:pt x="416229" y="328269"/>
                </a:lnTo>
                <a:lnTo>
                  <a:pt x="416229" y="380974"/>
                </a:lnTo>
                <a:lnTo>
                  <a:pt x="415505" y="388099"/>
                </a:lnTo>
                <a:lnTo>
                  <a:pt x="388086" y="415518"/>
                </a:lnTo>
                <a:lnTo>
                  <a:pt x="380974" y="416229"/>
                </a:lnTo>
                <a:lnTo>
                  <a:pt x="373849" y="415518"/>
                </a:lnTo>
                <a:lnTo>
                  <a:pt x="346430" y="388099"/>
                </a:lnTo>
                <a:lnTo>
                  <a:pt x="345719" y="380974"/>
                </a:lnTo>
                <a:lnTo>
                  <a:pt x="346430" y="373862"/>
                </a:lnTo>
                <a:lnTo>
                  <a:pt x="373849" y="346430"/>
                </a:lnTo>
                <a:lnTo>
                  <a:pt x="380974" y="345719"/>
                </a:lnTo>
                <a:lnTo>
                  <a:pt x="388086" y="346430"/>
                </a:lnTo>
                <a:lnTo>
                  <a:pt x="415505" y="373862"/>
                </a:lnTo>
                <a:lnTo>
                  <a:pt x="416229" y="380974"/>
                </a:lnTo>
                <a:lnTo>
                  <a:pt x="416229" y="328269"/>
                </a:lnTo>
                <a:lnTo>
                  <a:pt x="411861" y="325424"/>
                </a:lnTo>
                <a:lnTo>
                  <a:pt x="403771" y="321640"/>
                </a:lnTo>
                <a:lnTo>
                  <a:pt x="395122" y="319011"/>
                </a:lnTo>
                <a:lnTo>
                  <a:pt x="395122" y="345719"/>
                </a:lnTo>
                <a:lnTo>
                  <a:pt x="395109" y="318998"/>
                </a:lnTo>
                <a:lnTo>
                  <a:pt x="395122" y="317881"/>
                </a:lnTo>
                <a:lnTo>
                  <a:pt x="395122" y="317423"/>
                </a:lnTo>
                <a:lnTo>
                  <a:pt x="395122" y="132461"/>
                </a:lnTo>
                <a:lnTo>
                  <a:pt x="395109" y="57454"/>
                </a:lnTo>
                <a:lnTo>
                  <a:pt x="372135" y="57454"/>
                </a:lnTo>
                <a:lnTo>
                  <a:pt x="372135" y="317881"/>
                </a:lnTo>
                <a:lnTo>
                  <a:pt x="371373" y="317969"/>
                </a:lnTo>
                <a:lnTo>
                  <a:pt x="368935" y="318528"/>
                </a:lnTo>
                <a:lnTo>
                  <a:pt x="368935" y="317881"/>
                </a:lnTo>
                <a:lnTo>
                  <a:pt x="372135" y="317881"/>
                </a:lnTo>
                <a:lnTo>
                  <a:pt x="372135" y="57454"/>
                </a:lnTo>
                <a:lnTo>
                  <a:pt x="366826" y="57454"/>
                </a:lnTo>
                <a:lnTo>
                  <a:pt x="366826" y="132461"/>
                </a:lnTo>
                <a:lnTo>
                  <a:pt x="366826" y="132918"/>
                </a:lnTo>
                <a:lnTo>
                  <a:pt x="366826" y="317881"/>
                </a:lnTo>
                <a:lnTo>
                  <a:pt x="366826" y="318998"/>
                </a:lnTo>
                <a:lnTo>
                  <a:pt x="358165" y="321640"/>
                </a:lnTo>
                <a:lnTo>
                  <a:pt x="350075" y="325424"/>
                </a:lnTo>
                <a:lnTo>
                  <a:pt x="322414" y="356235"/>
                </a:lnTo>
                <a:lnTo>
                  <a:pt x="317411" y="380974"/>
                </a:lnTo>
                <a:lnTo>
                  <a:pt x="318706" y="393763"/>
                </a:lnTo>
                <a:lnTo>
                  <a:pt x="345414" y="433654"/>
                </a:lnTo>
                <a:lnTo>
                  <a:pt x="380936" y="444525"/>
                </a:lnTo>
                <a:lnTo>
                  <a:pt x="393763" y="443230"/>
                </a:lnTo>
                <a:lnTo>
                  <a:pt x="431685" y="419277"/>
                </a:lnTo>
                <a:lnTo>
                  <a:pt x="433666" y="416229"/>
                </a:lnTo>
                <a:lnTo>
                  <a:pt x="436524" y="411861"/>
                </a:lnTo>
                <a:lnTo>
                  <a:pt x="440296" y="403771"/>
                </a:lnTo>
                <a:lnTo>
                  <a:pt x="442937" y="395122"/>
                </a:lnTo>
                <a:lnTo>
                  <a:pt x="443458" y="392823"/>
                </a:lnTo>
                <a:lnTo>
                  <a:pt x="443458" y="395351"/>
                </a:lnTo>
                <a:lnTo>
                  <a:pt x="594575" y="395351"/>
                </a:lnTo>
                <a:lnTo>
                  <a:pt x="594575" y="390271"/>
                </a:lnTo>
                <a:lnTo>
                  <a:pt x="594575" y="385191"/>
                </a:lnTo>
                <a:lnTo>
                  <a:pt x="594575" y="376301"/>
                </a:lnTo>
                <a:lnTo>
                  <a:pt x="594575" y="371221"/>
                </a:lnTo>
                <a:lnTo>
                  <a:pt x="594575" y="367411"/>
                </a:lnTo>
                <a:close/>
              </a:path>
              <a:path w="762000" h="762000">
                <a:moveTo>
                  <a:pt x="619734" y="599719"/>
                </a:moveTo>
                <a:lnTo>
                  <a:pt x="566381" y="546366"/>
                </a:lnTo>
                <a:lnTo>
                  <a:pt x="546366" y="566381"/>
                </a:lnTo>
                <a:lnTo>
                  <a:pt x="599719" y="619734"/>
                </a:lnTo>
                <a:lnTo>
                  <a:pt x="619734" y="599719"/>
                </a:lnTo>
                <a:close/>
              </a:path>
              <a:path w="762000" h="762000">
                <a:moveTo>
                  <a:pt x="619734" y="162217"/>
                </a:moveTo>
                <a:lnTo>
                  <a:pt x="599719" y="142201"/>
                </a:lnTo>
                <a:lnTo>
                  <a:pt x="546366" y="195567"/>
                </a:lnTo>
                <a:lnTo>
                  <a:pt x="566381" y="215569"/>
                </a:lnTo>
                <a:lnTo>
                  <a:pt x="619734" y="162217"/>
                </a:lnTo>
                <a:close/>
              </a:path>
              <a:path w="762000" h="762000">
                <a:moveTo>
                  <a:pt x="704481" y="366826"/>
                </a:moveTo>
                <a:lnTo>
                  <a:pt x="629031" y="366826"/>
                </a:lnTo>
                <a:lnTo>
                  <a:pt x="629031" y="395122"/>
                </a:lnTo>
                <a:lnTo>
                  <a:pt x="704481" y="395122"/>
                </a:lnTo>
                <a:lnTo>
                  <a:pt x="704481" y="366826"/>
                </a:lnTo>
                <a:close/>
              </a:path>
              <a:path w="762000" h="762000">
                <a:moveTo>
                  <a:pt x="761936" y="380974"/>
                </a:moveTo>
                <a:lnTo>
                  <a:pt x="758456" y="329285"/>
                </a:lnTo>
                <a:lnTo>
                  <a:pt x="748322" y="279704"/>
                </a:lnTo>
                <a:lnTo>
                  <a:pt x="733640" y="237439"/>
                </a:lnTo>
                <a:lnTo>
                  <a:pt x="733640" y="380974"/>
                </a:lnTo>
                <a:lnTo>
                  <a:pt x="730415" y="428840"/>
                </a:lnTo>
                <a:lnTo>
                  <a:pt x="721042" y="474738"/>
                </a:lnTo>
                <a:lnTo>
                  <a:pt x="705929" y="518248"/>
                </a:lnTo>
                <a:lnTo>
                  <a:pt x="685495" y="558965"/>
                </a:lnTo>
                <a:lnTo>
                  <a:pt x="660158" y="596468"/>
                </a:lnTo>
                <a:lnTo>
                  <a:pt x="630339" y="630351"/>
                </a:lnTo>
                <a:lnTo>
                  <a:pt x="596455" y="660171"/>
                </a:lnTo>
                <a:lnTo>
                  <a:pt x="558952" y="685495"/>
                </a:lnTo>
                <a:lnTo>
                  <a:pt x="518236" y="705929"/>
                </a:lnTo>
                <a:lnTo>
                  <a:pt x="474726" y="721042"/>
                </a:lnTo>
                <a:lnTo>
                  <a:pt x="428840" y="730415"/>
                </a:lnTo>
                <a:lnTo>
                  <a:pt x="380961" y="733640"/>
                </a:lnTo>
                <a:lnTo>
                  <a:pt x="333095" y="730427"/>
                </a:lnTo>
                <a:lnTo>
                  <a:pt x="287197" y="721042"/>
                </a:lnTo>
                <a:lnTo>
                  <a:pt x="243687" y="705929"/>
                </a:lnTo>
                <a:lnTo>
                  <a:pt x="202971" y="685507"/>
                </a:lnTo>
                <a:lnTo>
                  <a:pt x="165468" y="660171"/>
                </a:lnTo>
                <a:lnTo>
                  <a:pt x="131584" y="630351"/>
                </a:lnTo>
                <a:lnTo>
                  <a:pt x="101777" y="596468"/>
                </a:lnTo>
                <a:lnTo>
                  <a:pt x="76441" y="558965"/>
                </a:lnTo>
                <a:lnTo>
                  <a:pt x="56007" y="518248"/>
                </a:lnTo>
                <a:lnTo>
                  <a:pt x="40894" y="474738"/>
                </a:lnTo>
                <a:lnTo>
                  <a:pt x="31508" y="428840"/>
                </a:lnTo>
                <a:lnTo>
                  <a:pt x="28295" y="380974"/>
                </a:lnTo>
                <a:lnTo>
                  <a:pt x="31508" y="333108"/>
                </a:lnTo>
                <a:lnTo>
                  <a:pt x="40894" y="287210"/>
                </a:lnTo>
                <a:lnTo>
                  <a:pt x="56007" y="243700"/>
                </a:lnTo>
                <a:lnTo>
                  <a:pt x="76441" y="202984"/>
                </a:lnTo>
                <a:lnTo>
                  <a:pt x="101777" y="165481"/>
                </a:lnTo>
                <a:lnTo>
                  <a:pt x="131584" y="131597"/>
                </a:lnTo>
                <a:lnTo>
                  <a:pt x="165468" y="101777"/>
                </a:lnTo>
                <a:lnTo>
                  <a:pt x="202971" y="76441"/>
                </a:lnTo>
                <a:lnTo>
                  <a:pt x="243687" y="56007"/>
                </a:lnTo>
                <a:lnTo>
                  <a:pt x="287197" y="40894"/>
                </a:lnTo>
                <a:lnTo>
                  <a:pt x="333095" y="31521"/>
                </a:lnTo>
                <a:lnTo>
                  <a:pt x="380961" y="28295"/>
                </a:lnTo>
                <a:lnTo>
                  <a:pt x="428840" y="31521"/>
                </a:lnTo>
                <a:lnTo>
                  <a:pt x="474726" y="40894"/>
                </a:lnTo>
                <a:lnTo>
                  <a:pt x="518236" y="56007"/>
                </a:lnTo>
                <a:lnTo>
                  <a:pt x="558952" y="76441"/>
                </a:lnTo>
                <a:lnTo>
                  <a:pt x="596455" y="101777"/>
                </a:lnTo>
                <a:lnTo>
                  <a:pt x="630339" y="131597"/>
                </a:lnTo>
                <a:lnTo>
                  <a:pt x="660158" y="165481"/>
                </a:lnTo>
                <a:lnTo>
                  <a:pt x="685495" y="202984"/>
                </a:lnTo>
                <a:lnTo>
                  <a:pt x="705929" y="243700"/>
                </a:lnTo>
                <a:lnTo>
                  <a:pt x="721042" y="287210"/>
                </a:lnTo>
                <a:lnTo>
                  <a:pt x="730415" y="333108"/>
                </a:lnTo>
                <a:lnTo>
                  <a:pt x="733640" y="380974"/>
                </a:lnTo>
                <a:lnTo>
                  <a:pt x="733640" y="237439"/>
                </a:lnTo>
                <a:lnTo>
                  <a:pt x="709904" y="188683"/>
                </a:lnTo>
                <a:lnTo>
                  <a:pt x="682548" y="148158"/>
                </a:lnTo>
                <a:lnTo>
                  <a:pt x="650341" y="111582"/>
                </a:lnTo>
                <a:lnTo>
                  <a:pt x="613778" y="79387"/>
                </a:lnTo>
                <a:lnTo>
                  <a:pt x="573265" y="52031"/>
                </a:lnTo>
                <a:lnTo>
                  <a:pt x="529272" y="29959"/>
                </a:lnTo>
                <a:lnTo>
                  <a:pt x="482244" y="13614"/>
                </a:lnTo>
                <a:lnTo>
                  <a:pt x="432676" y="3479"/>
                </a:lnTo>
                <a:lnTo>
                  <a:pt x="381000" y="0"/>
                </a:lnTo>
                <a:lnTo>
                  <a:pt x="329285" y="3479"/>
                </a:lnTo>
                <a:lnTo>
                  <a:pt x="279704" y="13614"/>
                </a:lnTo>
                <a:lnTo>
                  <a:pt x="232676" y="29946"/>
                </a:lnTo>
                <a:lnTo>
                  <a:pt x="188671" y="52019"/>
                </a:lnTo>
                <a:lnTo>
                  <a:pt x="148158" y="79387"/>
                </a:lnTo>
                <a:lnTo>
                  <a:pt x="111582" y="111582"/>
                </a:lnTo>
                <a:lnTo>
                  <a:pt x="79387" y="148158"/>
                </a:lnTo>
                <a:lnTo>
                  <a:pt x="52019" y="188683"/>
                </a:lnTo>
                <a:lnTo>
                  <a:pt x="29946" y="232676"/>
                </a:lnTo>
                <a:lnTo>
                  <a:pt x="13614" y="279704"/>
                </a:lnTo>
                <a:lnTo>
                  <a:pt x="3479" y="329285"/>
                </a:lnTo>
                <a:lnTo>
                  <a:pt x="0" y="380974"/>
                </a:lnTo>
                <a:lnTo>
                  <a:pt x="3479" y="432650"/>
                </a:lnTo>
                <a:lnTo>
                  <a:pt x="13614" y="482231"/>
                </a:lnTo>
                <a:lnTo>
                  <a:pt x="29946" y="529259"/>
                </a:lnTo>
                <a:lnTo>
                  <a:pt x="52019" y="573265"/>
                </a:lnTo>
                <a:lnTo>
                  <a:pt x="79387" y="613778"/>
                </a:lnTo>
                <a:lnTo>
                  <a:pt x="111582" y="650354"/>
                </a:lnTo>
                <a:lnTo>
                  <a:pt x="148145" y="682548"/>
                </a:lnTo>
                <a:lnTo>
                  <a:pt x="188671" y="709904"/>
                </a:lnTo>
                <a:lnTo>
                  <a:pt x="232664" y="731989"/>
                </a:lnTo>
                <a:lnTo>
                  <a:pt x="279679" y="748322"/>
                </a:lnTo>
                <a:lnTo>
                  <a:pt x="329260" y="758456"/>
                </a:lnTo>
                <a:lnTo>
                  <a:pt x="380936" y="761936"/>
                </a:lnTo>
                <a:lnTo>
                  <a:pt x="432650" y="758456"/>
                </a:lnTo>
                <a:lnTo>
                  <a:pt x="482231" y="748322"/>
                </a:lnTo>
                <a:lnTo>
                  <a:pt x="524510" y="733640"/>
                </a:lnTo>
                <a:lnTo>
                  <a:pt x="573252" y="709917"/>
                </a:lnTo>
                <a:lnTo>
                  <a:pt x="613778" y="682548"/>
                </a:lnTo>
                <a:lnTo>
                  <a:pt x="650341" y="650354"/>
                </a:lnTo>
                <a:lnTo>
                  <a:pt x="682548" y="613778"/>
                </a:lnTo>
                <a:lnTo>
                  <a:pt x="709904" y="573265"/>
                </a:lnTo>
                <a:lnTo>
                  <a:pt x="731989" y="529259"/>
                </a:lnTo>
                <a:lnTo>
                  <a:pt x="748322" y="482244"/>
                </a:lnTo>
                <a:lnTo>
                  <a:pt x="758456" y="432650"/>
                </a:lnTo>
                <a:lnTo>
                  <a:pt x="761936" y="38097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25137" y="7603883"/>
            <a:ext cx="471805" cy="762000"/>
          </a:xfrm>
          <a:custGeom>
            <a:avLst/>
            <a:gdLst/>
            <a:ahLst/>
            <a:cxnLst/>
            <a:rect l="l" t="t" r="r" b="b"/>
            <a:pathLst>
              <a:path w="471804" h="762000">
                <a:moveTo>
                  <a:pt x="237667" y="381152"/>
                </a:moveTo>
                <a:lnTo>
                  <a:pt x="235508" y="381127"/>
                </a:lnTo>
                <a:lnTo>
                  <a:pt x="234035" y="381152"/>
                </a:lnTo>
                <a:lnTo>
                  <a:pt x="237667" y="381152"/>
                </a:lnTo>
                <a:close/>
              </a:path>
              <a:path w="471804" h="762000">
                <a:moveTo>
                  <a:pt x="407517" y="520014"/>
                </a:moveTo>
                <a:lnTo>
                  <a:pt x="403428" y="481736"/>
                </a:lnTo>
                <a:lnTo>
                  <a:pt x="390867" y="444703"/>
                </a:lnTo>
                <a:lnTo>
                  <a:pt x="389890" y="442518"/>
                </a:lnTo>
                <a:lnTo>
                  <a:pt x="370890" y="405866"/>
                </a:lnTo>
                <a:lnTo>
                  <a:pt x="370890" y="519976"/>
                </a:lnTo>
                <a:lnTo>
                  <a:pt x="370509" y="532053"/>
                </a:lnTo>
                <a:lnTo>
                  <a:pt x="359994" y="571792"/>
                </a:lnTo>
                <a:lnTo>
                  <a:pt x="335546" y="603364"/>
                </a:lnTo>
                <a:lnTo>
                  <a:pt x="301053" y="625208"/>
                </a:lnTo>
                <a:lnTo>
                  <a:pt x="260400" y="636587"/>
                </a:lnTo>
                <a:lnTo>
                  <a:pt x="239001" y="638048"/>
                </a:lnTo>
                <a:lnTo>
                  <a:pt x="235508" y="638022"/>
                </a:lnTo>
                <a:lnTo>
                  <a:pt x="233616" y="638048"/>
                </a:lnTo>
                <a:lnTo>
                  <a:pt x="232676" y="638048"/>
                </a:lnTo>
                <a:lnTo>
                  <a:pt x="211289" y="636587"/>
                </a:lnTo>
                <a:lnTo>
                  <a:pt x="170649" y="625221"/>
                </a:lnTo>
                <a:lnTo>
                  <a:pt x="136144" y="603364"/>
                </a:lnTo>
                <a:lnTo>
                  <a:pt x="111696" y="571792"/>
                </a:lnTo>
                <a:lnTo>
                  <a:pt x="101168" y="532053"/>
                </a:lnTo>
                <a:lnTo>
                  <a:pt x="100787" y="520014"/>
                </a:lnTo>
                <a:lnTo>
                  <a:pt x="101409" y="507542"/>
                </a:lnTo>
                <a:lnTo>
                  <a:pt x="109766" y="469392"/>
                </a:lnTo>
                <a:lnTo>
                  <a:pt x="113995" y="460286"/>
                </a:lnTo>
                <a:lnTo>
                  <a:pt x="114731" y="458635"/>
                </a:lnTo>
                <a:lnTo>
                  <a:pt x="148551" y="393369"/>
                </a:lnTo>
                <a:lnTo>
                  <a:pt x="150660" y="394690"/>
                </a:lnTo>
                <a:lnTo>
                  <a:pt x="169735" y="404698"/>
                </a:lnTo>
                <a:lnTo>
                  <a:pt x="190004" y="411975"/>
                </a:lnTo>
                <a:lnTo>
                  <a:pt x="211175" y="416407"/>
                </a:lnTo>
                <a:lnTo>
                  <a:pt x="232956" y="417906"/>
                </a:lnTo>
                <a:lnTo>
                  <a:pt x="235851" y="417880"/>
                </a:lnTo>
                <a:lnTo>
                  <a:pt x="238429" y="417906"/>
                </a:lnTo>
                <a:lnTo>
                  <a:pt x="238709" y="417880"/>
                </a:lnTo>
                <a:lnTo>
                  <a:pt x="260299" y="416407"/>
                </a:lnTo>
                <a:lnTo>
                  <a:pt x="281559" y="411988"/>
                </a:lnTo>
                <a:lnTo>
                  <a:pt x="301904" y="404723"/>
                </a:lnTo>
                <a:lnTo>
                  <a:pt x="321030" y="394690"/>
                </a:lnTo>
                <a:lnTo>
                  <a:pt x="323126" y="393382"/>
                </a:lnTo>
                <a:lnTo>
                  <a:pt x="356946" y="458635"/>
                </a:lnTo>
                <a:lnTo>
                  <a:pt x="357619" y="460146"/>
                </a:lnTo>
                <a:lnTo>
                  <a:pt x="361911" y="469392"/>
                </a:lnTo>
                <a:lnTo>
                  <a:pt x="362915" y="472287"/>
                </a:lnTo>
                <a:lnTo>
                  <a:pt x="370890" y="519976"/>
                </a:lnTo>
                <a:lnTo>
                  <a:pt x="370890" y="405866"/>
                </a:lnTo>
                <a:lnTo>
                  <a:pt x="351256" y="367982"/>
                </a:lnTo>
                <a:lnTo>
                  <a:pt x="332181" y="331177"/>
                </a:lnTo>
                <a:lnTo>
                  <a:pt x="306120" y="280898"/>
                </a:lnTo>
                <a:lnTo>
                  <a:pt x="306120" y="360540"/>
                </a:lnTo>
                <a:lnTo>
                  <a:pt x="304711" y="361543"/>
                </a:lnTo>
                <a:lnTo>
                  <a:pt x="255460" y="380009"/>
                </a:lnTo>
                <a:lnTo>
                  <a:pt x="238912" y="381165"/>
                </a:lnTo>
                <a:lnTo>
                  <a:pt x="238747" y="381165"/>
                </a:lnTo>
                <a:lnTo>
                  <a:pt x="200126" y="376631"/>
                </a:lnTo>
                <a:lnTo>
                  <a:pt x="165582" y="360540"/>
                </a:lnTo>
                <a:lnTo>
                  <a:pt x="235851" y="224967"/>
                </a:lnTo>
                <a:lnTo>
                  <a:pt x="306120" y="360540"/>
                </a:lnTo>
                <a:lnTo>
                  <a:pt x="306120" y="280898"/>
                </a:lnTo>
                <a:lnTo>
                  <a:pt x="277139" y="224967"/>
                </a:lnTo>
                <a:lnTo>
                  <a:pt x="248945" y="170586"/>
                </a:lnTo>
                <a:lnTo>
                  <a:pt x="242684" y="166763"/>
                </a:lnTo>
                <a:lnTo>
                  <a:pt x="229019" y="166763"/>
                </a:lnTo>
                <a:lnTo>
                  <a:pt x="222758" y="170586"/>
                </a:lnTo>
                <a:lnTo>
                  <a:pt x="150952" y="309118"/>
                </a:lnTo>
                <a:lnTo>
                  <a:pt x="150952" y="347205"/>
                </a:lnTo>
                <a:lnTo>
                  <a:pt x="144729" y="339394"/>
                </a:lnTo>
                <a:lnTo>
                  <a:pt x="150952" y="347205"/>
                </a:lnTo>
                <a:lnTo>
                  <a:pt x="150952" y="309118"/>
                </a:lnTo>
                <a:lnTo>
                  <a:pt x="140919" y="328472"/>
                </a:lnTo>
                <a:lnTo>
                  <a:pt x="140919" y="387921"/>
                </a:lnTo>
                <a:lnTo>
                  <a:pt x="133642" y="381825"/>
                </a:lnTo>
                <a:lnTo>
                  <a:pt x="140919" y="387921"/>
                </a:lnTo>
                <a:lnTo>
                  <a:pt x="140919" y="328472"/>
                </a:lnTo>
                <a:lnTo>
                  <a:pt x="130136" y="289204"/>
                </a:lnTo>
                <a:lnTo>
                  <a:pt x="130619" y="279425"/>
                </a:lnTo>
                <a:lnTo>
                  <a:pt x="140525" y="242290"/>
                </a:lnTo>
                <a:lnTo>
                  <a:pt x="141058" y="241096"/>
                </a:lnTo>
                <a:lnTo>
                  <a:pt x="235851" y="58191"/>
                </a:lnTo>
                <a:lnTo>
                  <a:pt x="330657" y="241084"/>
                </a:lnTo>
                <a:lnTo>
                  <a:pt x="334568" y="249580"/>
                </a:lnTo>
                <a:lnTo>
                  <a:pt x="341579" y="289179"/>
                </a:lnTo>
                <a:lnTo>
                  <a:pt x="341287" y="298627"/>
                </a:lnTo>
                <a:lnTo>
                  <a:pt x="332193" y="331165"/>
                </a:lnTo>
                <a:lnTo>
                  <a:pt x="351256" y="367982"/>
                </a:lnTo>
                <a:lnTo>
                  <a:pt x="373761" y="325755"/>
                </a:lnTo>
                <a:lnTo>
                  <a:pt x="378206" y="289204"/>
                </a:lnTo>
                <a:lnTo>
                  <a:pt x="377571" y="276186"/>
                </a:lnTo>
                <a:lnTo>
                  <a:pt x="368566" y="235775"/>
                </a:lnTo>
                <a:lnTo>
                  <a:pt x="364426" y="226847"/>
                </a:lnTo>
                <a:lnTo>
                  <a:pt x="363588" y="224980"/>
                </a:lnTo>
                <a:lnTo>
                  <a:pt x="277139" y="58191"/>
                </a:lnTo>
                <a:lnTo>
                  <a:pt x="248945" y="3810"/>
                </a:lnTo>
                <a:lnTo>
                  <a:pt x="242684" y="0"/>
                </a:lnTo>
                <a:lnTo>
                  <a:pt x="229019" y="0"/>
                </a:lnTo>
                <a:lnTo>
                  <a:pt x="222758" y="3810"/>
                </a:lnTo>
                <a:lnTo>
                  <a:pt x="107962" y="225323"/>
                </a:lnTo>
                <a:lnTo>
                  <a:pt x="107289" y="226847"/>
                </a:lnTo>
                <a:lnTo>
                  <a:pt x="103136" y="235775"/>
                </a:lnTo>
                <a:lnTo>
                  <a:pt x="94132" y="276186"/>
                </a:lnTo>
                <a:lnTo>
                  <a:pt x="93510" y="289179"/>
                </a:lnTo>
                <a:lnTo>
                  <a:pt x="93929" y="301802"/>
                </a:lnTo>
                <a:lnTo>
                  <a:pt x="106667" y="347484"/>
                </a:lnTo>
                <a:lnTo>
                  <a:pt x="120446" y="367969"/>
                </a:lnTo>
                <a:lnTo>
                  <a:pt x="81635" y="442861"/>
                </a:lnTo>
                <a:lnTo>
                  <a:pt x="80835" y="444703"/>
                </a:lnTo>
                <a:lnTo>
                  <a:pt x="75768" y="455587"/>
                </a:lnTo>
                <a:lnTo>
                  <a:pt x="66268" y="492899"/>
                </a:lnTo>
                <a:lnTo>
                  <a:pt x="64173" y="519976"/>
                </a:lnTo>
                <a:lnTo>
                  <a:pt x="64693" y="535203"/>
                </a:lnTo>
                <a:lnTo>
                  <a:pt x="78727" y="587743"/>
                </a:lnTo>
                <a:lnTo>
                  <a:pt x="111417" y="630453"/>
                </a:lnTo>
                <a:lnTo>
                  <a:pt x="155867" y="658850"/>
                </a:lnTo>
                <a:lnTo>
                  <a:pt x="206006" y="672985"/>
                </a:lnTo>
                <a:lnTo>
                  <a:pt x="232397" y="674801"/>
                </a:lnTo>
                <a:lnTo>
                  <a:pt x="235839" y="674763"/>
                </a:lnTo>
                <a:lnTo>
                  <a:pt x="239026" y="674789"/>
                </a:lnTo>
                <a:lnTo>
                  <a:pt x="291185" y="667651"/>
                </a:lnTo>
                <a:lnTo>
                  <a:pt x="338912" y="646734"/>
                </a:lnTo>
                <a:lnTo>
                  <a:pt x="378650" y="610323"/>
                </a:lnTo>
                <a:lnTo>
                  <a:pt x="402170" y="564083"/>
                </a:lnTo>
                <a:lnTo>
                  <a:pt x="407009" y="535203"/>
                </a:lnTo>
                <a:lnTo>
                  <a:pt x="407517" y="520014"/>
                </a:lnTo>
                <a:close/>
              </a:path>
              <a:path w="471804" h="762000">
                <a:moveTo>
                  <a:pt x="471703" y="619239"/>
                </a:moveTo>
                <a:lnTo>
                  <a:pt x="455269" y="602691"/>
                </a:lnTo>
                <a:lnTo>
                  <a:pt x="445655" y="602691"/>
                </a:lnTo>
                <a:lnTo>
                  <a:pt x="438416" y="607758"/>
                </a:lnTo>
                <a:lnTo>
                  <a:pt x="435978" y="615645"/>
                </a:lnTo>
                <a:lnTo>
                  <a:pt x="425653" y="638073"/>
                </a:lnTo>
                <a:lnTo>
                  <a:pt x="388340" y="679462"/>
                </a:lnTo>
                <a:lnTo>
                  <a:pt x="335648" y="708139"/>
                </a:lnTo>
                <a:lnTo>
                  <a:pt x="273088" y="723214"/>
                </a:lnTo>
                <a:lnTo>
                  <a:pt x="240423" y="725157"/>
                </a:lnTo>
                <a:lnTo>
                  <a:pt x="231825" y="725144"/>
                </a:lnTo>
                <a:lnTo>
                  <a:pt x="166890" y="717511"/>
                </a:lnTo>
                <a:lnTo>
                  <a:pt x="107594" y="695337"/>
                </a:lnTo>
                <a:lnTo>
                  <a:pt x="62395" y="659866"/>
                </a:lnTo>
                <a:lnTo>
                  <a:pt x="35725" y="615645"/>
                </a:lnTo>
                <a:lnTo>
                  <a:pt x="33286" y="607758"/>
                </a:lnTo>
                <a:lnTo>
                  <a:pt x="26047" y="602691"/>
                </a:lnTo>
                <a:lnTo>
                  <a:pt x="18237" y="602691"/>
                </a:lnTo>
                <a:lnTo>
                  <a:pt x="16446" y="602691"/>
                </a:lnTo>
                <a:lnTo>
                  <a:pt x="14617" y="602957"/>
                </a:lnTo>
                <a:lnTo>
                  <a:pt x="12814" y="603516"/>
                </a:lnTo>
                <a:lnTo>
                  <a:pt x="6426" y="607009"/>
                </a:lnTo>
                <a:lnTo>
                  <a:pt x="2032" y="612495"/>
                </a:lnTo>
                <a:lnTo>
                  <a:pt x="0" y="619239"/>
                </a:lnTo>
                <a:lnTo>
                  <a:pt x="736" y="626503"/>
                </a:lnTo>
                <a:lnTo>
                  <a:pt x="34150" y="683272"/>
                </a:lnTo>
                <a:lnTo>
                  <a:pt x="90424" y="727811"/>
                </a:lnTo>
                <a:lnTo>
                  <a:pt x="157492" y="753224"/>
                </a:lnTo>
                <a:lnTo>
                  <a:pt x="230657" y="761923"/>
                </a:lnTo>
                <a:lnTo>
                  <a:pt x="240639" y="761911"/>
                </a:lnTo>
                <a:lnTo>
                  <a:pt x="314007" y="753249"/>
                </a:lnTo>
                <a:lnTo>
                  <a:pt x="381279" y="727811"/>
                </a:lnTo>
                <a:lnTo>
                  <a:pt x="437553" y="683272"/>
                </a:lnTo>
                <a:lnTo>
                  <a:pt x="470966" y="626503"/>
                </a:lnTo>
                <a:lnTo>
                  <a:pt x="471703" y="619239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017011" y="7603718"/>
            <a:ext cx="579120" cy="762000"/>
          </a:xfrm>
          <a:custGeom>
            <a:avLst/>
            <a:gdLst/>
            <a:ahLst/>
            <a:cxnLst/>
            <a:rect l="l" t="t" r="r" b="b"/>
            <a:pathLst>
              <a:path w="579119" h="762000">
                <a:moveTo>
                  <a:pt x="419544" y="148526"/>
                </a:moveTo>
                <a:lnTo>
                  <a:pt x="418401" y="137210"/>
                </a:lnTo>
                <a:lnTo>
                  <a:pt x="415124" y="126657"/>
                </a:lnTo>
                <a:lnTo>
                  <a:pt x="409956" y="117094"/>
                </a:lnTo>
                <a:lnTo>
                  <a:pt x="409092" y="116052"/>
                </a:lnTo>
                <a:lnTo>
                  <a:pt x="403110" y="108788"/>
                </a:lnTo>
                <a:lnTo>
                  <a:pt x="395859" y="102793"/>
                </a:lnTo>
                <a:lnTo>
                  <a:pt x="395859" y="139509"/>
                </a:lnTo>
                <a:lnTo>
                  <a:pt x="395859" y="254965"/>
                </a:lnTo>
                <a:lnTo>
                  <a:pt x="392252" y="263017"/>
                </a:lnTo>
                <a:lnTo>
                  <a:pt x="380466" y="274828"/>
                </a:lnTo>
                <a:lnTo>
                  <a:pt x="372427" y="278434"/>
                </a:lnTo>
                <a:lnTo>
                  <a:pt x="119735" y="278434"/>
                </a:lnTo>
                <a:lnTo>
                  <a:pt x="111696" y="274828"/>
                </a:lnTo>
                <a:lnTo>
                  <a:pt x="99910" y="263017"/>
                </a:lnTo>
                <a:lnTo>
                  <a:pt x="96304" y="254965"/>
                </a:lnTo>
                <a:lnTo>
                  <a:pt x="96304" y="139509"/>
                </a:lnTo>
                <a:lnTo>
                  <a:pt x="99910" y="131470"/>
                </a:lnTo>
                <a:lnTo>
                  <a:pt x="111696" y="119659"/>
                </a:lnTo>
                <a:lnTo>
                  <a:pt x="119735" y="116052"/>
                </a:lnTo>
                <a:lnTo>
                  <a:pt x="372427" y="116052"/>
                </a:lnTo>
                <a:lnTo>
                  <a:pt x="380466" y="119659"/>
                </a:lnTo>
                <a:lnTo>
                  <a:pt x="392252" y="131470"/>
                </a:lnTo>
                <a:lnTo>
                  <a:pt x="395859" y="139509"/>
                </a:lnTo>
                <a:lnTo>
                  <a:pt x="395859" y="102793"/>
                </a:lnTo>
                <a:lnTo>
                  <a:pt x="394830" y="101942"/>
                </a:lnTo>
                <a:lnTo>
                  <a:pt x="385292" y="96761"/>
                </a:lnTo>
                <a:lnTo>
                  <a:pt x="374751" y="93472"/>
                </a:lnTo>
                <a:lnTo>
                  <a:pt x="363461" y="92329"/>
                </a:lnTo>
                <a:lnTo>
                  <a:pt x="128727" y="92329"/>
                </a:lnTo>
                <a:lnTo>
                  <a:pt x="89052" y="108788"/>
                </a:lnTo>
                <a:lnTo>
                  <a:pt x="72618" y="148526"/>
                </a:lnTo>
                <a:lnTo>
                  <a:pt x="72618" y="245960"/>
                </a:lnTo>
                <a:lnTo>
                  <a:pt x="89052" y="285686"/>
                </a:lnTo>
                <a:lnTo>
                  <a:pt x="128714" y="302145"/>
                </a:lnTo>
                <a:lnTo>
                  <a:pt x="363448" y="302145"/>
                </a:lnTo>
                <a:lnTo>
                  <a:pt x="403110" y="285686"/>
                </a:lnTo>
                <a:lnTo>
                  <a:pt x="409092" y="278434"/>
                </a:lnTo>
                <a:lnTo>
                  <a:pt x="409956" y="277393"/>
                </a:lnTo>
                <a:lnTo>
                  <a:pt x="415124" y="267830"/>
                </a:lnTo>
                <a:lnTo>
                  <a:pt x="418401" y="257276"/>
                </a:lnTo>
                <a:lnTo>
                  <a:pt x="419544" y="245960"/>
                </a:lnTo>
                <a:lnTo>
                  <a:pt x="419544" y="148526"/>
                </a:lnTo>
                <a:close/>
              </a:path>
              <a:path w="579119" h="762000">
                <a:moveTo>
                  <a:pt x="578573" y="55994"/>
                </a:moveTo>
                <a:lnTo>
                  <a:pt x="562114" y="16383"/>
                </a:lnTo>
                <a:lnTo>
                  <a:pt x="522478" y="0"/>
                </a:lnTo>
                <a:lnTo>
                  <a:pt x="479526" y="25"/>
                </a:lnTo>
                <a:lnTo>
                  <a:pt x="479132" y="63"/>
                </a:lnTo>
                <a:lnTo>
                  <a:pt x="483438" y="63"/>
                </a:lnTo>
                <a:lnTo>
                  <a:pt x="486486" y="1333"/>
                </a:lnTo>
                <a:lnTo>
                  <a:pt x="490893" y="5740"/>
                </a:lnTo>
                <a:lnTo>
                  <a:pt x="492150" y="8801"/>
                </a:lnTo>
                <a:lnTo>
                  <a:pt x="492150" y="23710"/>
                </a:lnTo>
                <a:lnTo>
                  <a:pt x="531469" y="23723"/>
                </a:lnTo>
                <a:lnTo>
                  <a:pt x="539508" y="27317"/>
                </a:lnTo>
                <a:lnTo>
                  <a:pt x="551294" y="39077"/>
                </a:lnTo>
                <a:lnTo>
                  <a:pt x="554888" y="47053"/>
                </a:lnTo>
                <a:lnTo>
                  <a:pt x="554888" y="714552"/>
                </a:lnTo>
                <a:lnTo>
                  <a:pt x="551294" y="722541"/>
                </a:lnTo>
                <a:lnTo>
                  <a:pt x="539508" y="734288"/>
                </a:lnTo>
                <a:lnTo>
                  <a:pt x="531469" y="737882"/>
                </a:lnTo>
                <a:lnTo>
                  <a:pt x="492150" y="737895"/>
                </a:lnTo>
                <a:lnTo>
                  <a:pt x="492150" y="753198"/>
                </a:lnTo>
                <a:lnTo>
                  <a:pt x="490893" y="756259"/>
                </a:lnTo>
                <a:lnTo>
                  <a:pt x="492137" y="753211"/>
                </a:lnTo>
                <a:lnTo>
                  <a:pt x="492137" y="750087"/>
                </a:lnTo>
                <a:lnTo>
                  <a:pt x="492137" y="738238"/>
                </a:lnTo>
                <a:lnTo>
                  <a:pt x="492137" y="737895"/>
                </a:lnTo>
                <a:lnTo>
                  <a:pt x="492150" y="23774"/>
                </a:lnTo>
                <a:lnTo>
                  <a:pt x="492137" y="8813"/>
                </a:lnTo>
                <a:lnTo>
                  <a:pt x="490880" y="5753"/>
                </a:lnTo>
                <a:lnTo>
                  <a:pt x="486473" y="1346"/>
                </a:lnTo>
                <a:lnTo>
                  <a:pt x="483425" y="76"/>
                </a:lnTo>
                <a:lnTo>
                  <a:pt x="479120" y="76"/>
                </a:lnTo>
                <a:lnTo>
                  <a:pt x="473138" y="673"/>
                </a:lnTo>
                <a:lnTo>
                  <a:pt x="479120" y="76"/>
                </a:lnTo>
                <a:lnTo>
                  <a:pt x="468477" y="63"/>
                </a:lnTo>
                <a:lnTo>
                  <a:pt x="468477" y="23774"/>
                </a:lnTo>
                <a:lnTo>
                  <a:pt x="468477" y="738225"/>
                </a:lnTo>
                <a:lnTo>
                  <a:pt x="23685" y="738225"/>
                </a:lnTo>
                <a:lnTo>
                  <a:pt x="23685" y="23774"/>
                </a:lnTo>
                <a:lnTo>
                  <a:pt x="468477" y="23774"/>
                </a:lnTo>
                <a:lnTo>
                  <a:pt x="468477" y="63"/>
                </a:lnTo>
                <a:lnTo>
                  <a:pt x="8724" y="63"/>
                </a:lnTo>
                <a:lnTo>
                  <a:pt x="5676" y="1333"/>
                </a:lnTo>
                <a:lnTo>
                  <a:pt x="1270" y="5740"/>
                </a:lnTo>
                <a:lnTo>
                  <a:pt x="0" y="8801"/>
                </a:lnTo>
                <a:lnTo>
                  <a:pt x="0" y="753198"/>
                </a:lnTo>
                <a:lnTo>
                  <a:pt x="1270" y="756259"/>
                </a:lnTo>
                <a:lnTo>
                  <a:pt x="5676" y="760666"/>
                </a:lnTo>
                <a:lnTo>
                  <a:pt x="8724" y="761936"/>
                </a:lnTo>
                <a:lnTo>
                  <a:pt x="481253" y="761936"/>
                </a:lnTo>
                <a:lnTo>
                  <a:pt x="482193" y="761822"/>
                </a:lnTo>
                <a:lnTo>
                  <a:pt x="483095" y="761606"/>
                </a:lnTo>
                <a:lnTo>
                  <a:pt x="522465" y="761606"/>
                </a:lnTo>
                <a:lnTo>
                  <a:pt x="562114" y="745223"/>
                </a:lnTo>
                <a:lnTo>
                  <a:pt x="578573" y="705624"/>
                </a:lnTo>
                <a:lnTo>
                  <a:pt x="578573" y="5599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577636" y="7603997"/>
            <a:ext cx="549910" cy="761365"/>
          </a:xfrm>
          <a:custGeom>
            <a:avLst/>
            <a:gdLst/>
            <a:ahLst/>
            <a:cxnLst/>
            <a:rect l="l" t="t" r="r" b="b"/>
            <a:pathLst>
              <a:path w="549909" h="761365">
                <a:moveTo>
                  <a:pt x="549744" y="552081"/>
                </a:moveTo>
                <a:lnTo>
                  <a:pt x="544182" y="500164"/>
                </a:lnTo>
                <a:lnTo>
                  <a:pt x="527062" y="449922"/>
                </a:lnTo>
                <a:lnTo>
                  <a:pt x="514159" y="420725"/>
                </a:lnTo>
                <a:lnTo>
                  <a:pt x="514159" y="552043"/>
                </a:lnTo>
                <a:lnTo>
                  <a:pt x="513600" y="569607"/>
                </a:lnTo>
                <a:lnTo>
                  <a:pt x="498081" y="627938"/>
                </a:lnTo>
                <a:lnTo>
                  <a:pt x="461949" y="674585"/>
                </a:lnTo>
                <a:lnTo>
                  <a:pt x="411416" y="706564"/>
                </a:lnTo>
                <a:lnTo>
                  <a:pt x="352323" y="723074"/>
                </a:lnTo>
                <a:lnTo>
                  <a:pt x="321195" y="725182"/>
                </a:lnTo>
                <a:lnTo>
                  <a:pt x="319811" y="725182"/>
                </a:lnTo>
                <a:lnTo>
                  <a:pt x="252895" y="717372"/>
                </a:lnTo>
                <a:lnTo>
                  <a:pt x="194881" y="692378"/>
                </a:lnTo>
                <a:lnTo>
                  <a:pt x="151218" y="652526"/>
                </a:lnTo>
                <a:lnTo>
                  <a:pt x="125323" y="602564"/>
                </a:lnTo>
                <a:lnTo>
                  <a:pt x="119278" y="552081"/>
                </a:lnTo>
                <a:lnTo>
                  <a:pt x="119392" y="549706"/>
                </a:lnTo>
                <a:lnTo>
                  <a:pt x="131305" y="552399"/>
                </a:lnTo>
                <a:lnTo>
                  <a:pt x="143484" y="554355"/>
                </a:lnTo>
                <a:lnTo>
                  <a:pt x="155816" y="555548"/>
                </a:lnTo>
                <a:lnTo>
                  <a:pt x="168249" y="555942"/>
                </a:lnTo>
                <a:lnTo>
                  <a:pt x="171399" y="555917"/>
                </a:lnTo>
                <a:lnTo>
                  <a:pt x="174599" y="555942"/>
                </a:lnTo>
                <a:lnTo>
                  <a:pt x="226682" y="548830"/>
                </a:lnTo>
                <a:lnTo>
                  <a:pt x="274345" y="528002"/>
                </a:lnTo>
                <a:lnTo>
                  <a:pt x="284416" y="520331"/>
                </a:lnTo>
                <a:lnTo>
                  <a:pt x="313994" y="491782"/>
                </a:lnTo>
                <a:lnTo>
                  <a:pt x="337477" y="445770"/>
                </a:lnTo>
                <a:lnTo>
                  <a:pt x="342811" y="401891"/>
                </a:lnTo>
                <a:lnTo>
                  <a:pt x="342049" y="386245"/>
                </a:lnTo>
                <a:lnTo>
                  <a:pt x="332841" y="342404"/>
                </a:lnTo>
                <a:lnTo>
                  <a:pt x="326174" y="326885"/>
                </a:lnTo>
                <a:lnTo>
                  <a:pt x="307225" y="284010"/>
                </a:lnTo>
                <a:lnTo>
                  <a:pt x="307225" y="401853"/>
                </a:lnTo>
                <a:lnTo>
                  <a:pt x="306844" y="413956"/>
                </a:lnTo>
                <a:lnTo>
                  <a:pt x="296252" y="453834"/>
                </a:lnTo>
                <a:lnTo>
                  <a:pt x="271640" y="485546"/>
                </a:lnTo>
                <a:lnTo>
                  <a:pt x="236982" y="507453"/>
                </a:lnTo>
                <a:lnTo>
                  <a:pt x="196253" y="518871"/>
                </a:lnTo>
                <a:lnTo>
                  <a:pt x="175158" y="520319"/>
                </a:lnTo>
                <a:lnTo>
                  <a:pt x="171069" y="520306"/>
                </a:lnTo>
                <a:lnTo>
                  <a:pt x="168973" y="520331"/>
                </a:lnTo>
                <a:lnTo>
                  <a:pt x="167932" y="520331"/>
                </a:lnTo>
                <a:lnTo>
                  <a:pt x="156425" y="519912"/>
                </a:lnTo>
                <a:lnTo>
                  <a:pt x="145046" y="518668"/>
                </a:lnTo>
                <a:lnTo>
                  <a:pt x="133845" y="516597"/>
                </a:lnTo>
                <a:lnTo>
                  <a:pt x="122961" y="513753"/>
                </a:lnTo>
                <a:lnTo>
                  <a:pt x="124053" y="507606"/>
                </a:lnTo>
                <a:lnTo>
                  <a:pt x="127114" y="494957"/>
                </a:lnTo>
                <a:lnTo>
                  <a:pt x="130911" y="482701"/>
                </a:lnTo>
                <a:lnTo>
                  <a:pt x="132435" y="478256"/>
                </a:lnTo>
                <a:lnTo>
                  <a:pt x="138671" y="464896"/>
                </a:lnTo>
                <a:lnTo>
                  <a:pt x="243446" y="227711"/>
                </a:lnTo>
                <a:lnTo>
                  <a:pt x="293725" y="341490"/>
                </a:lnTo>
                <a:lnTo>
                  <a:pt x="298196" y="351104"/>
                </a:lnTo>
                <a:lnTo>
                  <a:pt x="299212" y="354025"/>
                </a:lnTo>
                <a:lnTo>
                  <a:pt x="307225" y="401853"/>
                </a:lnTo>
                <a:lnTo>
                  <a:pt x="307225" y="284010"/>
                </a:lnTo>
                <a:lnTo>
                  <a:pt x="262902" y="183680"/>
                </a:lnTo>
                <a:lnTo>
                  <a:pt x="316725" y="61836"/>
                </a:lnTo>
                <a:lnTo>
                  <a:pt x="494614" y="464540"/>
                </a:lnTo>
                <a:lnTo>
                  <a:pt x="501002" y="478256"/>
                </a:lnTo>
                <a:lnTo>
                  <a:pt x="511708" y="520611"/>
                </a:lnTo>
                <a:lnTo>
                  <a:pt x="514159" y="552043"/>
                </a:lnTo>
                <a:lnTo>
                  <a:pt x="514159" y="420725"/>
                </a:lnTo>
                <a:lnTo>
                  <a:pt x="355625" y="61836"/>
                </a:lnTo>
                <a:lnTo>
                  <a:pt x="330149" y="4152"/>
                </a:lnTo>
                <a:lnTo>
                  <a:pt x="323761" y="0"/>
                </a:lnTo>
                <a:lnTo>
                  <a:pt x="309676" y="0"/>
                </a:lnTo>
                <a:lnTo>
                  <a:pt x="303288" y="4152"/>
                </a:lnTo>
                <a:lnTo>
                  <a:pt x="243446" y="139623"/>
                </a:lnTo>
                <a:lnTo>
                  <a:pt x="223989" y="95580"/>
                </a:lnTo>
                <a:lnTo>
                  <a:pt x="223989" y="183654"/>
                </a:lnTo>
                <a:lnTo>
                  <a:pt x="106362" y="449922"/>
                </a:lnTo>
                <a:lnTo>
                  <a:pt x="99402" y="464883"/>
                </a:lnTo>
                <a:lnTo>
                  <a:pt x="97269" y="471081"/>
                </a:lnTo>
                <a:lnTo>
                  <a:pt x="92824" y="485406"/>
                </a:lnTo>
                <a:lnTo>
                  <a:pt x="89496" y="499122"/>
                </a:lnTo>
                <a:lnTo>
                  <a:pt x="89357" y="499732"/>
                </a:lnTo>
                <a:lnTo>
                  <a:pt x="89484" y="499097"/>
                </a:lnTo>
                <a:lnTo>
                  <a:pt x="89103" y="498881"/>
                </a:lnTo>
                <a:lnTo>
                  <a:pt x="89103" y="500964"/>
                </a:lnTo>
                <a:lnTo>
                  <a:pt x="88988" y="501561"/>
                </a:lnTo>
                <a:lnTo>
                  <a:pt x="87934" y="506882"/>
                </a:lnTo>
                <a:lnTo>
                  <a:pt x="86626" y="514769"/>
                </a:lnTo>
                <a:lnTo>
                  <a:pt x="87934" y="506882"/>
                </a:lnTo>
                <a:lnTo>
                  <a:pt x="89103" y="500964"/>
                </a:lnTo>
                <a:lnTo>
                  <a:pt x="89103" y="498881"/>
                </a:lnTo>
                <a:lnTo>
                  <a:pt x="87109" y="497674"/>
                </a:lnTo>
                <a:lnTo>
                  <a:pt x="85559" y="496506"/>
                </a:lnTo>
                <a:lnTo>
                  <a:pt x="85559" y="522732"/>
                </a:lnTo>
                <a:lnTo>
                  <a:pt x="85267" y="525526"/>
                </a:lnTo>
                <a:lnTo>
                  <a:pt x="85559" y="522732"/>
                </a:lnTo>
                <a:lnTo>
                  <a:pt x="85559" y="496506"/>
                </a:lnTo>
                <a:lnTo>
                  <a:pt x="57340" y="470547"/>
                </a:lnTo>
                <a:lnTo>
                  <a:pt x="39712" y="436600"/>
                </a:lnTo>
                <a:lnTo>
                  <a:pt x="35572" y="401891"/>
                </a:lnTo>
                <a:lnTo>
                  <a:pt x="36195" y="389382"/>
                </a:lnTo>
                <a:lnTo>
                  <a:pt x="44602" y="351104"/>
                </a:lnTo>
                <a:lnTo>
                  <a:pt x="49072" y="341503"/>
                </a:lnTo>
                <a:lnTo>
                  <a:pt x="171399" y="64592"/>
                </a:lnTo>
                <a:lnTo>
                  <a:pt x="223989" y="183654"/>
                </a:lnTo>
                <a:lnTo>
                  <a:pt x="223989" y="95580"/>
                </a:lnTo>
                <a:lnTo>
                  <a:pt x="210312" y="64592"/>
                </a:lnTo>
                <a:lnTo>
                  <a:pt x="184823" y="6921"/>
                </a:lnTo>
                <a:lnTo>
                  <a:pt x="178447" y="2768"/>
                </a:lnTo>
                <a:lnTo>
                  <a:pt x="164363" y="2768"/>
                </a:lnTo>
                <a:lnTo>
                  <a:pt x="157975" y="6921"/>
                </a:lnTo>
                <a:lnTo>
                  <a:pt x="16637" y="326885"/>
                </a:lnTo>
                <a:lnTo>
                  <a:pt x="11569" y="337731"/>
                </a:lnTo>
                <a:lnTo>
                  <a:pt x="2095" y="374891"/>
                </a:lnTo>
                <a:lnTo>
                  <a:pt x="0" y="401853"/>
                </a:lnTo>
                <a:lnTo>
                  <a:pt x="508" y="417017"/>
                </a:lnTo>
                <a:lnTo>
                  <a:pt x="14516" y="469315"/>
                </a:lnTo>
                <a:lnTo>
                  <a:pt x="47142" y="511797"/>
                </a:lnTo>
                <a:lnTo>
                  <a:pt x="78867" y="534060"/>
                </a:lnTo>
                <a:lnTo>
                  <a:pt x="84264" y="536689"/>
                </a:lnTo>
                <a:lnTo>
                  <a:pt x="84416" y="536778"/>
                </a:lnTo>
                <a:lnTo>
                  <a:pt x="83693" y="552043"/>
                </a:lnTo>
                <a:lnTo>
                  <a:pt x="84378" y="572668"/>
                </a:lnTo>
                <a:lnTo>
                  <a:pt x="90932" y="611720"/>
                </a:lnTo>
                <a:lnTo>
                  <a:pt x="122631" y="673785"/>
                </a:lnTo>
                <a:lnTo>
                  <a:pt x="176225" y="722693"/>
                </a:lnTo>
                <a:lnTo>
                  <a:pt x="243370" y="751674"/>
                </a:lnTo>
                <a:lnTo>
                  <a:pt x="316725" y="760755"/>
                </a:lnTo>
                <a:lnTo>
                  <a:pt x="321195" y="760793"/>
                </a:lnTo>
                <a:lnTo>
                  <a:pt x="357238" y="758342"/>
                </a:lnTo>
                <a:lnTo>
                  <a:pt x="392239" y="751090"/>
                </a:lnTo>
                <a:lnTo>
                  <a:pt x="425716" y="739165"/>
                </a:lnTo>
                <a:lnTo>
                  <a:pt x="452450" y="725182"/>
                </a:lnTo>
                <a:lnTo>
                  <a:pt x="457200" y="722706"/>
                </a:lnTo>
                <a:lnTo>
                  <a:pt x="510806" y="673785"/>
                </a:lnTo>
                <a:lnTo>
                  <a:pt x="542505" y="611733"/>
                </a:lnTo>
                <a:lnTo>
                  <a:pt x="549059" y="572668"/>
                </a:lnTo>
                <a:lnTo>
                  <a:pt x="549744" y="552081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14282208" y="7603790"/>
            <a:ext cx="571500" cy="762635"/>
            <a:chOff x="14282208" y="7603790"/>
            <a:chExt cx="571500" cy="762635"/>
          </a:xfrm>
        </p:grpSpPr>
        <p:sp>
          <p:nvSpPr>
            <p:cNvPr id="27" name="object 27"/>
            <p:cNvSpPr/>
            <p:nvPr/>
          </p:nvSpPr>
          <p:spPr>
            <a:xfrm>
              <a:off x="14282205" y="7603794"/>
              <a:ext cx="571500" cy="762635"/>
            </a:xfrm>
            <a:custGeom>
              <a:avLst/>
              <a:gdLst/>
              <a:ahLst/>
              <a:cxnLst/>
              <a:rect l="l" t="t" r="r" b="b"/>
              <a:pathLst>
                <a:path w="571500" h="762634">
                  <a:moveTo>
                    <a:pt x="571004" y="708609"/>
                  </a:moveTo>
                  <a:lnTo>
                    <a:pt x="570992" y="53467"/>
                  </a:lnTo>
                  <a:lnTo>
                    <a:pt x="569925" y="42748"/>
                  </a:lnTo>
                  <a:lnTo>
                    <a:pt x="566864" y="32740"/>
                  </a:lnTo>
                  <a:lnTo>
                    <a:pt x="562013" y="23660"/>
                  </a:lnTo>
                  <a:lnTo>
                    <a:pt x="561606" y="23177"/>
                  </a:lnTo>
                  <a:lnTo>
                    <a:pt x="555574" y="15748"/>
                  </a:lnTo>
                  <a:lnTo>
                    <a:pt x="547763" y="9207"/>
                  </a:lnTo>
                  <a:lnTo>
                    <a:pt x="547687" y="44996"/>
                  </a:lnTo>
                  <a:lnTo>
                    <a:pt x="547687" y="717092"/>
                  </a:lnTo>
                  <a:lnTo>
                    <a:pt x="544334" y="724636"/>
                  </a:lnTo>
                  <a:lnTo>
                    <a:pt x="533501" y="735609"/>
                  </a:lnTo>
                  <a:lnTo>
                    <a:pt x="526199" y="738911"/>
                  </a:lnTo>
                  <a:lnTo>
                    <a:pt x="87515" y="738911"/>
                  </a:lnTo>
                  <a:lnTo>
                    <a:pt x="80225" y="735622"/>
                  </a:lnTo>
                  <a:lnTo>
                    <a:pt x="69392" y="724636"/>
                  </a:lnTo>
                  <a:lnTo>
                    <a:pt x="66027" y="717092"/>
                  </a:lnTo>
                  <a:lnTo>
                    <a:pt x="66027" y="679615"/>
                  </a:lnTo>
                  <a:lnTo>
                    <a:pt x="105714" y="679615"/>
                  </a:lnTo>
                  <a:lnTo>
                    <a:pt x="105714" y="674547"/>
                  </a:lnTo>
                  <a:lnTo>
                    <a:pt x="108762" y="674547"/>
                  </a:lnTo>
                  <a:lnTo>
                    <a:pt x="108762" y="661885"/>
                  </a:lnTo>
                  <a:lnTo>
                    <a:pt x="106210" y="661885"/>
                  </a:lnTo>
                  <a:lnTo>
                    <a:pt x="106210" y="655561"/>
                  </a:lnTo>
                  <a:lnTo>
                    <a:pt x="66027" y="655561"/>
                  </a:lnTo>
                  <a:lnTo>
                    <a:pt x="66027" y="615543"/>
                  </a:lnTo>
                  <a:lnTo>
                    <a:pt x="66027" y="615048"/>
                  </a:lnTo>
                  <a:lnTo>
                    <a:pt x="106603" y="615048"/>
                  </a:lnTo>
                  <a:lnTo>
                    <a:pt x="106603" y="609981"/>
                  </a:lnTo>
                  <a:lnTo>
                    <a:pt x="108762" y="609981"/>
                  </a:lnTo>
                  <a:lnTo>
                    <a:pt x="108762" y="597319"/>
                  </a:lnTo>
                  <a:lnTo>
                    <a:pt x="105956" y="597319"/>
                  </a:lnTo>
                  <a:lnTo>
                    <a:pt x="105956" y="592251"/>
                  </a:lnTo>
                  <a:lnTo>
                    <a:pt x="66027" y="592251"/>
                  </a:lnTo>
                  <a:lnTo>
                    <a:pt x="66027" y="551853"/>
                  </a:lnTo>
                  <a:lnTo>
                    <a:pt x="106210" y="551738"/>
                  </a:lnTo>
                  <a:lnTo>
                    <a:pt x="106210" y="546684"/>
                  </a:lnTo>
                  <a:lnTo>
                    <a:pt x="108762" y="546684"/>
                  </a:lnTo>
                  <a:lnTo>
                    <a:pt x="108762" y="534022"/>
                  </a:lnTo>
                  <a:lnTo>
                    <a:pt x="106349" y="534022"/>
                  </a:lnTo>
                  <a:lnTo>
                    <a:pt x="106349" y="528955"/>
                  </a:lnTo>
                  <a:lnTo>
                    <a:pt x="66027" y="528955"/>
                  </a:lnTo>
                  <a:lnTo>
                    <a:pt x="66027" y="528688"/>
                  </a:lnTo>
                  <a:lnTo>
                    <a:pt x="66027" y="488442"/>
                  </a:lnTo>
                  <a:lnTo>
                    <a:pt x="105816" y="488442"/>
                  </a:lnTo>
                  <a:lnTo>
                    <a:pt x="105816" y="483374"/>
                  </a:lnTo>
                  <a:lnTo>
                    <a:pt x="108762" y="483374"/>
                  </a:lnTo>
                  <a:lnTo>
                    <a:pt x="108762" y="470712"/>
                  </a:lnTo>
                  <a:lnTo>
                    <a:pt x="106108" y="470712"/>
                  </a:lnTo>
                  <a:lnTo>
                    <a:pt x="106108" y="464388"/>
                  </a:lnTo>
                  <a:lnTo>
                    <a:pt x="66027" y="464388"/>
                  </a:lnTo>
                  <a:lnTo>
                    <a:pt x="66027" y="424472"/>
                  </a:lnTo>
                  <a:lnTo>
                    <a:pt x="66027" y="423875"/>
                  </a:lnTo>
                  <a:lnTo>
                    <a:pt x="106692" y="423875"/>
                  </a:lnTo>
                  <a:lnTo>
                    <a:pt x="106692" y="418807"/>
                  </a:lnTo>
                  <a:lnTo>
                    <a:pt x="108762" y="418807"/>
                  </a:lnTo>
                  <a:lnTo>
                    <a:pt x="108762" y="406146"/>
                  </a:lnTo>
                  <a:lnTo>
                    <a:pt x="105867" y="406146"/>
                  </a:lnTo>
                  <a:lnTo>
                    <a:pt x="105867" y="401078"/>
                  </a:lnTo>
                  <a:lnTo>
                    <a:pt x="66027" y="401078"/>
                  </a:lnTo>
                  <a:lnTo>
                    <a:pt x="66027" y="360768"/>
                  </a:lnTo>
                  <a:lnTo>
                    <a:pt x="66027" y="360565"/>
                  </a:lnTo>
                  <a:lnTo>
                    <a:pt x="106299" y="360565"/>
                  </a:lnTo>
                  <a:lnTo>
                    <a:pt x="106299" y="355511"/>
                  </a:lnTo>
                  <a:lnTo>
                    <a:pt x="108762" y="355511"/>
                  </a:lnTo>
                  <a:lnTo>
                    <a:pt x="108762" y="342849"/>
                  </a:lnTo>
                  <a:lnTo>
                    <a:pt x="106260" y="342849"/>
                  </a:lnTo>
                  <a:lnTo>
                    <a:pt x="106260" y="337781"/>
                  </a:lnTo>
                  <a:lnTo>
                    <a:pt x="66027" y="337781"/>
                  </a:lnTo>
                  <a:lnTo>
                    <a:pt x="66027" y="337616"/>
                  </a:lnTo>
                  <a:lnTo>
                    <a:pt x="66027" y="297268"/>
                  </a:lnTo>
                  <a:lnTo>
                    <a:pt x="105905" y="297268"/>
                  </a:lnTo>
                  <a:lnTo>
                    <a:pt x="105905" y="292201"/>
                  </a:lnTo>
                  <a:lnTo>
                    <a:pt x="108762" y="292201"/>
                  </a:lnTo>
                  <a:lnTo>
                    <a:pt x="108762" y="279539"/>
                  </a:lnTo>
                  <a:lnTo>
                    <a:pt x="106654" y="279539"/>
                  </a:lnTo>
                  <a:lnTo>
                    <a:pt x="106654" y="274485"/>
                  </a:lnTo>
                  <a:lnTo>
                    <a:pt x="66027" y="274485"/>
                  </a:lnTo>
                  <a:lnTo>
                    <a:pt x="66027" y="273913"/>
                  </a:lnTo>
                  <a:lnTo>
                    <a:pt x="66027" y="233972"/>
                  </a:lnTo>
                  <a:lnTo>
                    <a:pt x="106146" y="233972"/>
                  </a:lnTo>
                  <a:lnTo>
                    <a:pt x="106146" y="227634"/>
                  </a:lnTo>
                  <a:lnTo>
                    <a:pt x="108762" y="227634"/>
                  </a:lnTo>
                  <a:lnTo>
                    <a:pt x="108762" y="214972"/>
                  </a:lnTo>
                  <a:lnTo>
                    <a:pt x="105778" y="214972"/>
                  </a:lnTo>
                  <a:lnTo>
                    <a:pt x="105778" y="209918"/>
                  </a:lnTo>
                  <a:lnTo>
                    <a:pt x="66027" y="209918"/>
                  </a:lnTo>
                  <a:lnTo>
                    <a:pt x="66027" y="169697"/>
                  </a:lnTo>
                  <a:lnTo>
                    <a:pt x="66027" y="169405"/>
                  </a:lnTo>
                  <a:lnTo>
                    <a:pt x="106387" y="169405"/>
                  </a:lnTo>
                  <a:lnTo>
                    <a:pt x="106387" y="164338"/>
                  </a:lnTo>
                  <a:lnTo>
                    <a:pt x="108762" y="164338"/>
                  </a:lnTo>
                  <a:lnTo>
                    <a:pt x="108762" y="151676"/>
                  </a:lnTo>
                  <a:lnTo>
                    <a:pt x="106172" y="151676"/>
                  </a:lnTo>
                  <a:lnTo>
                    <a:pt x="106172" y="146608"/>
                  </a:lnTo>
                  <a:lnTo>
                    <a:pt x="66027" y="146608"/>
                  </a:lnTo>
                  <a:lnTo>
                    <a:pt x="66027" y="106095"/>
                  </a:lnTo>
                  <a:lnTo>
                    <a:pt x="105994" y="106095"/>
                  </a:lnTo>
                  <a:lnTo>
                    <a:pt x="105994" y="101041"/>
                  </a:lnTo>
                  <a:lnTo>
                    <a:pt x="108762" y="101041"/>
                  </a:lnTo>
                  <a:lnTo>
                    <a:pt x="108762" y="88379"/>
                  </a:lnTo>
                  <a:lnTo>
                    <a:pt x="106565" y="88379"/>
                  </a:lnTo>
                  <a:lnTo>
                    <a:pt x="106565" y="83312"/>
                  </a:lnTo>
                  <a:lnTo>
                    <a:pt x="66027" y="83312"/>
                  </a:lnTo>
                  <a:lnTo>
                    <a:pt x="66027" y="82842"/>
                  </a:lnTo>
                  <a:lnTo>
                    <a:pt x="66027" y="44996"/>
                  </a:lnTo>
                  <a:lnTo>
                    <a:pt x="69392" y="37452"/>
                  </a:lnTo>
                  <a:lnTo>
                    <a:pt x="80213" y="26479"/>
                  </a:lnTo>
                  <a:lnTo>
                    <a:pt x="87515" y="23177"/>
                  </a:lnTo>
                  <a:lnTo>
                    <a:pt x="526199" y="23177"/>
                  </a:lnTo>
                  <a:lnTo>
                    <a:pt x="533488" y="26466"/>
                  </a:lnTo>
                  <a:lnTo>
                    <a:pt x="544322" y="37452"/>
                  </a:lnTo>
                  <a:lnTo>
                    <a:pt x="547687" y="44996"/>
                  </a:lnTo>
                  <a:lnTo>
                    <a:pt x="547687" y="9169"/>
                  </a:lnTo>
                  <a:lnTo>
                    <a:pt x="538759" y="4254"/>
                  </a:lnTo>
                  <a:lnTo>
                    <a:pt x="528777" y="1104"/>
                  </a:lnTo>
                  <a:lnTo>
                    <a:pt x="518083" y="0"/>
                  </a:lnTo>
                  <a:lnTo>
                    <a:pt x="95643" y="0"/>
                  </a:lnTo>
                  <a:lnTo>
                    <a:pt x="58140" y="15748"/>
                  </a:lnTo>
                  <a:lnTo>
                    <a:pt x="42722" y="53467"/>
                  </a:lnTo>
                  <a:lnTo>
                    <a:pt x="42722" y="82842"/>
                  </a:lnTo>
                  <a:lnTo>
                    <a:pt x="42722" y="83312"/>
                  </a:lnTo>
                  <a:lnTo>
                    <a:pt x="2197" y="83312"/>
                  </a:lnTo>
                  <a:lnTo>
                    <a:pt x="2197" y="88379"/>
                  </a:lnTo>
                  <a:lnTo>
                    <a:pt x="0" y="88379"/>
                  </a:lnTo>
                  <a:lnTo>
                    <a:pt x="0" y="101041"/>
                  </a:lnTo>
                  <a:lnTo>
                    <a:pt x="2768" y="101041"/>
                  </a:lnTo>
                  <a:lnTo>
                    <a:pt x="2768" y="106095"/>
                  </a:lnTo>
                  <a:lnTo>
                    <a:pt x="42722" y="106095"/>
                  </a:lnTo>
                  <a:lnTo>
                    <a:pt x="42722" y="146532"/>
                  </a:lnTo>
                  <a:lnTo>
                    <a:pt x="2590" y="146608"/>
                  </a:lnTo>
                  <a:lnTo>
                    <a:pt x="2590" y="151676"/>
                  </a:lnTo>
                  <a:lnTo>
                    <a:pt x="0" y="151676"/>
                  </a:lnTo>
                  <a:lnTo>
                    <a:pt x="0" y="164338"/>
                  </a:lnTo>
                  <a:lnTo>
                    <a:pt x="2374" y="164338"/>
                  </a:lnTo>
                  <a:lnTo>
                    <a:pt x="2374" y="169405"/>
                  </a:lnTo>
                  <a:lnTo>
                    <a:pt x="42722" y="169405"/>
                  </a:lnTo>
                  <a:lnTo>
                    <a:pt x="42722" y="169697"/>
                  </a:lnTo>
                  <a:lnTo>
                    <a:pt x="42722" y="209918"/>
                  </a:lnTo>
                  <a:lnTo>
                    <a:pt x="2984" y="209918"/>
                  </a:lnTo>
                  <a:lnTo>
                    <a:pt x="2984" y="214972"/>
                  </a:lnTo>
                  <a:lnTo>
                    <a:pt x="0" y="214972"/>
                  </a:lnTo>
                  <a:lnTo>
                    <a:pt x="0" y="227634"/>
                  </a:lnTo>
                  <a:lnTo>
                    <a:pt x="2616" y="227634"/>
                  </a:lnTo>
                  <a:lnTo>
                    <a:pt x="2616" y="233972"/>
                  </a:lnTo>
                  <a:lnTo>
                    <a:pt x="42722" y="233972"/>
                  </a:lnTo>
                  <a:lnTo>
                    <a:pt x="42722" y="273913"/>
                  </a:lnTo>
                  <a:lnTo>
                    <a:pt x="42722" y="274485"/>
                  </a:lnTo>
                  <a:lnTo>
                    <a:pt x="2108" y="274485"/>
                  </a:lnTo>
                  <a:lnTo>
                    <a:pt x="2108" y="279539"/>
                  </a:lnTo>
                  <a:lnTo>
                    <a:pt x="0" y="279539"/>
                  </a:lnTo>
                  <a:lnTo>
                    <a:pt x="0" y="292201"/>
                  </a:lnTo>
                  <a:lnTo>
                    <a:pt x="2857" y="292201"/>
                  </a:lnTo>
                  <a:lnTo>
                    <a:pt x="2857" y="297268"/>
                  </a:lnTo>
                  <a:lnTo>
                    <a:pt x="42722" y="297268"/>
                  </a:lnTo>
                  <a:lnTo>
                    <a:pt x="42722" y="337616"/>
                  </a:lnTo>
                  <a:lnTo>
                    <a:pt x="42722" y="337781"/>
                  </a:lnTo>
                  <a:lnTo>
                    <a:pt x="2501" y="337781"/>
                  </a:lnTo>
                  <a:lnTo>
                    <a:pt x="2501" y="342849"/>
                  </a:lnTo>
                  <a:lnTo>
                    <a:pt x="0" y="342849"/>
                  </a:lnTo>
                  <a:lnTo>
                    <a:pt x="0" y="355511"/>
                  </a:lnTo>
                  <a:lnTo>
                    <a:pt x="2463" y="355511"/>
                  </a:lnTo>
                  <a:lnTo>
                    <a:pt x="2463" y="360565"/>
                  </a:lnTo>
                  <a:lnTo>
                    <a:pt x="42722" y="360565"/>
                  </a:lnTo>
                  <a:lnTo>
                    <a:pt x="42722" y="360768"/>
                  </a:lnTo>
                  <a:lnTo>
                    <a:pt x="42722" y="401078"/>
                  </a:lnTo>
                  <a:lnTo>
                    <a:pt x="2895" y="401078"/>
                  </a:lnTo>
                  <a:lnTo>
                    <a:pt x="2895" y="406146"/>
                  </a:lnTo>
                  <a:lnTo>
                    <a:pt x="0" y="406146"/>
                  </a:lnTo>
                  <a:lnTo>
                    <a:pt x="0" y="418807"/>
                  </a:lnTo>
                  <a:lnTo>
                    <a:pt x="2070" y="418807"/>
                  </a:lnTo>
                  <a:lnTo>
                    <a:pt x="2070" y="423875"/>
                  </a:lnTo>
                  <a:lnTo>
                    <a:pt x="42722" y="423875"/>
                  </a:lnTo>
                  <a:lnTo>
                    <a:pt x="42722" y="424472"/>
                  </a:lnTo>
                  <a:lnTo>
                    <a:pt x="42722" y="464388"/>
                  </a:lnTo>
                  <a:lnTo>
                    <a:pt x="2641" y="464388"/>
                  </a:lnTo>
                  <a:lnTo>
                    <a:pt x="2641" y="470712"/>
                  </a:lnTo>
                  <a:lnTo>
                    <a:pt x="0" y="470712"/>
                  </a:lnTo>
                  <a:lnTo>
                    <a:pt x="0" y="483374"/>
                  </a:lnTo>
                  <a:lnTo>
                    <a:pt x="2946" y="483374"/>
                  </a:lnTo>
                  <a:lnTo>
                    <a:pt x="2946" y="488442"/>
                  </a:lnTo>
                  <a:lnTo>
                    <a:pt x="42722" y="488442"/>
                  </a:lnTo>
                  <a:lnTo>
                    <a:pt x="42722" y="528688"/>
                  </a:lnTo>
                  <a:lnTo>
                    <a:pt x="42722" y="528955"/>
                  </a:lnTo>
                  <a:lnTo>
                    <a:pt x="2400" y="528955"/>
                  </a:lnTo>
                  <a:lnTo>
                    <a:pt x="2400" y="534022"/>
                  </a:lnTo>
                  <a:lnTo>
                    <a:pt x="0" y="534022"/>
                  </a:lnTo>
                  <a:lnTo>
                    <a:pt x="0" y="546684"/>
                  </a:lnTo>
                  <a:lnTo>
                    <a:pt x="2552" y="546684"/>
                  </a:lnTo>
                  <a:lnTo>
                    <a:pt x="2552" y="551738"/>
                  </a:lnTo>
                  <a:lnTo>
                    <a:pt x="42722" y="551738"/>
                  </a:lnTo>
                  <a:lnTo>
                    <a:pt x="42722" y="592251"/>
                  </a:lnTo>
                  <a:lnTo>
                    <a:pt x="2794" y="592251"/>
                  </a:lnTo>
                  <a:lnTo>
                    <a:pt x="2794" y="597319"/>
                  </a:lnTo>
                  <a:lnTo>
                    <a:pt x="0" y="597319"/>
                  </a:lnTo>
                  <a:lnTo>
                    <a:pt x="0" y="609981"/>
                  </a:lnTo>
                  <a:lnTo>
                    <a:pt x="2159" y="609981"/>
                  </a:lnTo>
                  <a:lnTo>
                    <a:pt x="2159" y="615048"/>
                  </a:lnTo>
                  <a:lnTo>
                    <a:pt x="42722" y="615048"/>
                  </a:lnTo>
                  <a:lnTo>
                    <a:pt x="42722" y="615543"/>
                  </a:lnTo>
                  <a:lnTo>
                    <a:pt x="42722" y="655561"/>
                  </a:lnTo>
                  <a:lnTo>
                    <a:pt x="2552" y="655561"/>
                  </a:lnTo>
                  <a:lnTo>
                    <a:pt x="2552" y="661885"/>
                  </a:lnTo>
                  <a:lnTo>
                    <a:pt x="0" y="661885"/>
                  </a:lnTo>
                  <a:lnTo>
                    <a:pt x="0" y="674547"/>
                  </a:lnTo>
                  <a:lnTo>
                    <a:pt x="3048" y="674547"/>
                  </a:lnTo>
                  <a:lnTo>
                    <a:pt x="3048" y="679615"/>
                  </a:lnTo>
                  <a:lnTo>
                    <a:pt x="42722" y="679615"/>
                  </a:lnTo>
                  <a:lnTo>
                    <a:pt x="42722" y="708609"/>
                  </a:lnTo>
                  <a:lnTo>
                    <a:pt x="43789" y="719328"/>
                  </a:lnTo>
                  <a:lnTo>
                    <a:pt x="65951" y="752881"/>
                  </a:lnTo>
                  <a:lnTo>
                    <a:pt x="95643" y="762088"/>
                  </a:lnTo>
                  <a:lnTo>
                    <a:pt x="518083" y="762088"/>
                  </a:lnTo>
                  <a:lnTo>
                    <a:pt x="555574" y="746340"/>
                  </a:lnTo>
                  <a:lnTo>
                    <a:pt x="561606" y="738911"/>
                  </a:lnTo>
                  <a:lnTo>
                    <a:pt x="562013" y="738428"/>
                  </a:lnTo>
                  <a:lnTo>
                    <a:pt x="566864" y="729348"/>
                  </a:lnTo>
                  <a:lnTo>
                    <a:pt x="569937" y="719328"/>
                  </a:lnTo>
                  <a:lnTo>
                    <a:pt x="571004" y="70860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324928" y="7856270"/>
              <a:ext cx="392430" cy="427355"/>
            </a:xfrm>
            <a:custGeom>
              <a:avLst/>
              <a:gdLst/>
              <a:ahLst/>
              <a:cxnLst/>
              <a:rect l="l" t="t" r="r" b="b"/>
              <a:pathLst>
                <a:path w="392430" h="427354">
                  <a:moveTo>
                    <a:pt x="23304" y="403606"/>
                  </a:moveTo>
                  <a:lnTo>
                    <a:pt x="0" y="403606"/>
                  </a:lnTo>
                  <a:lnTo>
                    <a:pt x="0" y="426758"/>
                  </a:lnTo>
                  <a:lnTo>
                    <a:pt x="23304" y="426758"/>
                  </a:lnTo>
                  <a:lnTo>
                    <a:pt x="23304" y="403606"/>
                  </a:lnTo>
                  <a:close/>
                </a:path>
                <a:path w="392430" h="427354">
                  <a:moveTo>
                    <a:pt x="392112" y="248437"/>
                  </a:moveTo>
                  <a:lnTo>
                    <a:pt x="392049" y="245338"/>
                  </a:lnTo>
                  <a:lnTo>
                    <a:pt x="391464" y="236804"/>
                  </a:lnTo>
                  <a:lnTo>
                    <a:pt x="390994" y="233959"/>
                  </a:lnTo>
                  <a:lnTo>
                    <a:pt x="390055" y="228206"/>
                  </a:lnTo>
                  <a:lnTo>
                    <a:pt x="372148" y="185762"/>
                  </a:lnTo>
                  <a:lnTo>
                    <a:pt x="367436" y="179095"/>
                  </a:lnTo>
                  <a:lnTo>
                    <a:pt x="367436" y="233959"/>
                  </a:lnTo>
                  <a:lnTo>
                    <a:pt x="160845" y="233959"/>
                  </a:lnTo>
                  <a:lnTo>
                    <a:pt x="175793" y="198208"/>
                  </a:lnTo>
                  <a:lnTo>
                    <a:pt x="210527" y="161759"/>
                  </a:lnTo>
                  <a:lnTo>
                    <a:pt x="236766" y="148272"/>
                  </a:lnTo>
                  <a:lnTo>
                    <a:pt x="239623" y="144462"/>
                  </a:lnTo>
                  <a:lnTo>
                    <a:pt x="240385" y="135699"/>
                  </a:lnTo>
                  <a:lnTo>
                    <a:pt x="238213" y="131457"/>
                  </a:lnTo>
                  <a:lnTo>
                    <a:pt x="234429" y="129184"/>
                  </a:lnTo>
                  <a:lnTo>
                    <a:pt x="228447" y="125056"/>
                  </a:lnTo>
                  <a:lnTo>
                    <a:pt x="207137" y="87972"/>
                  </a:lnTo>
                  <a:lnTo>
                    <a:pt x="206616" y="80327"/>
                  </a:lnTo>
                  <a:lnTo>
                    <a:pt x="207784" y="68783"/>
                  </a:lnTo>
                  <a:lnTo>
                    <a:pt x="231990" y="32918"/>
                  </a:lnTo>
                  <a:lnTo>
                    <a:pt x="264134" y="23152"/>
                  </a:lnTo>
                  <a:lnTo>
                    <a:pt x="275742" y="24320"/>
                  </a:lnTo>
                  <a:lnTo>
                    <a:pt x="311848" y="48374"/>
                  </a:lnTo>
                  <a:lnTo>
                    <a:pt x="321665" y="80314"/>
                  </a:lnTo>
                  <a:lnTo>
                    <a:pt x="321144" y="87972"/>
                  </a:lnTo>
                  <a:lnTo>
                    <a:pt x="299834" y="125044"/>
                  </a:lnTo>
                  <a:lnTo>
                    <a:pt x="290068" y="131457"/>
                  </a:lnTo>
                  <a:lnTo>
                    <a:pt x="287896" y="135699"/>
                  </a:lnTo>
                  <a:lnTo>
                    <a:pt x="288658" y="144462"/>
                  </a:lnTo>
                  <a:lnTo>
                    <a:pt x="291528" y="148272"/>
                  </a:lnTo>
                  <a:lnTo>
                    <a:pt x="295643" y="149872"/>
                  </a:lnTo>
                  <a:lnTo>
                    <a:pt x="310642" y="157187"/>
                  </a:lnTo>
                  <a:lnTo>
                    <a:pt x="347802" y="191325"/>
                  </a:lnTo>
                  <a:lnTo>
                    <a:pt x="366496" y="229184"/>
                  </a:lnTo>
                  <a:lnTo>
                    <a:pt x="367436" y="233959"/>
                  </a:lnTo>
                  <a:lnTo>
                    <a:pt x="367436" y="179095"/>
                  </a:lnTo>
                  <a:lnTo>
                    <a:pt x="338797" y="148526"/>
                  </a:lnTo>
                  <a:lnTo>
                    <a:pt x="325323" y="139090"/>
                  </a:lnTo>
                  <a:lnTo>
                    <a:pt x="321589" y="136728"/>
                  </a:lnTo>
                  <a:lnTo>
                    <a:pt x="342150" y="101371"/>
                  </a:lnTo>
                  <a:lnTo>
                    <a:pt x="344970" y="80327"/>
                  </a:lnTo>
                  <a:lnTo>
                    <a:pt x="343319" y="64147"/>
                  </a:lnTo>
                  <a:lnTo>
                    <a:pt x="321297" y="23533"/>
                  </a:lnTo>
                  <a:lnTo>
                    <a:pt x="280428" y="1638"/>
                  </a:lnTo>
                  <a:lnTo>
                    <a:pt x="264160" y="0"/>
                  </a:lnTo>
                  <a:lnTo>
                    <a:pt x="247853" y="1638"/>
                  </a:lnTo>
                  <a:lnTo>
                    <a:pt x="206984" y="23533"/>
                  </a:lnTo>
                  <a:lnTo>
                    <a:pt x="184950" y="64147"/>
                  </a:lnTo>
                  <a:lnTo>
                    <a:pt x="183311" y="80314"/>
                  </a:lnTo>
                  <a:lnTo>
                    <a:pt x="184035" y="91059"/>
                  </a:lnTo>
                  <a:lnTo>
                    <a:pt x="201815" y="131838"/>
                  </a:lnTo>
                  <a:lnTo>
                    <a:pt x="206692" y="136728"/>
                  </a:lnTo>
                  <a:lnTo>
                    <a:pt x="193713" y="145262"/>
                  </a:lnTo>
                  <a:lnTo>
                    <a:pt x="161620" y="177723"/>
                  </a:lnTo>
                  <a:lnTo>
                    <a:pt x="140423" y="219583"/>
                  </a:lnTo>
                  <a:lnTo>
                    <a:pt x="136169" y="248437"/>
                  </a:lnTo>
                  <a:lnTo>
                    <a:pt x="137388" y="251447"/>
                  </a:lnTo>
                  <a:lnTo>
                    <a:pt x="141744" y="255866"/>
                  </a:lnTo>
                  <a:lnTo>
                    <a:pt x="144767" y="257124"/>
                  </a:lnTo>
                  <a:lnTo>
                    <a:pt x="383514" y="257124"/>
                  </a:lnTo>
                  <a:lnTo>
                    <a:pt x="386524" y="255866"/>
                  </a:lnTo>
                  <a:lnTo>
                    <a:pt x="390893" y="251447"/>
                  </a:lnTo>
                  <a:lnTo>
                    <a:pt x="392112" y="248437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9029911" y="7603949"/>
            <a:ext cx="446405" cy="762635"/>
            <a:chOff x="9029911" y="7603949"/>
            <a:chExt cx="446405" cy="762635"/>
          </a:xfrm>
        </p:grpSpPr>
        <p:sp>
          <p:nvSpPr>
            <p:cNvPr id="30" name="object 30"/>
            <p:cNvSpPr/>
            <p:nvPr/>
          </p:nvSpPr>
          <p:spPr>
            <a:xfrm>
              <a:off x="9029911" y="7648098"/>
              <a:ext cx="446405" cy="718185"/>
            </a:xfrm>
            <a:custGeom>
              <a:avLst/>
              <a:gdLst/>
              <a:ahLst/>
              <a:cxnLst/>
              <a:rect l="l" t="t" r="r" b="b"/>
              <a:pathLst>
                <a:path w="446404" h="718184">
                  <a:moveTo>
                    <a:pt x="388713" y="717910"/>
                  </a:moveTo>
                  <a:lnTo>
                    <a:pt x="57088" y="717910"/>
                  </a:lnTo>
                  <a:lnTo>
                    <a:pt x="34881" y="713404"/>
                  </a:lnTo>
                  <a:lnTo>
                    <a:pt x="16733" y="701123"/>
                  </a:lnTo>
                  <a:lnTo>
                    <a:pt x="4491" y="682928"/>
                  </a:lnTo>
                  <a:lnTo>
                    <a:pt x="0" y="660678"/>
                  </a:lnTo>
                  <a:lnTo>
                    <a:pt x="0" y="57232"/>
                  </a:lnTo>
                  <a:lnTo>
                    <a:pt x="4495" y="34969"/>
                  </a:lnTo>
                  <a:lnTo>
                    <a:pt x="16745" y="16776"/>
                  </a:lnTo>
                  <a:lnTo>
                    <a:pt x="34894" y="4502"/>
                  </a:lnTo>
                  <a:lnTo>
                    <a:pt x="57088" y="0"/>
                  </a:lnTo>
                  <a:lnTo>
                    <a:pt x="388713" y="0"/>
                  </a:lnTo>
                  <a:lnTo>
                    <a:pt x="410919" y="4506"/>
                  </a:lnTo>
                  <a:lnTo>
                    <a:pt x="429067" y="16787"/>
                  </a:lnTo>
                  <a:lnTo>
                    <a:pt x="437107" y="28735"/>
                  </a:lnTo>
                  <a:lnTo>
                    <a:pt x="57088" y="28735"/>
                  </a:lnTo>
                  <a:lnTo>
                    <a:pt x="46035" y="30978"/>
                  </a:lnTo>
                  <a:lnTo>
                    <a:pt x="36998" y="37091"/>
                  </a:lnTo>
                  <a:lnTo>
                    <a:pt x="30900" y="46151"/>
                  </a:lnTo>
                  <a:lnTo>
                    <a:pt x="28663" y="57232"/>
                  </a:lnTo>
                  <a:lnTo>
                    <a:pt x="28663" y="660678"/>
                  </a:lnTo>
                  <a:lnTo>
                    <a:pt x="30900" y="671759"/>
                  </a:lnTo>
                  <a:lnTo>
                    <a:pt x="36998" y="680819"/>
                  </a:lnTo>
                  <a:lnTo>
                    <a:pt x="46035" y="686932"/>
                  </a:lnTo>
                  <a:lnTo>
                    <a:pt x="57088" y="689175"/>
                  </a:lnTo>
                  <a:lnTo>
                    <a:pt x="437107" y="689175"/>
                  </a:lnTo>
                  <a:lnTo>
                    <a:pt x="429067" y="701123"/>
                  </a:lnTo>
                  <a:lnTo>
                    <a:pt x="410919" y="713404"/>
                  </a:lnTo>
                  <a:lnTo>
                    <a:pt x="388713" y="717910"/>
                  </a:lnTo>
                  <a:close/>
                </a:path>
                <a:path w="446404" h="718184">
                  <a:moveTo>
                    <a:pt x="437107" y="689175"/>
                  </a:moveTo>
                  <a:lnTo>
                    <a:pt x="388713" y="689175"/>
                  </a:lnTo>
                  <a:lnTo>
                    <a:pt x="399766" y="686932"/>
                  </a:lnTo>
                  <a:lnTo>
                    <a:pt x="408803" y="680819"/>
                  </a:lnTo>
                  <a:lnTo>
                    <a:pt x="414900" y="671759"/>
                  </a:lnTo>
                  <a:lnTo>
                    <a:pt x="417138" y="660678"/>
                  </a:lnTo>
                  <a:lnTo>
                    <a:pt x="417138" y="57232"/>
                  </a:lnTo>
                  <a:lnTo>
                    <a:pt x="414900" y="46151"/>
                  </a:lnTo>
                  <a:lnTo>
                    <a:pt x="408803" y="37091"/>
                  </a:lnTo>
                  <a:lnTo>
                    <a:pt x="399766" y="30978"/>
                  </a:lnTo>
                  <a:lnTo>
                    <a:pt x="388713" y="28735"/>
                  </a:lnTo>
                  <a:lnTo>
                    <a:pt x="437107" y="28735"/>
                  </a:lnTo>
                  <a:lnTo>
                    <a:pt x="441310" y="34982"/>
                  </a:lnTo>
                  <a:lnTo>
                    <a:pt x="445801" y="57232"/>
                  </a:lnTo>
                  <a:lnTo>
                    <a:pt x="445801" y="660678"/>
                  </a:lnTo>
                  <a:lnTo>
                    <a:pt x="441310" y="682928"/>
                  </a:lnTo>
                  <a:lnTo>
                    <a:pt x="437107" y="689175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64319" y="7603949"/>
              <a:ext cx="176985" cy="7288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090152" y="7803730"/>
              <a:ext cx="325755" cy="482600"/>
            </a:xfrm>
            <a:custGeom>
              <a:avLst/>
              <a:gdLst/>
              <a:ahLst/>
              <a:cxnLst/>
              <a:rect l="l" t="t" r="r" b="b"/>
              <a:pathLst>
                <a:path w="325754" h="482600">
                  <a:moveTo>
                    <a:pt x="325310" y="384949"/>
                  </a:moveTo>
                  <a:lnTo>
                    <a:pt x="324104" y="378993"/>
                  </a:lnTo>
                  <a:lnTo>
                    <a:pt x="324053" y="378764"/>
                  </a:lnTo>
                  <a:lnTo>
                    <a:pt x="324739" y="378764"/>
                  </a:lnTo>
                  <a:lnTo>
                    <a:pt x="323088" y="374015"/>
                  </a:lnTo>
                  <a:lnTo>
                    <a:pt x="322580" y="371436"/>
                  </a:lnTo>
                  <a:lnTo>
                    <a:pt x="321818" y="370319"/>
                  </a:lnTo>
                  <a:lnTo>
                    <a:pt x="321271" y="368706"/>
                  </a:lnTo>
                  <a:lnTo>
                    <a:pt x="315709" y="361238"/>
                  </a:lnTo>
                  <a:lnTo>
                    <a:pt x="315163" y="360413"/>
                  </a:lnTo>
                  <a:lnTo>
                    <a:pt x="315023" y="360324"/>
                  </a:lnTo>
                  <a:lnTo>
                    <a:pt x="306628" y="354177"/>
                  </a:lnTo>
                  <a:lnTo>
                    <a:pt x="305269" y="353733"/>
                  </a:lnTo>
                  <a:lnTo>
                    <a:pt x="304152" y="352958"/>
                  </a:lnTo>
                  <a:lnTo>
                    <a:pt x="301320" y="352386"/>
                  </a:lnTo>
                  <a:lnTo>
                    <a:pt x="296621" y="350799"/>
                  </a:lnTo>
                  <a:lnTo>
                    <a:pt x="296621" y="381660"/>
                  </a:lnTo>
                  <a:lnTo>
                    <a:pt x="296608" y="450951"/>
                  </a:lnTo>
                  <a:lnTo>
                    <a:pt x="293966" y="453618"/>
                  </a:lnTo>
                  <a:lnTo>
                    <a:pt x="31343" y="453618"/>
                  </a:lnTo>
                  <a:lnTo>
                    <a:pt x="28689" y="450951"/>
                  </a:lnTo>
                  <a:lnTo>
                    <a:pt x="28689" y="381660"/>
                  </a:lnTo>
                  <a:lnTo>
                    <a:pt x="31343" y="378993"/>
                  </a:lnTo>
                  <a:lnTo>
                    <a:pt x="293966" y="378993"/>
                  </a:lnTo>
                  <a:lnTo>
                    <a:pt x="296621" y="381660"/>
                  </a:lnTo>
                  <a:lnTo>
                    <a:pt x="296621" y="350799"/>
                  </a:lnTo>
                  <a:lnTo>
                    <a:pt x="296557" y="351421"/>
                  </a:lnTo>
                  <a:lnTo>
                    <a:pt x="290690" y="350227"/>
                  </a:lnTo>
                  <a:lnTo>
                    <a:pt x="34620" y="350227"/>
                  </a:lnTo>
                  <a:lnTo>
                    <a:pt x="28778" y="351421"/>
                  </a:lnTo>
                  <a:lnTo>
                    <a:pt x="28778" y="350774"/>
                  </a:lnTo>
                  <a:lnTo>
                    <a:pt x="23990" y="352386"/>
                  </a:lnTo>
                  <a:lnTo>
                    <a:pt x="21158" y="352958"/>
                  </a:lnTo>
                  <a:lnTo>
                    <a:pt x="20040" y="353720"/>
                  </a:lnTo>
                  <a:lnTo>
                    <a:pt x="18694" y="354164"/>
                  </a:lnTo>
                  <a:lnTo>
                    <a:pt x="10274" y="360324"/>
                  </a:lnTo>
                  <a:lnTo>
                    <a:pt x="10147" y="360413"/>
                  </a:lnTo>
                  <a:lnTo>
                    <a:pt x="9563" y="361264"/>
                  </a:lnTo>
                  <a:lnTo>
                    <a:pt x="4025" y="368706"/>
                  </a:lnTo>
                  <a:lnTo>
                    <a:pt x="3454" y="370344"/>
                  </a:lnTo>
                  <a:lnTo>
                    <a:pt x="2717" y="371436"/>
                  </a:lnTo>
                  <a:lnTo>
                    <a:pt x="2209" y="373913"/>
                  </a:lnTo>
                  <a:lnTo>
                    <a:pt x="533" y="378764"/>
                  </a:lnTo>
                  <a:lnTo>
                    <a:pt x="1231" y="378764"/>
                  </a:lnTo>
                  <a:lnTo>
                    <a:pt x="0" y="384949"/>
                  </a:lnTo>
                  <a:lnTo>
                    <a:pt x="0" y="447675"/>
                  </a:lnTo>
                  <a:lnTo>
                    <a:pt x="1181" y="453555"/>
                  </a:lnTo>
                  <a:lnTo>
                    <a:pt x="533" y="453555"/>
                  </a:lnTo>
                  <a:lnTo>
                    <a:pt x="2120" y="458254"/>
                  </a:lnTo>
                  <a:lnTo>
                    <a:pt x="2717" y="461175"/>
                  </a:lnTo>
                  <a:lnTo>
                    <a:pt x="3530" y="462394"/>
                  </a:lnTo>
                  <a:lnTo>
                    <a:pt x="4025" y="463829"/>
                  </a:lnTo>
                  <a:lnTo>
                    <a:pt x="9042" y="470585"/>
                  </a:lnTo>
                  <a:lnTo>
                    <a:pt x="10147" y="472211"/>
                  </a:lnTo>
                  <a:lnTo>
                    <a:pt x="10414" y="472401"/>
                  </a:lnTo>
                  <a:lnTo>
                    <a:pt x="18999" y="478586"/>
                  </a:lnTo>
                  <a:lnTo>
                    <a:pt x="20104" y="478955"/>
                  </a:lnTo>
                  <a:lnTo>
                    <a:pt x="21158" y="479653"/>
                  </a:lnTo>
                  <a:lnTo>
                    <a:pt x="24155" y="480263"/>
                  </a:lnTo>
                  <a:lnTo>
                    <a:pt x="29324" y="481939"/>
                  </a:lnTo>
                  <a:lnTo>
                    <a:pt x="29324" y="481317"/>
                  </a:lnTo>
                  <a:lnTo>
                    <a:pt x="34620" y="482384"/>
                  </a:lnTo>
                  <a:lnTo>
                    <a:pt x="290690" y="482384"/>
                  </a:lnTo>
                  <a:lnTo>
                    <a:pt x="295008" y="481520"/>
                  </a:lnTo>
                  <a:lnTo>
                    <a:pt x="295008" y="482053"/>
                  </a:lnTo>
                  <a:lnTo>
                    <a:pt x="300926" y="480314"/>
                  </a:lnTo>
                  <a:lnTo>
                    <a:pt x="304152" y="479653"/>
                  </a:lnTo>
                  <a:lnTo>
                    <a:pt x="304927" y="479132"/>
                  </a:lnTo>
                  <a:lnTo>
                    <a:pt x="305689" y="478904"/>
                  </a:lnTo>
                  <a:lnTo>
                    <a:pt x="314617" y="472694"/>
                  </a:lnTo>
                  <a:lnTo>
                    <a:pt x="314782" y="472465"/>
                  </a:lnTo>
                  <a:lnTo>
                    <a:pt x="315163" y="472211"/>
                  </a:lnTo>
                  <a:lnTo>
                    <a:pt x="316547" y="470154"/>
                  </a:lnTo>
                  <a:lnTo>
                    <a:pt x="321183" y="464045"/>
                  </a:lnTo>
                  <a:lnTo>
                    <a:pt x="321729" y="462432"/>
                  </a:lnTo>
                  <a:lnTo>
                    <a:pt x="322580" y="461175"/>
                  </a:lnTo>
                  <a:lnTo>
                    <a:pt x="323164" y="458241"/>
                  </a:lnTo>
                  <a:lnTo>
                    <a:pt x="324777" y="453555"/>
                  </a:lnTo>
                  <a:lnTo>
                    <a:pt x="324116" y="453555"/>
                  </a:lnTo>
                  <a:lnTo>
                    <a:pt x="325310" y="447675"/>
                  </a:lnTo>
                  <a:lnTo>
                    <a:pt x="325310" y="384949"/>
                  </a:lnTo>
                  <a:close/>
                </a:path>
                <a:path w="325754" h="482600">
                  <a:moveTo>
                    <a:pt x="325310" y="209816"/>
                  </a:moveTo>
                  <a:lnTo>
                    <a:pt x="324104" y="203873"/>
                  </a:lnTo>
                  <a:lnTo>
                    <a:pt x="324053" y="203657"/>
                  </a:lnTo>
                  <a:lnTo>
                    <a:pt x="324739" y="203657"/>
                  </a:lnTo>
                  <a:lnTo>
                    <a:pt x="323100" y="198932"/>
                  </a:lnTo>
                  <a:lnTo>
                    <a:pt x="322580" y="196316"/>
                  </a:lnTo>
                  <a:lnTo>
                    <a:pt x="321805" y="195173"/>
                  </a:lnTo>
                  <a:lnTo>
                    <a:pt x="321271" y="193611"/>
                  </a:lnTo>
                  <a:lnTo>
                    <a:pt x="315887" y="186372"/>
                  </a:lnTo>
                  <a:lnTo>
                    <a:pt x="315163" y="185280"/>
                  </a:lnTo>
                  <a:lnTo>
                    <a:pt x="314566" y="184886"/>
                  </a:lnTo>
                  <a:lnTo>
                    <a:pt x="306628" y="179070"/>
                  </a:lnTo>
                  <a:lnTo>
                    <a:pt x="305320" y="178638"/>
                  </a:lnTo>
                  <a:lnTo>
                    <a:pt x="304152" y="177838"/>
                  </a:lnTo>
                  <a:lnTo>
                    <a:pt x="301218" y="177253"/>
                  </a:lnTo>
                  <a:lnTo>
                    <a:pt x="296621" y="175691"/>
                  </a:lnTo>
                  <a:lnTo>
                    <a:pt x="296621" y="206527"/>
                  </a:lnTo>
                  <a:lnTo>
                    <a:pt x="296621" y="275831"/>
                  </a:lnTo>
                  <a:lnTo>
                    <a:pt x="293966" y="278485"/>
                  </a:lnTo>
                  <a:lnTo>
                    <a:pt x="31343" y="278485"/>
                  </a:lnTo>
                  <a:lnTo>
                    <a:pt x="28689" y="275831"/>
                  </a:lnTo>
                  <a:lnTo>
                    <a:pt x="28689" y="206527"/>
                  </a:lnTo>
                  <a:lnTo>
                    <a:pt x="31343" y="203873"/>
                  </a:lnTo>
                  <a:lnTo>
                    <a:pt x="293928" y="203873"/>
                  </a:lnTo>
                  <a:lnTo>
                    <a:pt x="296621" y="206527"/>
                  </a:lnTo>
                  <a:lnTo>
                    <a:pt x="296621" y="175691"/>
                  </a:lnTo>
                  <a:lnTo>
                    <a:pt x="296557" y="176301"/>
                  </a:lnTo>
                  <a:lnTo>
                    <a:pt x="290690" y="175107"/>
                  </a:lnTo>
                  <a:lnTo>
                    <a:pt x="34620" y="175107"/>
                  </a:lnTo>
                  <a:lnTo>
                    <a:pt x="28778" y="176301"/>
                  </a:lnTo>
                  <a:lnTo>
                    <a:pt x="28778" y="175666"/>
                  </a:lnTo>
                  <a:lnTo>
                    <a:pt x="24117" y="177241"/>
                  </a:lnTo>
                  <a:lnTo>
                    <a:pt x="21158" y="177838"/>
                  </a:lnTo>
                  <a:lnTo>
                    <a:pt x="19964" y="178638"/>
                  </a:lnTo>
                  <a:lnTo>
                    <a:pt x="18694" y="179070"/>
                  </a:lnTo>
                  <a:lnTo>
                    <a:pt x="10896" y="184772"/>
                  </a:lnTo>
                  <a:lnTo>
                    <a:pt x="10147" y="185280"/>
                  </a:lnTo>
                  <a:lnTo>
                    <a:pt x="9309" y="186524"/>
                  </a:lnTo>
                  <a:lnTo>
                    <a:pt x="4025" y="193611"/>
                  </a:lnTo>
                  <a:lnTo>
                    <a:pt x="3467" y="195199"/>
                  </a:lnTo>
                  <a:lnTo>
                    <a:pt x="2717" y="196316"/>
                  </a:lnTo>
                  <a:lnTo>
                    <a:pt x="2209" y="198831"/>
                  </a:lnTo>
                  <a:lnTo>
                    <a:pt x="533" y="203657"/>
                  </a:lnTo>
                  <a:lnTo>
                    <a:pt x="1231" y="203657"/>
                  </a:lnTo>
                  <a:lnTo>
                    <a:pt x="0" y="209816"/>
                  </a:lnTo>
                  <a:lnTo>
                    <a:pt x="0" y="272542"/>
                  </a:lnTo>
                  <a:lnTo>
                    <a:pt x="1181" y="278460"/>
                  </a:lnTo>
                  <a:lnTo>
                    <a:pt x="533" y="278460"/>
                  </a:lnTo>
                  <a:lnTo>
                    <a:pt x="2133" y="283197"/>
                  </a:lnTo>
                  <a:lnTo>
                    <a:pt x="2717" y="286042"/>
                  </a:lnTo>
                  <a:lnTo>
                    <a:pt x="3517" y="287235"/>
                  </a:lnTo>
                  <a:lnTo>
                    <a:pt x="4025" y="288721"/>
                  </a:lnTo>
                  <a:lnTo>
                    <a:pt x="9220" y="295719"/>
                  </a:lnTo>
                  <a:lnTo>
                    <a:pt x="10147" y="297078"/>
                  </a:lnTo>
                  <a:lnTo>
                    <a:pt x="10337" y="297218"/>
                  </a:lnTo>
                  <a:lnTo>
                    <a:pt x="18999" y="303479"/>
                  </a:lnTo>
                  <a:lnTo>
                    <a:pt x="20180" y="303872"/>
                  </a:lnTo>
                  <a:lnTo>
                    <a:pt x="21158" y="304520"/>
                  </a:lnTo>
                  <a:lnTo>
                    <a:pt x="23939" y="305092"/>
                  </a:lnTo>
                  <a:lnTo>
                    <a:pt x="29324" y="306832"/>
                  </a:lnTo>
                  <a:lnTo>
                    <a:pt x="29324" y="306184"/>
                  </a:lnTo>
                  <a:lnTo>
                    <a:pt x="34620" y="307251"/>
                  </a:lnTo>
                  <a:lnTo>
                    <a:pt x="290690" y="307251"/>
                  </a:lnTo>
                  <a:lnTo>
                    <a:pt x="295008" y="306387"/>
                  </a:lnTo>
                  <a:lnTo>
                    <a:pt x="295008" y="306946"/>
                  </a:lnTo>
                  <a:lnTo>
                    <a:pt x="301078" y="305142"/>
                  </a:lnTo>
                  <a:lnTo>
                    <a:pt x="304152" y="304520"/>
                  </a:lnTo>
                  <a:lnTo>
                    <a:pt x="304901" y="304012"/>
                  </a:lnTo>
                  <a:lnTo>
                    <a:pt x="305663" y="303784"/>
                  </a:lnTo>
                  <a:lnTo>
                    <a:pt x="314591" y="297573"/>
                  </a:lnTo>
                  <a:lnTo>
                    <a:pt x="314756" y="297357"/>
                  </a:lnTo>
                  <a:lnTo>
                    <a:pt x="315163" y="297078"/>
                  </a:lnTo>
                  <a:lnTo>
                    <a:pt x="316636" y="294881"/>
                  </a:lnTo>
                  <a:lnTo>
                    <a:pt x="321170" y="288925"/>
                  </a:lnTo>
                  <a:lnTo>
                    <a:pt x="321716" y="287324"/>
                  </a:lnTo>
                  <a:lnTo>
                    <a:pt x="322580" y="286042"/>
                  </a:lnTo>
                  <a:lnTo>
                    <a:pt x="323164" y="283133"/>
                  </a:lnTo>
                  <a:lnTo>
                    <a:pt x="324777" y="278460"/>
                  </a:lnTo>
                  <a:lnTo>
                    <a:pt x="324104" y="278460"/>
                  </a:lnTo>
                  <a:lnTo>
                    <a:pt x="325310" y="272542"/>
                  </a:lnTo>
                  <a:lnTo>
                    <a:pt x="325310" y="209816"/>
                  </a:lnTo>
                  <a:close/>
                </a:path>
                <a:path w="325754" h="482600">
                  <a:moveTo>
                    <a:pt x="325310" y="34709"/>
                  </a:moveTo>
                  <a:lnTo>
                    <a:pt x="324104" y="28740"/>
                  </a:lnTo>
                  <a:lnTo>
                    <a:pt x="324053" y="28524"/>
                  </a:lnTo>
                  <a:lnTo>
                    <a:pt x="324739" y="28524"/>
                  </a:lnTo>
                  <a:lnTo>
                    <a:pt x="323088" y="23774"/>
                  </a:lnTo>
                  <a:lnTo>
                    <a:pt x="322580" y="21209"/>
                  </a:lnTo>
                  <a:lnTo>
                    <a:pt x="321818" y="20091"/>
                  </a:lnTo>
                  <a:lnTo>
                    <a:pt x="321271" y="18478"/>
                  </a:lnTo>
                  <a:lnTo>
                    <a:pt x="315709" y="10998"/>
                  </a:lnTo>
                  <a:lnTo>
                    <a:pt x="315163" y="10172"/>
                  </a:lnTo>
                  <a:lnTo>
                    <a:pt x="315023" y="10083"/>
                  </a:lnTo>
                  <a:lnTo>
                    <a:pt x="306628" y="3937"/>
                  </a:lnTo>
                  <a:lnTo>
                    <a:pt x="305244" y="3479"/>
                  </a:lnTo>
                  <a:lnTo>
                    <a:pt x="304152" y="2730"/>
                  </a:lnTo>
                  <a:lnTo>
                    <a:pt x="301409" y="2184"/>
                  </a:lnTo>
                  <a:lnTo>
                    <a:pt x="296621" y="558"/>
                  </a:lnTo>
                  <a:lnTo>
                    <a:pt x="296621" y="31394"/>
                  </a:lnTo>
                  <a:lnTo>
                    <a:pt x="296621" y="100698"/>
                  </a:lnTo>
                  <a:lnTo>
                    <a:pt x="293966" y="103352"/>
                  </a:lnTo>
                  <a:lnTo>
                    <a:pt x="31343" y="103352"/>
                  </a:lnTo>
                  <a:lnTo>
                    <a:pt x="28689" y="100698"/>
                  </a:lnTo>
                  <a:lnTo>
                    <a:pt x="28727" y="31394"/>
                  </a:lnTo>
                  <a:lnTo>
                    <a:pt x="31343" y="28740"/>
                  </a:lnTo>
                  <a:lnTo>
                    <a:pt x="293966" y="28740"/>
                  </a:lnTo>
                  <a:lnTo>
                    <a:pt x="296621" y="31394"/>
                  </a:lnTo>
                  <a:lnTo>
                    <a:pt x="296621" y="558"/>
                  </a:lnTo>
                  <a:lnTo>
                    <a:pt x="296557" y="1193"/>
                  </a:lnTo>
                  <a:lnTo>
                    <a:pt x="290690" y="0"/>
                  </a:lnTo>
                  <a:lnTo>
                    <a:pt x="34620" y="0"/>
                  </a:lnTo>
                  <a:lnTo>
                    <a:pt x="28778" y="1193"/>
                  </a:lnTo>
                  <a:lnTo>
                    <a:pt x="28778" y="533"/>
                  </a:lnTo>
                  <a:lnTo>
                    <a:pt x="23939" y="2171"/>
                  </a:lnTo>
                  <a:lnTo>
                    <a:pt x="21158" y="2730"/>
                  </a:lnTo>
                  <a:lnTo>
                    <a:pt x="20040" y="3479"/>
                  </a:lnTo>
                  <a:lnTo>
                    <a:pt x="18694" y="3937"/>
                  </a:lnTo>
                  <a:lnTo>
                    <a:pt x="10439" y="9982"/>
                  </a:lnTo>
                  <a:lnTo>
                    <a:pt x="10274" y="10096"/>
                  </a:lnTo>
                  <a:lnTo>
                    <a:pt x="10147" y="10172"/>
                  </a:lnTo>
                  <a:lnTo>
                    <a:pt x="9486" y="11150"/>
                  </a:lnTo>
                  <a:lnTo>
                    <a:pt x="4025" y="18478"/>
                  </a:lnTo>
                  <a:lnTo>
                    <a:pt x="3454" y="20116"/>
                  </a:lnTo>
                  <a:lnTo>
                    <a:pt x="2717" y="21209"/>
                  </a:lnTo>
                  <a:lnTo>
                    <a:pt x="2222" y="23672"/>
                  </a:lnTo>
                  <a:lnTo>
                    <a:pt x="533" y="28524"/>
                  </a:lnTo>
                  <a:lnTo>
                    <a:pt x="1244" y="28524"/>
                  </a:lnTo>
                  <a:lnTo>
                    <a:pt x="0" y="34709"/>
                  </a:lnTo>
                  <a:lnTo>
                    <a:pt x="0" y="97434"/>
                  </a:lnTo>
                  <a:lnTo>
                    <a:pt x="1181" y="103327"/>
                  </a:lnTo>
                  <a:lnTo>
                    <a:pt x="533" y="103327"/>
                  </a:lnTo>
                  <a:lnTo>
                    <a:pt x="2133" y="108064"/>
                  </a:lnTo>
                  <a:lnTo>
                    <a:pt x="2717" y="110921"/>
                  </a:lnTo>
                  <a:lnTo>
                    <a:pt x="3517" y="112115"/>
                  </a:lnTo>
                  <a:lnTo>
                    <a:pt x="4025" y="113601"/>
                  </a:lnTo>
                  <a:lnTo>
                    <a:pt x="9156" y="120497"/>
                  </a:lnTo>
                  <a:lnTo>
                    <a:pt x="10147" y="121958"/>
                  </a:lnTo>
                  <a:lnTo>
                    <a:pt x="10350" y="122110"/>
                  </a:lnTo>
                  <a:lnTo>
                    <a:pt x="18999" y="128346"/>
                  </a:lnTo>
                  <a:lnTo>
                    <a:pt x="20091" y="128714"/>
                  </a:lnTo>
                  <a:lnTo>
                    <a:pt x="21145" y="129413"/>
                  </a:lnTo>
                  <a:lnTo>
                    <a:pt x="24168" y="130035"/>
                  </a:lnTo>
                  <a:lnTo>
                    <a:pt x="29324" y="131699"/>
                  </a:lnTo>
                  <a:lnTo>
                    <a:pt x="29324" y="131076"/>
                  </a:lnTo>
                  <a:lnTo>
                    <a:pt x="34620" y="132143"/>
                  </a:lnTo>
                  <a:lnTo>
                    <a:pt x="290690" y="132143"/>
                  </a:lnTo>
                  <a:lnTo>
                    <a:pt x="295008" y="131267"/>
                  </a:lnTo>
                  <a:lnTo>
                    <a:pt x="295008" y="131826"/>
                  </a:lnTo>
                  <a:lnTo>
                    <a:pt x="301066" y="130035"/>
                  </a:lnTo>
                  <a:lnTo>
                    <a:pt x="304126" y="129413"/>
                  </a:lnTo>
                  <a:lnTo>
                    <a:pt x="304863" y="128917"/>
                  </a:lnTo>
                  <a:lnTo>
                    <a:pt x="305663" y="128676"/>
                  </a:lnTo>
                  <a:lnTo>
                    <a:pt x="314591" y="122466"/>
                  </a:lnTo>
                  <a:lnTo>
                    <a:pt x="314782" y="122212"/>
                  </a:lnTo>
                  <a:lnTo>
                    <a:pt x="315137" y="121970"/>
                  </a:lnTo>
                  <a:lnTo>
                    <a:pt x="316458" y="120015"/>
                  </a:lnTo>
                  <a:lnTo>
                    <a:pt x="321170" y="113817"/>
                  </a:lnTo>
                  <a:lnTo>
                    <a:pt x="321716" y="112204"/>
                  </a:lnTo>
                  <a:lnTo>
                    <a:pt x="322580" y="110934"/>
                  </a:lnTo>
                  <a:lnTo>
                    <a:pt x="323176" y="107975"/>
                  </a:lnTo>
                  <a:lnTo>
                    <a:pt x="324777" y="103327"/>
                  </a:lnTo>
                  <a:lnTo>
                    <a:pt x="324116" y="103327"/>
                  </a:lnTo>
                  <a:lnTo>
                    <a:pt x="325310" y="97434"/>
                  </a:lnTo>
                  <a:lnTo>
                    <a:pt x="325310" y="3470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10748302" y="6201841"/>
            <a:ext cx="600075" cy="762635"/>
          </a:xfrm>
          <a:custGeom>
            <a:avLst/>
            <a:gdLst/>
            <a:ahLst/>
            <a:cxnLst/>
            <a:rect l="l" t="t" r="r" b="b"/>
            <a:pathLst>
              <a:path w="600075" h="762634">
                <a:moveTo>
                  <a:pt x="503529" y="430644"/>
                </a:moveTo>
                <a:lnTo>
                  <a:pt x="499440" y="386511"/>
                </a:lnTo>
                <a:lnTo>
                  <a:pt x="487680" y="345325"/>
                </a:lnTo>
                <a:lnTo>
                  <a:pt x="472211" y="314350"/>
                </a:lnTo>
                <a:lnTo>
                  <a:pt x="472211" y="430631"/>
                </a:lnTo>
                <a:lnTo>
                  <a:pt x="468655" y="468922"/>
                </a:lnTo>
                <a:lnTo>
                  <a:pt x="442468" y="536625"/>
                </a:lnTo>
                <a:lnTo>
                  <a:pt x="409003" y="576681"/>
                </a:lnTo>
                <a:lnTo>
                  <a:pt x="366509" y="604735"/>
                </a:lnTo>
                <a:lnTo>
                  <a:pt x="317347" y="618413"/>
                </a:lnTo>
                <a:lnTo>
                  <a:pt x="299834" y="619379"/>
                </a:lnTo>
                <a:lnTo>
                  <a:pt x="282321" y="618413"/>
                </a:lnTo>
                <a:lnTo>
                  <a:pt x="233159" y="604735"/>
                </a:lnTo>
                <a:lnTo>
                  <a:pt x="190665" y="576681"/>
                </a:lnTo>
                <a:lnTo>
                  <a:pt x="157200" y="536625"/>
                </a:lnTo>
                <a:lnTo>
                  <a:pt x="135305" y="487095"/>
                </a:lnTo>
                <a:lnTo>
                  <a:pt x="127457" y="430644"/>
                </a:lnTo>
                <a:lnTo>
                  <a:pt x="131013" y="392353"/>
                </a:lnTo>
                <a:lnTo>
                  <a:pt x="157200" y="324650"/>
                </a:lnTo>
                <a:lnTo>
                  <a:pt x="190665" y="284594"/>
                </a:lnTo>
                <a:lnTo>
                  <a:pt x="233159" y="256540"/>
                </a:lnTo>
                <a:lnTo>
                  <a:pt x="282321" y="242862"/>
                </a:lnTo>
                <a:lnTo>
                  <a:pt x="299834" y="241896"/>
                </a:lnTo>
                <a:lnTo>
                  <a:pt x="317347" y="242862"/>
                </a:lnTo>
                <a:lnTo>
                  <a:pt x="366509" y="256540"/>
                </a:lnTo>
                <a:lnTo>
                  <a:pt x="409003" y="284594"/>
                </a:lnTo>
                <a:lnTo>
                  <a:pt x="442468" y="324650"/>
                </a:lnTo>
                <a:lnTo>
                  <a:pt x="464362" y="374180"/>
                </a:lnTo>
                <a:lnTo>
                  <a:pt x="472211" y="430631"/>
                </a:lnTo>
                <a:lnTo>
                  <a:pt x="472211" y="314350"/>
                </a:lnTo>
                <a:lnTo>
                  <a:pt x="444296" y="275386"/>
                </a:lnTo>
                <a:lnTo>
                  <a:pt x="414210" y="248399"/>
                </a:lnTo>
                <a:lnTo>
                  <a:pt x="379539" y="227939"/>
                </a:lnTo>
                <a:lnTo>
                  <a:pt x="341122" y="214972"/>
                </a:lnTo>
                <a:lnTo>
                  <a:pt x="299859" y="210439"/>
                </a:lnTo>
                <a:lnTo>
                  <a:pt x="278892" y="211594"/>
                </a:lnTo>
                <a:lnTo>
                  <a:pt x="238912" y="220459"/>
                </a:lnTo>
                <a:lnTo>
                  <a:pt x="193725" y="242633"/>
                </a:lnTo>
                <a:lnTo>
                  <a:pt x="148653" y="283044"/>
                </a:lnTo>
                <a:lnTo>
                  <a:pt x="116027" y="335597"/>
                </a:lnTo>
                <a:lnTo>
                  <a:pt x="98463" y="397294"/>
                </a:lnTo>
                <a:lnTo>
                  <a:pt x="96139" y="430631"/>
                </a:lnTo>
                <a:lnTo>
                  <a:pt x="100228" y="474764"/>
                </a:lnTo>
                <a:lnTo>
                  <a:pt x="111988" y="515937"/>
                </a:lnTo>
                <a:lnTo>
                  <a:pt x="130619" y="553288"/>
                </a:lnTo>
                <a:lnTo>
                  <a:pt x="155359" y="585889"/>
                </a:lnTo>
                <a:lnTo>
                  <a:pt x="185458" y="612876"/>
                </a:lnTo>
                <a:lnTo>
                  <a:pt x="220116" y="633336"/>
                </a:lnTo>
                <a:lnTo>
                  <a:pt x="258533" y="646303"/>
                </a:lnTo>
                <a:lnTo>
                  <a:pt x="299796" y="650824"/>
                </a:lnTo>
                <a:lnTo>
                  <a:pt x="320763" y="649681"/>
                </a:lnTo>
                <a:lnTo>
                  <a:pt x="360743" y="640816"/>
                </a:lnTo>
                <a:lnTo>
                  <a:pt x="404622" y="619379"/>
                </a:lnTo>
                <a:lnTo>
                  <a:pt x="451015" y="578231"/>
                </a:lnTo>
                <a:lnTo>
                  <a:pt x="483628" y="525678"/>
                </a:lnTo>
                <a:lnTo>
                  <a:pt x="501205" y="463969"/>
                </a:lnTo>
                <a:lnTo>
                  <a:pt x="503529" y="430644"/>
                </a:lnTo>
                <a:close/>
              </a:path>
              <a:path w="600075" h="762634">
                <a:moveTo>
                  <a:pt x="599668" y="440143"/>
                </a:moveTo>
                <a:lnTo>
                  <a:pt x="596138" y="383311"/>
                </a:lnTo>
                <a:lnTo>
                  <a:pt x="585901" y="329158"/>
                </a:lnTo>
                <a:lnTo>
                  <a:pt x="569442" y="278358"/>
                </a:lnTo>
                <a:lnTo>
                  <a:pt x="568350" y="276059"/>
                </a:lnTo>
                <a:lnTo>
                  <a:pt x="568350" y="440143"/>
                </a:lnTo>
                <a:lnTo>
                  <a:pt x="565823" y="486638"/>
                </a:lnTo>
                <a:lnTo>
                  <a:pt x="558457" y="531164"/>
                </a:lnTo>
                <a:lnTo>
                  <a:pt x="546620" y="573303"/>
                </a:lnTo>
                <a:lnTo>
                  <a:pt x="530656" y="612622"/>
                </a:lnTo>
                <a:lnTo>
                  <a:pt x="511632" y="647560"/>
                </a:lnTo>
                <a:lnTo>
                  <a:pt x="489419" y="679107"/>
                </a:lnTo>
                <a:lnTo>
                  <a:pt x="436753" y="730592"/>
                </a:lnTo>
                <a:lnTo>
                  <a:pt x="162915" y="730592"/>
                </a:lnTo>
                <a:lnTo>
                  <a:pt x="110248" y="679107"/>
                </a:lnTo>
                <a:lnTo>
                  <a:pt x="88036" y="647560"/>
                </a:lnTo>
                <a:lnTo>
                  <a:pt x="69011" y="612622"/>
                </a:lnTo>
                <a:lnTo>
                  <a:pt x="53047" y="573303"/>
                </a:lnTo>
                <a:lnTo>
                  <a:pt x="41198" y="531164"/>
                </a:lnTo>
                <a:lnTo>
                  <a:pt x="33845" y="486638"/>
                </a:lnTo>
                <a:lnTo>
                  <a:pt x="31318" y="440143"/>
                </a:lnTo>
                <a:lnTo>
                  <a:pt x="34594" y="387235"/>
                </a:lnTo>
                <a:lnTo>
                  <a:pt x="44107" y="336981"/>
                </a:lnTo>
                <a:lnTo>
                  <a:pt x="59321" y="289991"/>
                </a:lnTo>
                <a:lnTo>
                  <a:pt x="79717" y="246900"/>
                </a:lnTo>
                <a:lnTo>
                  <a:pt x="104152" y="209092"/>
                </a:lnTo>
                <a:lnTo>
                  <a:pt x="132537" y="176187"/>
                </a:lnTo>
                <a:lnTo>
                  <a:pt x="164325" y="148704"/>
                </a:lnTo>
                <a:lnTo>
                  <a:pt x="199021" y="127165"/>
                </a:lnTo>
                <a:lnTo>
                  <a:pt x="400634" y="127165"/>
                </a:lnTo>
                <a:lnTo>
                  <a:pt x="435343" y="148704"/>
                </a:lnTo>
                <a:lnTo>
                  <a:pt x="467131" y="176187"/>
                </a:lnTo>
                <a:lnTo>
                  <a:pt x="495503" y="209092"/>
                </a:lnTo>
                <a:lnTo>
                  <a:pt x="519950" y="246900"/>
                </a:lnTo>
                <a:lnTo>
                  <a:pt x="540346" y="289991"/>
                </a:lnTo>
                <a:lnTo>
                  <a:pt x="555561" y="336981"/>
                </a:lnTo>
                <a:lnTo>
                  <a:pt x="565061" y="387235"/>
                </a:lnTo>
                <a:lnTo>
                  <a:pt x="568350" y="440143"/>
                </a:lnTo>
                <a:lnTo>
                  <a:pt x="568350" y="276059"/>
                </a:lnTo>
                <a:lnTo>
                  <a:pt x="547293" y="231546"/>
                </a:lnTo>
                <a:lnTo>
                  <a:pt x="525551" y="197065"/>
                </a:lnTo>
                <a:lnTo>
                  <a:pt x="500659" y="165950"/>
                </a:lnTo>
                <a:lnTo>
                  <a:pt x="472846" y="138582"/>
                </a:lnTo>
                <a:lnTo>
                  <a:pt x="442391" y="115303"/>
                </a:lnTo>
                <a:lnTo>
                  <a:pt x="455104" y="107835"/>
                </a:lnTo>
                <a:lnTo>
                  <a:pt x="487603" y="81521"/>
                </a:lnTo>
                <a:lnTo>
                  <a:pt x="512838" y="43548"/>
                </a:lnTo>
                <a:lnTo>
                  <a:pt x="521703" y="0"/>
                </a:lnTo>
                <a:lnTo>
                  <a:pt x="483920" y="0"/>
                </a:lnTo>
                <a:lnTo>
                  <a:pt x="483920" y="31457"/>
                </a:lnTo>
                <a:lnTo>
                  <a:pt x="483120" y="33426"/>
                </a:lnTo>
                <a:lnTo>
                  <a:pt x="453644" y="70218"/>
                </a:lnTo>
                <a:lnTo>
                  <a:pt x="410845" y="95707"/>
                </a:lnTo>
                <a:lnTo>
                  <a:pt x="407962" y="95707"/>
                </a:lnTo>
                <a:lnTo>
                  <a:pt x="191706" y="95707"/>
                </a:lnTo>
                <a:lnTo>
                  <a:pt x="188810" y="95707"/>
                </a:lnTo>
                <a:lnTo>
                  <a:pt x="172732" y="87934"/>
                </a:lnTo>
                <a:lnTo>
                  <a:pt x="134658" y="59740"/>
                </a:lnTo>
                <a:lnTo>
                  <a:pt x="115735" y="31457"/>
                </a:lnTo>
                <a:lnTo>
                  <a:pt x="483920" y="31457"/>
                </a:lnTo>
                <a:lnTo>
                  <a:pt x="483920" y="0"/>
                </a:lnTo>
                <a:lnTo>
                  <a:pt x="77965" y="0"/>
                </a:lnTo>
                <a:lnTo>
                  <a:pt x="80035" y="17576"/>
                </a:lnTo>
                <a:lnTo>
                  <a:pt x="97497" y="63449"/>
                </a:lnTo>
                <a:lnTo>
                  <a:pt x="126199" y="94576"/>
                </a:lnTo>
                <a:lnTo>
                  <a:pt x="157264" y="115303"/>
                </a:lnTo>
                <a:lnTo>
                  <a:pt x="126809" y="138582"/>
                </a:lnTo>
                <a:lnTo>
                  <a:pt x="99009" y="165950"/>
                </a:lnTo>
                <a:lnTo>
                  <a:pt x="74117" y="197065"/>
                </a:lnTo>
                <a:lnTo>
                  <a:pt x="52374" y="231546"/>
                </a:lnTo>
                <a:lnTo>
                  <a:pt x="30213" y="278358"/>
                </a:lnTo>
                <a:lnTo>
                  <a:pt x="13766" y="329158"/>
                </a:lnTo>
                <a:lnTo>
                  <a:pt x="3530" y="383298"/>
                </a:lnTo>
                <a:lnTo>
                  <a:pt x="0" y="440143"/>
                </a:lnTo>
                <a:lnTo>
                  <a:pt x="2717" y="490093"/>
                </a:lnTo>
                <a:lnTo>
                  <a:pt x="10642" y="538035"/>
                </a:lnTo>
                <a:lnTo>
                  <a:pt x="23431" y="583526"/>
                </a:lnTo>
                <a:lnTo>
                  <a:pt x="40741" y="626148"/>
                </a:lnTo>
                <a:lnTo>
                  <a:pt x="62242" y="665467"/>
                </a:lnTo>
                <a:lnTo>
                  <a:pt x="87617" y="701027"/>
                </a:lnTo>
                <a:lnTo>
                  <a:pt x="116535" y="732396"/>
                </a:lnTo>
                <a:lnTo>
                  <a:pt x="148678" y="759104"/>
                </a:lnTo>
                <a:lnTo>
                  <a:pt x="152781" y="762050"/>
                </a:lnTo>
                <a:lnTo>
                  <a:pt x="446887" y="762050"/>
                </a:lnTo>
                <a:lnTo>
                  <a:pt x="483133" y="732396"/>
                </a:lnTo>
                <a:lnTo>
                  <a:pt x="512051" y="701027"/>
                </a:lnTo>
                <a:lnTo>
                  <a:pt x="537425" y="665467"/>
                </a:lnTo>
                <a:lnTo>
                  <a:pt x="558927" y="626148"/>
                </a:lnTo>
                <a:lnTo>
                  <a:pt x="576237" y="583526"/>
                </a:lnTo>
                <a:lnTo>
                  <a:pt x="589026" y="538035"/>
                </a:lnTo>
                <a:lnTo>
                  <a:pt x="596950" y="490093"/>
                </a:lnTo>
                <a:lnTo>
                  <a:pt x="599668" y="440143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919057" y="6202234"/>
            <a:ext cx="752475" cy="760730"/>
          </a:xfrm>
          <a:custGeom>
            <a:avLst/>
            <a:gdLst/>
            <a:ahLst/>
            <a:cxnLst/>
            <a:rect l="l" t="t" r="r" b="b"/>
            <a:pathLst>
              <a:path w="752475" h="760729">
                <a:moveTo>
                  <a:pt x="699262" y="16141"/>
                </a:moveTo>
                <a:lnTo>
                  <a:pt x="694956" y="5651"/>
                </a:lnTo>
                <a:lnTo>
                  <a:pt x="690600" y="2921"/>
                </a:lnTo>
                <a:lnTo>
                  <a:pt x="684504" y="2921"/>
                </a:lnTo>
                <a:lnTo>
                  <a:pt x="683006" y="3200"/>
                </a:lnTo>
                <a:lnTo>
                  <a:pt x="661250" y="12026"/>
                </a:lnTo>
                <a:lnTo>
                  <a:pt x="622642" y="27609"/>
                </a:lnTo>
                <a:lnTo>
                  <a:pt x="572084" y="47917"/>
                </a:lnTo>
                <a:lnTo>
                  <a:pt x="515899" y="70358"/>
                </a:lnTo>
                <a:lnTo>
                  <a:pt x="460425" y="92329"/>
                </a:lnTo>
                <a:lnTo>
                  <a:pt x="401764" y="115163"/>
                </a:lnTo>
                <a:lnTo>
                  <a:pt x="365963" y="128270"/>
                </a:lnTo>
                <a:lnTo>
                  <a:pt x="362204" y="126885"/>
                </a:lnTo>
                <a:lnTo>
                  <a:pt x="319671" y="109435"/>
                </a:lnTo>
                <a:lnTo>
                  <a:pt x="251929" y="80505"/>
                </a:lnTo>
                <a:lnTo>
                  <a:pt x="198208" y="57264"/>
                </a:lnTo>
                <a:lnTo>
                  <a:pt x="146126" y="34569"/>
                </a:lnTo>
                <a:lnTo>
                  <a:pt x="101409" y="14973"/>
                </a:lnTo>
                <a:lnTo>
                  <a:pt x="68224" y="330"/>
                </a:lnTo>
                <a:lnTo>
                  <a:pt x="66611" y="0"/>
                </a:lnTo>
                <a:lnTo>
                  <a:pt x="65024" y="0"/>
                </a:lnTo>
                <a:lnTo>
                  <a:pt x="60540" y="0"/>
                </a:lnTo>
                <a:lnTo>
                  <a:pt x="56273" y="2578"/>
                </a:lnTo>
                <a:lnTo>
                  <a:pt x="51701" y="12827"/>
                </a:lnTo>
                <a:lnTo>
                  <a:pt x="54356" y="19723"/>
                </a:lnTo>
                <a:lnTo>
                  <a:pt x="89065" y="35064"/>
                </a:lnTo>
                <a:lnTo>
                  <a:pt x="129400" y="52743"/>
                </a:lnTo>
                <a:lnTo>
                  <a:pt x="176758" y="73406"/>
                </a:lnTo>
                <a:lnTo>
                  <a:pt x="226631" y="95034"/>
                </a:lnTo>
                <a:lnTo>
                  <a:pt x="274510" y="115620"/>
                </a:lnTo>
                <a:lnTo>
                  <a:pt x="324726" y="136880"/>
                </a:lnTo>
                <a:lnTo>
                  <a:pt x="361734" y="151460"/>
                </a:lnTo>
                <a:lnTo>
                  <a:pt x="366445" y="152044"/>
                </a:lnTo>
                <a:lnTo>
                  <a:pt x="368300" y="151803"/>
                </a:lnTo>
                <a:lnTo>
                  <a:pt x="411759" y="136347"/>
                </a:lnTo>
                <a:lnTo>
                  <a:pt x="452297" y="120611"/>
                </a:lnTo>
                <a:lnTo>
                  <a:pt x="509930" y="97866"/>
                </a:lnTo>
                <a:lnTo>
                  <a:pt x="570179" y="73837"/>
                </a:lnTo>
                <a:lnTo>
                  <a:pt x="625411" y="51663"/>
                </a:lnTo>
                <a:lnTo>
                  <a:pt x="668032" y="34480"/>
                </a:lnTo>
                <a:lnTo>
                  <a:pt x="696404" y="22948"/>
                </a:lnTo>
                <a:lnTo>
                  <a:pt x="699262" y="16141"/>
                </a:lnTo>
                <a:close/>
              </a:path>
              <a:path w="752475" h="760729">
                <a:moveTo>
                  <a:pt x="749033" y="75603"/>
                </a:moveTo>
                <a:lnTo>
                  <a:pt x="747064" y="71945"/>
                </a:lnTo>
                <a:lnTo>
                  <a:pt x="741870" y="68491"/>
                </a:lnTo>
                <a:lnTo>
                  <a:pt x="739609" y="67843"/>
                </a:lnTo>
                <a:lnTo>
                  <a:pt x="735799" y="67843"/>
                </a:lnTo>
                <a:lnTo>
                  <a:pt x="734250" y="68148"/>
                </a:lnTo>
                <a:lnTo>
                  <a:pt x="725639" y="71780"/>
                </a:lnTo>
                <a:lnTo>
                  <a:pt x="725639" y="97091"/>
                </a:lnTo>
                <a:lnTo>
                  <a:pt x="725639" y="587552"/>
                </a:lnTo>
                <a:lnTo>
                  <a:pt x="380860" y="731100"/>
                </a:lnTo>
                <a:lnTo>
                  <a:pt x="380860" y="242087"/>
                </a:lnTo>
                <a:lnTo>
                  <a:pt x="725639" y="97091"/>
                </a:lnTo>
                <a:lnTo>
                  <a:pt x="725639" y="71780"/>
                </a:lnTo>
                <a:lnTo>
                  <a:pt x="376542" y="218567"/>
                </a:lnTo>
                <a:lnTo>
                  <a:pt x="369214" y="221653"/>
                </a:lnTo>
                <a:lnTo>
                  <a:pt x="361873" y="218503"/>
                </a:lnTo>
                <a:lnTo>
                  <a:pt x="359194" y="217360"/>
                </a:lnTo>
                <a:lnTo>
                  <a:pt x="359194" y="220637"/>
                </a:lnTo>
                <a:lnTo>
                  <a:pt x="357466" y="223939"/>
                </a:lnTo>
                <a:lnTo>
                  <a:pt x="357466" y="242023"/>
                </a:lnTo>
                <a:lnTo>
                  <a:pt x="357466" y="731748"/>
                </a:lnTo>
                <a:lnTo>
                  <a:pt x="26873" y="590550"/>
                </a:lnTo>
                <a:lnTo>
                  <a:pt x="26873" y="100152"/>
                </a:lnTo>
                <a:lnTo>
                  <a:pt x="357466" y="242023"/>
                </a:lnTo>
                <a:lnTo>
                  <a:pt x="357466" y="223939"/>
                </a:lnTo>
                <a:lnTo>
                  <a:pt x="359181" y="220637"/>
                </a:lnTo>
                <a:lnTo>
                  <a:pt x="359194" y="217360"/>
                </a:lnTo>
                <a:lnTo>
                  <a:pt x="86093" y="100152"/>
                </a:lnTo>
                <a:lnTo>
                  <a:pt x="18300" y="71069"/>
                </a:lnTo>
                <a:lnTo>
                  <a:pt x="16738" y="70751"/>
                </a:lnTo>
                <a:lnTo>
                  <a:pt x="12915" y="70751"/>
                </a:lnTo>
                <a:lnTo>
                  <a:pt x="10680" y="71399"/>
                </a:lnTo>
                <a:lnTo>
                  <a:pt x="5435" y="74841"/>
                </a:lnTo>
                <a:lnTo>
                  <a:pt x="3467" y="78486"/>
                </a:lnTo>
                <a:lnTo>
                  <a:pt x="3467" y="602932"/>
                </a:lnTo>
                <a:lnTo>
                  <a:pt x="6248" y="607136"/>
                </a:lnTo>
                <a:lnTo>
                  <a:pt x="365061" y="760387"/>
                </a:lnTo>
                <a:lnTo>
                  <a:pt x="366623" y="760704"/>
                </a:lnTo>
                <a:lnTo>
                  <a:pt x="369722" y="760704"/>
                </a:lnTo>
                <a:lnTo>
                  <a:pt x="371246" y="760399"/>
                </a:lnTo>
                <a:lnTo>
                  <a:pt x="374040" y="759244"/>
                </a:lnTo>
                <a:lnTo>
                  <a:pt x="375627" y="759244"/>
                </a:lnTo>
                <a:lnTo>
                  <a:pt x="376770" y="758101"/>
                </a:lnTo>
                <a:lnTo>
                  <a:pt x="746201" y="604291"/>
                </a:lnTo>
                <a:lnTo>
                  <a:pt x="749033" y="600049"/>
                </a:lnTo>
                <a:lnTo>
                  <a:pt x="749033" y="595337"/>
                </a:lnTo>
                <a:lnTo>
                  <a:pt x="749033" y="584555"/>
                </a:lnTo>
                <a:lnTo>
                  <a:pt x="749033" y="97091"/>
                </a:lnTo>
                <a:lnTo>
                  <a:pt x="749033" y="75603"/>
                </a:lnTo>
                <a:close/>
              </a:path>
              <a:path w="752475" h="760729">
                <a:moveTo>
                  <a:pt x="752462" y="39484"/>
                </a:moveTo>
                <a:lnTo>
                  <a:pt x="748169" y="29006"/>
                </a:lnTo>
                <a:lnTo>
                  <a:pt x="743800" y="26263"/>
                </a:lnTo>
                <a:lnTo>
                  <a:pt x="737717" y="26263"/>
                </a:lnTo>
                <a:lnTo>
                  <a:pt x="736206" y="26555"/>
                </a:lnTo>
                <a:lnTo>
                  <a:pt x="368338" y="176999"/>
                </a:lnTo>
                <a:lnTo>
                  <a:pt x="16522" y="20751"/>
                </a:lnTo>
                <a:lnTo>
                  <a:pt x="14909" y="20434"/>
                </a:lnTo>
                <a:lnTo>
                  <a:pt x="13322" y="20434"/>
                </a:lnTo>
                <a:lnTo>
                  <a:pt x="8839" y="20434"/>
                </a:lnTo>
                <a:lnTo>
                  <a:pt x="4572" y="23012"/>
                </a:lnTo>
                <a:lnTo>
                  <a:pt x="0" y="33248"/>
                </a:lnTo>
                <a:lnTo>
                  <a:pt x="2654" y="40144"/>
                </a:lnTo>
                <a:lnTo>
                  <a:pt x="364921" y="201028"/>
                </a:lnTo>
                <a:lnTo>
                  <a:pt x="366534" y="201371"/>
                </a:lnTo>
                <a:lnTo>
                  <a:pt x="369658" y="201371"/>
                </a:lnTo>
                <a:lnTo>
                  <a:pt x="371157" y="201079"/>
                </a:lnTo>
                <a:lnTo>
                  <a:pt x="749604" y="46304"/>
                </a:lnTo>
                <a:lnTo>
                  <a:pt x="752462" y="3948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406783" y="6201574"/>
            <a:ext cx="873760" cy="762000"/>
          </a:xfrm>
          <a:custGeom>
            <a:avLst/>
            <a:gdLst/>
            <a:ahLst/>
            <a:cxnLst/>
            <a:rect l="l" t="t" r="r" b="b"/>
            <a:pathLst>
              <a:path w="873759" h="762000">
                <a:moveTo>
                  <a:pt x="823607" y="96100"/>
                </a:moveTo>
                <a:lnTo>
                  <a:pt x="822198" y="92722"/>
                </a:lnTo>
                <a:lnTo>
                  <a:pt x="817118" y="87706"/>
                </a:lnTo>
                <a:lnTo>
                  <a:pt x="813727" y="86309"/>
                </a:lnTo>
                <a:lnTo>
                  <a:pt x="796696" y="86360"/>
                </a:lnTo>
                <a:lnTo>
                  <a:pt x="796696" y="113068"/>
                </a:lnTo>
                <a:lnTo>
                  <a:pt x="796696" y="648004"/>
                </a:lnTo>
                <a:lnTo>
                  <a:pt x="459143" y="648004"/>
                </a:lnTo>
                <a:lnTo>
                  <a:pt x="453504" y="652360"/>
                </a:lnTo>
                <a:lnTo>
                  <a:pt x="449300" y="655916"/>
                </a:lnTo>
                <a:lnTo>
                  <a:pt x="446608" y="658279"/>
                </a:lnTo>
                <a:lnTo>
                  <a:pt x="449300" y="655904"/>
                </a:lnTo>
                <a:lnTo>
                  <a:pt x="481190" y="632358"/>
                </a:lnTo>
                <a:lnTo>
                  <a:pt x="515620" y="612305"/>
                </a:lnTo>
                <a:lnTo>
                  <a:pt x="579958" y="585965"/>
                </a:lnTo>
                <a:lnTo>
                  <a:pt x="618680" y="576173"/>
                </a:lnTo>
                <a:lnTo>
                  <a:pt x="666000" y="569061"/>
                </a:lnTo>
                <a:lnTo>
                  <a:pt x="723392" y="561860"/>
                </a:lnTo>
                <a:lnTo>
                  <a:pt x="753922" y="558304"/>
                </a:lnTo>
                <a:lnTo>
                  <a:pt x="759066" y="552589"/>
                </a:lnTo>
                <a:lnTo>
                  <a:pt x="759066" y="545820"/>
                </a:lnTo>
                <a:lnTo>
                  <a:pt x="759066" y="532549"/>
                </a:lnTo>
                <a:lnTo>
                  <a:pt x="759066" y="113144"/>
                </a:lnTo>
                <a:lnTo>
                  <a:pt x="796696" y="113068"/>
                </a:lnTo>
                <a:lnTo>
                  <a:pt x="796696" y="86360"/>
                </a:lnTo>
                <a:lnTo>
                  <a:pt x="759066" y="86436"/>
                </a:lnTo>
                <a:lnTo>
                  <a:pt x="759066" y="28651"/>
                </a:lnTo>
                <a:lnTo>
                  <a:pt x="758939" y="9220"/>
                </a:lnTo>
                <a:lnTo>
                  <a:pt x="757402" y="5854"/>
                </a:lnTo>
                <a:lnTo>
                  <a:pt x="751992" y="1155"/>
                </a:lnTo>
                <a:lnTo>
                  <a:pt x="748868" y="0"/>
                </a:lnTo>
                <a:lnTo>
                  <a:pt x="745032" y="0"/>
                </a:lnTo>
                <a:lnTo>
                  <a:pt x="744435" y="38"/>
                </a:lnTo>
                <a:lnTo>
                  <a:pt x="732155" y="1790"/>
                </a:lnTo>
                <a:lnTo>
                  <a:pt x="732155" y="28651"/>
                </a:lnTo>
                <a:lnTo>
                  <a:pt x="732155" y="533946"/>
                </a:lnTo>
                <a:lnTo>
                  <a:pt x="657034" y="543318"/>
                </a:lnTo>
                <a:lnTo>
                  <a:pt x="613422" y="549986"/>
                </a:lnTo>
                <a:lnTo>
                  <a:pt x="571347" y="560666"/>
                </a:lnTo>
                <a:lnTo>
                  <a:pt x="534149" y="574192"/>
                </a:lnTo>
                <a:lnTo>
                  <a:pt x="474814" y="604697"/>
                </a:lnTo>
                <a:lnTo>
                  <a:pt x="448170" y="622731"/>
                </a:lnTo>
                <a:lnTo>
                  <a:pt x="448170" y="647992"/>
                </a:lnTo>
                <a:lnTo>
                  <a:pt x="444398" y="648004"/>
                </a:lnTo>
                <a:lnTo>
                  <a:pt x="444398" y="660222"/>
                </a:lnTo>
                <a:lnTo>
                  <a:pt x="444347" y="662495"/>
                </a:lnTo>
                <a:lnTo>
                  <a:pt x="439864" y="665378"/>
                </a:lnTo>
                <a:lnTo>
                  <a:pt x="444347" y="662495"/>
                </a:lnTo>
                <a:lnTo>
                  <a:pt x="444347" y="660273"/>
                </a:lnTo>
                <a:lnTo>
                  <a:pt x="440461" y="664044"/>
                </a:lnTo>
                <a:lnTo>
                  <a:pt x="437057" y="665327"/>
                </a:lnTo>
                <a:lnTo>
                  <a:pt x="440461" y="664032"/>
                </a:lnTo>
                <a:lnTo>
                  <a:pt x="444398" y="660222"/>
                </a:lnTo>
                <a:lnTo>
                  <a:pt x="444398" y="648004"/>
                </a:lnTo>
                <a:lnTo>
                  <a:pt x="433857" y="648004"/>
                </a:lnTo>
                <a:lnTo>
                  <a:pt x="433857" y="665365"/>
                </a:lnTo>
                <a:lnTo>
                  <a:pt x="430225" y="665276"/>
                </a:lnTo>
                <a:lnTo>
                  <a:pt x="433425" y="665314"/>
                </a:lnTo>
                <a:lnTo>
                  <a:pt x="433857" y="665365"/>
                </a:lnTo>
                <a:lnTo>
                  <a:pt x="433857" y="648004"/>
                </a:lnTo>
                <a:lnTo>
                  <a:pt x="421259" y="648004"/>
                </a:lnTo>
                <a:lnTo>
                  <a:pt x="421132" y="648004"/>
                </a:lnTo>
                <a:lnTo>
                  <a:pt x="421132" y="658812"/>
                </a:lnTo>
                <a:lnTo>
                  <a:pt x="418185" y="656323"/>
                </a:lnTo>
                <a:lnTo>
                  <a:pt x="420090" y="657898"/>
                </a:lnTo>
                <a:lnTo>
                  <a:pt x="421132" y="658812"/>
                </a:lnTo>
                <a:lnTo>
                  <a:pt x="421132" y="648004"/>
                </a:lnTo>
                <a:lnTo>
                  <a:pt x="415950" y="648004"/>
                </a:lnTo>
                <a:lnTo>
                  <a:pt x="415950" y="654507"/>
                </a:lnTo>
                <a:lnTo>
                  <a:pt x="409829" y="649706"/>
                </a:lnTo>
                <a:lnTo>
                  <a:pt x="408533" y="648741"/>
                </a:lnTo>
                <a:lnTo>
                  <a:pt x="409829" y="649693"/>
                </a:lnTo>
                <a:lnTo>
                  <a:pt x="411861" y="651268"/>
                </a:lnTo>
                <a:lnTo>
                  <a:pt x="415950" y="654507"/>
                </a:lnTo>
                <a:lnTo>
                  <a:pt x="415950" y="648004"/>
                </a:lnTo>
                <a:lnTo>
                  <a:pt x="407581" y="648004"/>
                </a:lnTo>
                <a:lnTo>
                  <a:pt x="74244" y="648004"/>
                </a:lnTo>
                <a:lnTo>
                  <a:pt x="74244" y="112928"/>
                </a:lnTo>
                <a:lnTo>
                  <a:pt x="110363" y="112852"/>
                </a:lnTo>
                <a:lnTo>
                  <a:pt x="110363" y="552894"/>
                </a:lnTo>
                <a:lnTo>
                  <a:pt x="115976" y="558774"/>
                </a:lnTo>
                <a:lnTo>
                  <a:pt x="164299" y="561860"/>
                </a:lnTo>
                <a:lnTo>
                  <a:pt x="206959" y="565746"/>
                </a:lnTo>
                <a:lnTo>
                  <a:pt x="251421" y="572147"/>
                </a:lnTo>
                <a:lnTo>
                  <a:pt x="296329" y="586790"/>
                </a:lnTo>
                <a:lnTo>
                  <a:pt x="357492" y="615556"/>
                </a:lnTo>
                <a:lnTo>
                  <a:pt x="395833" y="639495"/>
                </a:lnTo>
                <a:lnTo>
                  <a:pt x="407568" y="647992"/>
                </a:lnTo>
                <a:lnTo>
                  <a:pt x="421259" y="647992"/>
                </a:lnTo>
                <a:lnTo>
                  <a:pt x="448170" y="647992"/>
                </a:lnTo>
                <a:lnTo>
                  <a:pt x="448170" y="622731"/>
                </a:lnTo>
                <a:lnTo>
                  <a:pt x="448170" y="125641"/>
                </a:lnTo>
                <a:lnTo>
                  <a:pt x="464642" y="113017"/>
                </a:lnTo>
                <a:lnTo>
                  <a:pt x="475513" y="106159"/>
                </a:lnTo>
                <a:lnTo>
                  <a:pt x="482434" y="101790"/>
                </a:lnTo>
                <a:lnTo>
                  <a:pt x="537298" y="72986"/>
                </a:lnTo>
                <a:lnTo>
                  <a:pt x="594017" y="52400"/>
                </a:lnTo>
                <a:lnTo>
                  <a:pt x="650328" y="40970"/>
                </a:lnTo>
                <a:lnTo>
                  <a:pt x="713460" y="31280"/>
                </a:lnTo>
                <a:lnTo>
                  <a:pt x="732155" y="28651"/>
                </a:lnTo>
                <a:lnTo>
                  <a:pt x="732155" y="1790"/>
                </a:lnTo>
                <a:lnTo>
                  <a:pt x="678891" y="9372"/>
                </a:lnTo>
                <a:lnTo>
                  <a:pt x="639343" y="15748"/>
                </a:lnTo>
                <a:lnTo>
                  <a:pt x="597115" y="23926"/>
                </a:lnTo>
                <a:lnTo>
                  <a:pt x="530694" y="46736"/>
                </a:lnTo>
                <a:lnTo>
                  <a:pt x="487108" y="67691"/>
                </a:lnTo>
                <a:lnTo>
                  <a:pt x="445757" y="93929"/>
                </a:lnTo>
                <a:lnTo>
                  <a:pt x="445757" y="127685"/>
                </a:lnTo>
                <a:lnTo>
                  <a:pt x="441680" y="131597"/>
                </a:lnTo>
                <a:lnTo>
                  <a:pt x="444474" y="128892"/>
                </a:lnTo>
                <a:lnTo>
                  <a:pt x="445757" y="127685"/>
                </a:lnTo>
                <a:lnTo>
                  <a:pt x="445757" y="93929"/>
                </a:lnTo>
                <a:lnTo>
                  <a:pt x="434987" y="101790"/>
                </a:lnTo>
                <a:lnTo>
                  <a:pt x="428332" y="96405"/>
                </a:lnTo>
                <a:lnTo>
                  <a:pt x="428205" y="96316"/>
                </a:lnTo>
                <a:lnTo>
                  <a:pt x="428205" y="131622"/>
                </a:lnTo>
                <a:lnTo>
                  <a:pt x="421259" y="125272"/>
                </a:lnTo>
                <a:lnTo>
                  <a:pt x="421259" y="624789"/>
                </a:lnTo>
                <a:lnTo>
                  <a:pt x="361238" y="587133"/>
                </a:lnTo>
                <a:lnTo>
                  <a:pt x="318147" y="566762"/>
                </a:lnTo>
                <a:lnTo>
                  <a:pt x="267055" y="548601"/>
                </a:lnTo>
                <a:lnTo>
                  <a:pt x="221602" y="540537"/>
                </a:lnTo>
                <a:lnTo>
                  <a:pt x="170014" y="535520"/>
                </a:lnTo>
                <a:lnTo>
                  <a:pt x="137287" y="533209"/>
                </a:lnTo>
                <a:lnTo>
                  <a:pt x="137287" y="86131"/>
                </a:lnTo>
                <a:lnTo>
                  <a:pt x="137287" y="27851"/>
                </a:lnTo>
                <a:lnTo>
                  <a:pt x="174409" y="31280"/>
                </a:lnTo>
                <a:lnTo>
                  <a:pt x="224231" y="36995"/>
                </a:lnTo>
                <a:lnTo>
                  <a:pt x="265836" y="43967"/>
                </a:lnTo>
                <a:lnTo>
                  <a:pt x="303618" y="56210"/>
                </a:lnTo>
                <a:lnTo>
                  <a:pt x="360959" y="83375"/>
                </a:lnTo>
                <a:lnTo>
                  <a:pt x="393230" y="103720"/>
                </a:lnTo>
                <a:lnTo>
                  <a:pt x="425589" y="129146"/>
                </a:lnTo>
                <a:lnTo>
                  <a:pt x="428205" y="131622"/>
                </a:lnTo>
                <a:lnTo>
                  <a:pt x="428205" y="96316"/>
                </a:lnTo>
                <a:lnTo>
                  <a:pt x="374370" y="60210"/>
                </a:lnTo>
                <a:lnTo>
                  <a:pt x="313270" y="31280"/>
                </a:lnTo>
                <a:lnTo>
                  <a:pt x="302831" y="27851"/>
                </a:lnTo>
                <a:lnTo>
                  <a:pt x="276834" y="19291"/>
                </a:lnTo>
                <a:lnTo>
                  <a:pt x="239166" y="12115"/>
                </a:lnTo>
                <a:lnTo>
                  <a:pt x="184531" y="5473"/>
                </a:lnTo>
                <a:lnTo>
                  <a:pt x="124510" y="12"/>
                </a:lnTo>
                <a:lnTo>
                  <a:pt x="120446" y="0"/>
                </a:lnTo>
                <a:lnTo>
                  <a:pt x="117170" y="1257"/>
                </a:lnTo>
                <a:lnTo>
                  <a:pt x="111925" y="6070"/>
                </a:lnTo>
                <a:lnTo>
                  <a:pt x="110426" y="9486"/>
                </a:lnTo>
                <a:lnTo>
                  <a:pt x="110363" y="86131"/>
                </a:lnTo>
                <a:lnTo>
                  <a:pt x="53289" y="86372"/>
                </a:lnTo>
                <a:lnTo>
                  <a:pt x="47332" y="92329"/>
                </a:lnTo>
                <a:lnTo>
                  <a:pt x="47332" y="664870"/>
                </a:lnTo>
                <a:lnTo>
                  <a:pt x="48768" y="668312"/>
                </a:lnTo>
                <a:lnTo>
                  <a:pt x="53771" y="673277"/>
                </a:lnTo>
                <a:lnTo>
                  <a:pt x="57238" y="674700"/>
                </a:lnTo>
                <a:lnTo>
                  <a:pt x="813701" y="674700"/>
                </a:lnTo>
                <a:lnTo>
                  <a:pt x="817168" y="673277"/>
                </a:lnTo>
                <a:lnTo>
                  <a:pt x="822185" y="668312"/>
                </a:lnTo>
                <a:lnTo>
                  <a:pt x="823607" y="664870"/>
                </a:lnTo>
                <a:lnTo>
                  <a:pt x="823607" y="96100"/>
                </a:lnTo>
                <a:close/>
              </a:path>
              <a:path w="873759" h="762000">
                <a:moveTo>
                  <a:pt x="873442" y="142290"/>
                </a:moveTo>
                <a:lnTo>
                  <a:pt x="867422" y="136309"/>
                </a:lnTo>
                <a:lnTo>
                  <a:pt x="859993" y="136309"/>
                </a:lnTo>
                <a:lnTo>
                  <a:pt x="852551" y="136309"/>
                </a:lnTo>
                <a:lnTo>
                  <a:pt x="846531" y="142290"/>
                </a:lnTo>
                <a:lnTo>
                  <a:pt x="846531" y="692950"/>
                </a:lnTo>
                <a:lnTo>
                  <a:pt x="509524" y="692950"/>
                </a:lnTo>
                <a:lnTo>
                  <a:pt x="506056" y="694372"/>
                </a:lnTo>
                <a:lnTo>
                  <a:pt x="501040" y="699350"/>
                </a:lnTo>
                <a:lnTo>
                  <a:pt x="499605" y="702779"/>
                </a:lnTo>
                <a:lnTo>
                  <a:pt x="499605" y="735279"/>
                </a:lnTo>
                <a:lnTo>
                  <a:pt x="373837" y="735279"/>
                </a:lnTo>
                <a:lnTo>
                  <a:pt x="373837" y="702779"/>
                </a:lnTo>
                <a:lnTo>
                  <a:pt x="372402" y="699350"/>
                </a:lnTo>
                <a:lnTo>
                  <a:pt x="367398" y="694372"/>
                </a:lnTo>
                <a:lnTo>
                  <a:pt x="363931" y="692950"/>
                </a:lnTo>
                <a:lnTo>
                  <a:pt x="26911" y="692950"/>
                </a:lnTo>
                <a:lnTo>
                  <a:pt x="26911" y="142290"/>
                </a:lnTo>
                <a:lnTo>
                  <a:pt x="20891" y="136309"/>
                </a:lnTo>
                <a:lnTo>
                  <a:pt x="6019" y="136309"/>
                </a:lnTo>
                <a:lnTo>
                  <a:pt x="0" y="142290"/>
                </a:lnTo>
                <a:lnTo>
                  <a:pt x="0" y="709815"/>
                </a:lnTo>
                <a:lnTo>
                  <a:pt x="1435" y="713257"/>
                </a:lnTo>
                <a:lnTo>
                  <a:pt x="6451" y="718223"/>
                </a:lnTo>
                <a:lnTo>
                  <a:pt x="9918" y="719658"/>
                </a:lnTo>
                <a:lnTo>
                  <a:pt x="346925" y="719658"/>
                </a:lnTo>
                <a:lnTo>
                  <a:pt x="346925" y="752157"/>
                </a:lnTo>
                <a:lnTo>
                  <a:pt x="348361" y="755586"/>
                </a:lnTo>
                <a:lnTo>
                  <a:pt x="353377" y="760564"/>
                </a:lnTo>
                <a:lnTo>
                  <a:pt x="356844" y="761987"/>
                </a:lnTo>
                <a:lnTo>
                  <a:pt x="516597" y="761987"/>
                </a:lnTo>
                <a:lnTo>
                  <a:pt x="520065" y="760564"/>
                </a:lnTo>
                <a:lnTo>
                  <a:pt x="525081" y="755586"/>
                </a:lnTo>
                <a:lnTo>
                  <a:pt x="526516" y="752157"/>
                </a:lnTo>
                <a:lnTo>
                  <a:pt x="526516" y="719645"/>
                </a:lnTo>
                <a:lnTo>
                  <a:pt x="863536" y="719658"/>
                </a:lnTo>
                <a:lnTo>
                  <a:pt x="866990" y="718223"/>
                </a:lnTo>
                <a:lnTo>
                  <a:pt x="872007" y="713257"/>
                </a:lnTo>
                <a:lnTo>
                  <a:pt x="873442" y="709815"/>
                </a:lnTo>
                <a:lnTo>
                  <a:pt x="873442" y="142290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349629" y="6201752"/>
            <a:ext cx="409575" cy="762000"/>
          </a:xfrm>
          <a:custGeom>
            <a:avLst/>
            <a:gdLst/>
            <a:ahLst/>
            <a:cxnLst/>
            <a:rect l="l" t="t" r="r" b="b"/>
            <a:pathLst>
              <a:path w="409575" h="762000">
                <a:moveTo>
                  <a:pt x="2616" y="388823"/>
                </a:moveTo>
                <a:lnTo>
                  <a:pt x="1727" y="390309"/>
                </a:lnTo>
                <a:lnTo>
                  <a:pt x="1625" y="390550"/>
                </a:lnTo>
                <a:lnTo>
                  <a:pt x="2616" y="388823"/>
                </a:lnTo>
                <a:close/>
              </a:path>
              <a:path w="409575" h="762000">
                <a:moveTo>
                  <a:pt x="122059" y="741883"/>
                </a:moveTo>
                <a:lnTo>
                  <a:pt x="121983" y="742645"/>
                </a:lnTo>
                <a:lnTo>
                  <a:pt x="121983" y="743572"/>
                </a:lnTo>
                <a:lnTo>
                  <a:pt x="122059" y="741883"/>
                </a:lnTo>
                <a:close/>
              </a:path>
              <a:path w="409575" h="762000">
                <a:moveTo>
                  <a:pt x="201714" y="380619"/>
                </a:moveTo>
                <a:lnTo>
                  <a:pt x="201066" y="380428"/>
                </a:lnTo>
                <a:lnTo>
                  <a:pt x="199199" y="380238"/>
                </a:lnTo>
                <a:lnTo>
                  <a:pt x="200190" y="380377"/>
                </a:lnTo>
                <a:lnTo>
                  <a:pt x="201714" y="380619"/>
                </a:lnTo>
                <a:close/>
              </a:path>
              <a:path w="409575" h="762000">
                <a:moveTo>
                  <a:pt x="215188" y="399935"/>
                </a:moveTo>
                <a:lnTo>
                  <a:pt x="214998" y="401320"/>
                </a:lnTo>
                <a:lnTo>
                  <a:pt x="215150" y="400405"/>
                </a:lnTo>
                <a:lnTo>
                  <a:pt x="215188" y="399935"/>
                </a:lnTo>
                <a:close/>
              </a:path>
              <a:path w="409575" h="762000">
                <a:moveTo>
                  <a:pt x="252882" y="6997"/>
                </a:moveTo>
                <a:lnTo>
                  <a:pt x="251574" y="5372"/>
                </a:lnTo>
                <a:lnTo>
                  <a:pt x="252882" y="6997"/>
                </a:lnTo>
                <a:close/>
              </a:path>
              <a:path w="409575" h="762000">
                <a:moveTo>
                  <a:pt x="396062" y="299643"/>
                </a:moveTo>
                <a:lnTo>
                  <a:pt x="394550" y="299224"/>
                </a:lnTo>
                <a:lnTo>
                  <a:pt x="396062" y="299643"/>
                </a:lnTo>
                <a:close/>
              </a:path>
              <a:path w="409575" h="762000">
                <a:moveTo>
                  <a:pt x="407593" y="324726"/>
                </a:moveTo>
                <a:lnTo>
                  <a:pt x="406628" y="326351"/>
                </a:lnTo>
                <a:lnTo>
                  <a:pt x="407492" y="324967"/>
                </a:lnTo>
                <a:lnTo>
                  <a:pt x="407593" y="324726"/>
                </a:lnTo>
                <a:close/>
              </a:path>
              <a:path w="409575" h="762000">
                <a:moveTo>
                  <a:pt x="409308" y="316357"/>
                </a:moveTo>
                <a:lnTo>
                  <a:pt x="409244" y="315760"/>
                </a:lnTo>
                <a:lnTo>
                  <a:pt x="409194" y="315366"/>
                </a:lnTo>
                <a:lnTo>
                  <a:pt x="409181" y="315150"/>
                </a:lnTo>
                <a:lnTo>
                  <a:pt x="408914" y="312674"/>
                </a:lnTo>
                <a:lnTo>
                  <a:pt x="408495" y="311353"/>
                </a:lnTo>
                <a:lnTo>
                  <a:pt x="408393" y="311035"/>
                </a:lnTo>
                <a:lnTo>
                  <a:pt x="408165" y="310299"/>
                </a:lnTo>
                <a:lnTo>
                  <a:pt x="405663" y="305879"/>
                </a:lnTo>
                <a:lnTo>
                  <a:pt x="405180" y="305346"/>
                </a:lnTo>
                <a:lnTo>
                  <a:pt x="404876" y="305015"/>
                </a:lnTo>
                <a:lnTo>
                  <a:pt x="403999" y="303999"/>
                </a:lnTo>
                <a:lnTo>
                  <a:pt x="401129" y="301942"/>
                </a:lnTo>
                <a:lnTo>
                  <a:pt x="400900" y="301764"/>
                </a:lnTo>
                <a:lnTo>
                  <a:pt x="400151" y="301193"/>
                </a:lnTo>
                <a:lnTo>
                  <a:pt x="398183" y="300228"/>
                </a:lnTo>
                <a:lnTo>
                  <a:pt x="397598" y="300088"/>
                </a:lnTo>
                <a:lnTo>
                  <a:pt x="394525" y="299224"/>
                </a:lnTo>
                <a:lnTo>
                  <a:pt x="392912" y="298996"/>
                </a:lnTo>
                <a:lnTo>
                  <a:pt x="391236" y="298996"/>
                </a:lnTo>
                <a:lnTo>
                  <a:pt x="384860" y="299097"/>
                </a:lnTo>
                <a:lnTo>
                  <a:pt x="390931" y="298996"/>
                </a:lnTo>
                <a:lnTo>
                  <a:pt x="359740" y="298996"/>
                </a:lnTo>
                <a:lnTo>
                  <a:pt x="359740" y="334962"/>
                </a:lnTo>
                <a:lnTo>
                  <a:pt x="173634" y="651065"/>
                </a:lnTo>
                <a:lnTo>
                  <a:pt x="138061" y="711479"/>
                </a:lnTo>
                <a:lnTo>
                  <a:pt x="138061" y="761580"/>
                </a:lnTo>
                <a:lnTo>
                  <a:pt x="136029" y="761250"/>
                </a:lnTo>
                <a:lnTo>
                  <a:pt x="138061" y="761580"/>
                </a:lnTo>
                <a:lnTo>
                  <a:pt x="138061" y="711479"/>
                </a:lnTo>
                <a:lnTo>
                  <a:pt x="123380" y="736409"/>
                </a:lnTo>
                <a:lnTo>
                  <a:pt x="122656" y="738378"/>
                </a:lnTo>
                <a:lnTo>
                  <a:pt x="123380" y="736409"/>
                </a:lnTo>
                <a:lnTo>
                  <a:pt x="173621" y="651065"/>
                </a:lnTo>
                <a:lnTo>
                  <a:pt x="214998" y="401320"/>
                </a:lnTo>
                <a:lnTo>
                  <a:pt x="213487" y="409727"/>
                </a:lnTo>
                <a:lnTo>
                  <a:pt x="206121" y="416102"/>
                </a:lnTo>
                <a:lnTo>
                  <a:pt x="213474" y="409727"/>
                </a:lnTo>
                <a:lnTo>
                  <a:pt x="215188" y="399935"/>
                </a:lnTo>
                <a:lnTo>
                  <a:pt x="215277" y="398729"/>
                </a:lnTo>
                <a:lnTo>
                  <a:pt x="215277" y="397510"/>
                </a:lnTo>
                <a:lnTo>
                  <a:pt x="215315" y="396455"/>
                </a:lnTo>
                <a:lnTo>
                  <a:pt x="215214" y="395427"/>
                </a:lnTo>
                <a:lnTo>
                  <a:pt x="215074" y="394944"/>
                </a:lnTo>
                <a:lnTo>
                  <a:pt x="213931" y="390817"/>
                </a:lnTo>
                <a:lnTo>
                  <a:pt x="212737" y="388569"/>
                </a:lnTo>
                <a:lnTo>
                  <a:pt x="211124" y="386626"/>
                </a:lnTo>
                <a:lnTo>
                  <a:pt x="209321" y="384467"/>
                </a:lnTo>
                <a:lnTo>
                  <a:pt x="207086" y="382778"/>
                </a:lnTo>
                <a:lnTo>
                  <a:pt x="204508" y="381647"/>
                </a:lnTo>
                <a:lnTo>
                  <a:pt x="203161" y="381050"/>
                </a:lnTo>
                <a:lnTo>
                  <a:pt x="202857" y="380923"/>
                </a:lnTo>
                <a:lnTo>
                  <a:pt x="201714" y="380619"/>
                </a:lnTo>
                <a:lnTo>
                  <a:pt x="198628" y="380174"/>
                </a:lnTo>
                <a:lnTo>
                  <a:pt x="198501" y="380161"/>
                </a:lnTo>
                <a:lnTo>
                  <a:pt x="197256" y="380123"/>
                </a:lnTo>
                <a:lnTo>
                  <a:pt x="188341" y="380314"/>
                </a:lnTo>
                <a:lnTo>
                  <a:pt x="196837" y="380123"/>
                </a:lnTo>
                <a:lnTo>
                  <a:pt x="49314" y="380123"/>
                </a:lnTo>
                <a:lnTo>
                  <a:pt x="213042" y="97612"/>
                </a:lnTo>
                <a:lnTo>
                  <a:pt x="193332" y="315023"/>
                </a:lnTo>
                <a:lnTo>
                  <a:pt x="193255" y="315810"/>
                </a:lnTo>
                <a:lnTo>
                  <a:pt x="193382" y="319722"/>
                </a:lnTo>
                <a:lnTo>
                  <a:pt x="193230" y="318363"/>
                </a:lnTo>
                <a:lnTo>
                  <a:pt x="193230" y="316712"/>
                </a:lnTo>
                <a:lnTo>
                  <a:pt x="193217" y="318363"/>
                </a:lnTo>
                <a:lnTo>
                  <a:pt x="202463" y="333044"/>
                </a:lnTo>
                <a:lnTo>
                  <a:pt x="204038" y="333565"/>
                </a:lnTo>
                <a:lnTo>
                  <a:pt x="204812" y="333806"/>
                </a:lnTo>
                <a:lnTo>
                  <a:pt x="205676" y="334086"/>
                </a:lnTo>
                <a:lnTo>
                  <a:pt x="207035" y="334518"/>
                </a:lnTo>
                <a:lnTo>
                  <a:pt x="208318" y="334772"/>
                </a:lnTo>
                <a:lnTo>
                  <a:pt x="208508" y="334810"/>
                </a:lnTo>
                <a:lnTo>
                  <a:pt x="209931" y="334911"/>
                </a:lnTo>
                <a:lnTo>
                  <a:pt x="210413" y="334949"/>
                </a:lnTo>
                <a:lnTo>
                  <a:pt x="210832" y="334962"/>
                </a:lnTo>
                <a:lnTo>
                  <a:pt x="211493" y="334962"/>
                </a:lnTo>
                <a:lnTo>
                  <a:pt x="359740" y="334962"/>
                </a:lnTo>
                <a:lnTo>
                  <a:pt x="359740" y="298996"/>
                </a:lnTo>
                <a:lnTo>
                  <a:pt x="230987" y="298996"/>
                </a:lnTo>
                <a:lnTo>
                  <a:pt x="256286" y="20027"/>
                </a:lnTo>
                <a:lnTo>
                  <a:pt x="256019" y="22402"/>
                </a:lnTo>
                <a:lnTo>
                  <a:pt x="256324" y="19608"/>
                </a:lnTo>
                <a:lnTo>
                  <a:pt x="256425" y="17665"/>
                </a:lnTo>
                <a:lnTo>
                  <a:pt x="256349" y="16713"/>
                </a:lnTo>
                <a:lnTo>
                  <a:pt x="256197" y="14503"/>
                </a:lnTo>
                <a:lnTo>
                  <a:pt x="255625" y="12319"/>
                </a:lnTo>
                <a:lnTo>
                  <a:pt x="253403" y="7632"/>
                </a:lnTo>
                <a:lnTo>
                  <a:pt x="251510" y="5334"/>
                </a:lnTo>
                <a:lnTo>
                  <a:pt x="248577" y="3136"/>
                </a:lnTo>
                <a:lnTo>
                  <a:pt x="247992" y="2755"/>
                </a:lnTo>
                <a:lnTo>
                  <a:pt x="246380" y="1828"/>
                </a:lnTo>
                <a:lnTo>
                  <a:pt x="247992" y="2755"/>
                </a:lnTo>
                <a:lnTo>
                  <a:pt x="248577" y="3136"/>
                </a:lnTo>
                <a:lnTo>
                  <a:pt x="247675" y="2463"/>
                </a:lnTo>
                <a:lnTo>
                  <a:pt x="246037" y="1600"/>
                </a:lnTo>
                <a:lnTo>
                  <a:pt x="245338" y="1358"/>
                </a:lnTo>
                <a:lnTo>
                  <a:pt x="242925" y="520"/>
                </a:lnTo>
                <a:lnTo>
                  <a:pt x="242354" y="317"/>
                </a:lnTo>
                <a:lnTo>
                  <a:pt x="241490" y="177"/>
                </a:lnTo>
                <a:lnTo>
                  <a:pt x="239649" y="50"/>
                </a:lnTo>
                <a:lnTo>
                  <a:pt x="239991" y="63"/>
                </a:lnTo>
                <a:lnTo>
                  <a:pt x="241490" y="203"/>
                </a:lnTo>
                <a:lnTo>
                  <a:pt x="240398" y="0"/>
                </a:lnTo>
                <a:lnTo>
                  <a:pt x="238912" y="0"/>
                </a:lnTo>
                <a:lnTo>
                  <a:pt x="232562" y="0"/>
                </a:lnTo>
                <a:lnTo>
                  <a:pt x="232270" y="0"/>
                </a:lnTo>
                <a:lnTo>
                  <a:pt x="229844" y="1346"/>
                </a:lnTo>
                <a:lnTo>
                  <a:pt x="226923" y="2794"/>
                </a:lnTo>
                <a:lnTo>
                  <a:pt x="223469" y="7848"/>
                </a:lnTo>
                <a:lnTo>
                  <a:pt x="226745" y="3073"/>
                </a:lnTo>
                <a:lnTo>
                  <a:pt x="223469" y="7848"/>
                </a:lnTo>
                <a:lnTo>
                  <a:pt x="223227" y="8216"/>
                </a:lnTo>
                <a:lnTo>
                  <a:pt x="223113" y="8407"/>
                </a:lnTo>
                <a:lnTo>
                  <a:pt x="222872" y="8763"/>
                </a:lnTo>
                <a:lnTo>
                  <a:pt x="222605" y="9245"/>
                </a:lnTo>
                <a:lnTo>
                  <a:pt x="2616" y="388823"/>
                </a:lnTo>
                <a:lnTo>
                  <a:pt x="5778" y="383616"/>
                </a:lnTo>
                <a:lnTo>
                  <a:pt x="787" y="392874"/>
                </a:lnTo>
                <a:lnTo>
                  <a:pt x="457" y="394144"/>
                </a:lnTo>
                <a:lnTo>
                  <a:pt x="50" y="395719"/>
                </a:lnTo>
                <a:lnTo>
                  <a:pt x="0" y="396570"/>
                </a:lnTo>
                <a:lnTo>
                  <a:pt x="63" y="399326"/>
                </a:lnTo>
                <a:lnTo>
                  <a:pt x="4051" y="409714"/>
                </a:lnTo>
                <a:lnTo>
                  <a:pt x="5397" y="411238"/>
                </a:lnTo>
                <a:lnTo>
                  <a:pt x="7708" y="412851"/>
                </a:lnTo>
                <a:lnTo>
                  <a:pt x="5473" y="411276"/>
                </a:lnTo>
                <a:lnTo>
                  <a:pt x="8597" y="413435"/>
                </a:lnTo>
                <a:lnTo>
                  <a:pt x="7772" y="412889"/>
                </a:lnTo>
                <a:lnTo>
                  <a:pt x="9512" y="414096"/>
                </a:lnTo>
                <a:lnTo>
                  <a:pt x="11480" y="415010"/>
                </a:lnTo>
                <a:lnTo>
                  <a:pt x="12014" y="415150"/>
                </a:lnTo>
                <a:lnTo>
                  <a:pt x="15087" y="415925"/>
                </a:lnTo>
                <a:lnTo>
                  <a:pt x="16548" y="416102"/>
                </a:lnTo>
                <a:lnTo>
                  <a:pt x="24460" y="416001"/>
                </a:lnTo>
                <a:lnTo>
                  <a:pt x="18351" y="416102"/>
                </a:lnTo>
                <a:lnTo>
                  <a:pt x="175996" y="416102"/>
                </a:lnTo>
                <a:lnTo>
                  <a:pt x="122288" y="740359"/>
                </a:lnTo>
                <a:lnTo>
                  <a:pt x="122224" y="740740"/>
                </a:lnTo>
                <a:lnTo>
                  <a:pt x="122072" y="741692"/>
                </a:lnTo>
                <a:lnTo>
                  <a:pt x="122059" y="741883"/>
                </a:lnTo>
                <a:lnTo>
                  <a:pt x="121983" y="745629"/>
                </a:lnTo>
                <a:lnTo>
                  <a:pt x="121983" y="743572"/>
                </a:lnTo>
                <a:lnTo>
                  <a:pt x="121958" y="746239"/>
                </a:lnTo>
                <a:lnTo>
                  <a:pt x="122339" y="747928"/>
                </a:lnTo>
                <a:lnTo>
                  <a:pt x="122529" y="748779"/>
                </a:lnTo>
                <a:lnTo>
                  <a:pt x="124752" y="753630"/>
                </a:lnTo>
                <a:lnTo>
                  <a:pt x="125145" y="754151"/>
                </a:lnTo>
                <a:lnTo>
                  <a:pt x="126403" y="755827"/>
                </a:lnTo>
                <a:lnTo>
                  <a:pt x="128574" y="757593"/>
                </a:lnTo>
                <a:lnTo>
                  <a:pt x="126453" y="755853"/>
                </a:lnTo>
                <a:lnTo>
                  <a:pt x="128574" y="757593"/>
                </a:lnTo>
                <a:lnTo>
                  <a:pt x="129298" y="758164"/>
                </a:lnTo>
                <a:lnTo>
                  <a:pt x="130060" y="758710"/>
                </a:lnTo>
                <a:lnTo>
                  <a:pt x="129298" y="758202"/>
                </a:lnTo>
                <a:lnTo>
                  <a:pt x="130175" y="758901"/>
                </a:lnTo>
                <a:lnTo>
                  <a:pt x="132016" y="759955"/>
                </a:lnTo>
                <a:lnTo>
                  <a:pt x="132943" y="760285"/>
                </a:lnTo>
                <a:lnTo>
                  <a:pt x="131902" y="759790"/>
                </a:lnTo>
                <a:lnTo>
                  <a:pt x="132969" y="760272"/>
                </a:lnTo>
                <a:lnTo>
                  <a:pt x="135026" y="760996"/>
                </a:lnTo>
                <a:lnTo>
                  <a:pt x="135991" y="761339"/>
                </a:lnTo>
                <a:lnTo>
                  <a:pt x="137998" y="761669"/>
                </a:lnTo>
                <a:lnTo>
                  <a:pt x="139039" y="761669"/>
                </a:lnTo>
                <a:lnTo>
                  <a:pt x="142646" y="761669"/>
                </a:lnTo>
                <a:lnTo>
                  <a:pt x="144868" y="761174"/>
                </a:lnTo>
                <a:lnTo>
                  <a:pt x="145249" y="761085"/>
                </a:lnTo>
                <a:lnTo>
                  <a:pt x="150050" y="758850"/>
                </a:lnTo>
                <a:lnTo>
                  <a:pt x="150266" y="758685"/>
                </a:lnTo>
                <a:lnTo>
                  <a:pt x="152171" y="757250"/>
                </a:lnTo>
                <a:lnTo>
                  <a:pt x="153911" y="755129"/>
                </a:lnTo>
                <a:lnTo>
                  <a:pt x="154520" y="754405"/>
                </a:lnTo>
                <a:lnTo>
                  <a:pt x="155054" y="753656"/>
                </a:lnTo>
                <a:lnTo>
                  <a:pt x="155232" y="753389"/>
                </a:lnTo>
                <a:lnTo>
                  <a:pt x="155778" y="752424"/>
                </a:lnTo>
                <a:lnTo>
                  <a:pt x="156756" y="750658"/>
                </a:lnTo>
                <a:lnTo>
                  <a:pt x="157454" y="748703"/>
                </a:lnTo>
                <a:lnTo>
                  <a:pt x="156756" y="750658"/>
                </a:lnTo>
                <a:lnTo>
                  <a:pt x="155778" y="752424"/>
                </a:lnTo>
                <a:lnTo>
                  <a:pt x="406628" y="326351"/>
                </a:lnTo>
                <a:lnTo>
                  <a:pt x="403466" y="331520"/>
                </a:lnTo>
                <a:lnTo>
                  <a:pt x="407593" y="324713"/>
                </a:lnTo>
                <a:lnTo>
                  <a:pt x="408152" y="323443"/>
                </a:lnTo>
                <a:lnTo>
                  <a:pt x="408190" y="323291"/>
                </a:lnTo>
                <a:lnTo>
                  <a:pt x="409041" y="320255"/>
                </a:lnTo>
                <a:lnTo>
                  <a:pt x="409143" y="319544"/>
                </a:lnTo>
                <a:lnTo>
                  <a:pt x="409041" y="320255"/>
                </a:lnTo>
                <a:lnTo>
                  <a:pt x="409232" y="319595"/>
                </a:lnTo>
                <a:lnTo>
                  <a:pt x="409244" y="318782"/>
                </a:lnTo>
                <a:lnTo>
                  <a:pt x="409270" y="318643"/>
                </a:lnTo>
                <a:lnTo>
                  <a:pt x="409257" y="318160"/>
                </a:lnTo>
                <a:lnTo>
                  <a:pt x="409308" y="316357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8954129" y="6201742"/>
            <a:ext cx="571500" cy="762000"/>
            <a:chOff x="8954129" y="6201742"/>
            <a:chExt cx="571500" cy="762000"/>
          </a:xfrm>
        </p:grpSpPr>
        <p:sp>
          <p:nvSpPr>
            <p:cNvPr id="38" name="object 38"/>
            <p:cNvSpPr/>
            <p:nvPr/>
          </p:nvSpPr>
          <p:spPr>
            <a:xfrm>
              <a:off x="8954129" y="6201742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461283" y="761971"/>
                  </a:moveTo>
                  <a:lnTo>
                    <a:pt x="110083" y="761971"/>
                  </a:lnTo>
                  <a:lnTo>
                    <a:pt x="87912" y="759723"/>
                  </a:lnTo>
                  <a:lnTo>
                    <a:pt x="48529" y="743086"/>
                  </a:lnTo>
                  <a:lnTo>
                    <a:pt x="18812" y="713256"/>
                  </a:lnTo>
                  <a:lnTo>
                    <a:pt x="2236" y="673717"/>
                  </a:lnTo>
                  <a:lnTo>
                    <a:pt x="0" y="110507"/>
                  </a:lnTo>
                  <a:lnTo>
                    <a:pt x="2236" y="88247"/>
                  </a:lnTo>
                  <a:lnTo>
                    <a:pt x="18811" y="48709"/>
                  </a:lnTo>
                  <a:lnTo>
                    <a:pt x="48533" y="18880"/>
                  </a:lnTo>
                  <a:lnTo>
                    <a:pt x="87929" y="2244"/>
                  </a:lnTo>
                  <a:lnTo>
                    <a:pt x="110107" y="0"/>
                  </a:lnTo>
                  <a:lnTo>
                    <a:pt x="412503" y="0"/>
                  </a:lnTo>
                  <a:lnTo>
                    <a:pt x="412503" y="26200"/>
                  </a:lnTo>
                  <a:lnTo>
                    <a:pt x="110107" y="26202"/>
                  </a:lnTo>
                  <a:lnTo>
                    <a:pt x="93165" y="27916"/>
                  </a:lnTo>
                  <a:lnTo>
                    <a:pt x="50711" y="50893"/>
                  </a:lnTo>
                  <a:lnTo>
                    <a:pt x="27815" y="93505"/>
                  </a:lnTo>
                  <a:lnTo>
                    <a:pt x="26107" y="651456"/>
                  </a:lnTo>
                  <a:lnTo>
                    <a:pt x="27814" y="668459"/>
                  </a:lnTo>
                  <a:lnTo>
                    <a:pt x="50711" y="711075"/>
                  </a:lnTo>
                  <a:lnTo>
                    <a:pt x="93169" y="734056"/>
                  </a:lnTo>
                  <a:lnTo>
                    <a:pt x="110109" y="735766"/>
                  </a:lnTo>
                  <a:lnTo>
                    <a:pt x="531698" y="735766"/>
                  </a:lnTo>
                  <a:lnTo>
                    <a:pt x="522858" y="743088"/>
                  </a:lnTo>
                  <a:lnTo>
                    <a:pt x="504143" y="753280"/>
                  </a:lnTo>
                  <a:lnTo>
                    <a:pt x="483463" y="759725"/>
                  </a:lnTo>
                  <a:lnTo>
                    <a:pt x="461283" y="761971"/>
                  </a:lnTo>
                  <a:close/>
                </a:path>
                <a:path w="571500" h="762000">
                  <a:moveTo>
                    <a:pt x="438611" y="2"/>
                  </a:moveTo>
                  <a:lnTo>
                    <a:pt x="412503" y="0"/>
                  </a:lnTo>
                  <a:lnTo>
                    <a:pt x="438611" y="0"/>
                  </a:lnTo>
                  <a:close/>
                </a:path>
                <a:path w="571500" h="762000">
                  <a:moveTo>
                    <a:pt x="570888" y="179166"/>
                  </a:moveTo>
                  <a:lnTo>
                    <a:pt x="539123" y="179166"/>
                  </a:lnTo>
                  <a:lnTo>
                    <a:pt x="536110" y="174923"/>
                  </a:lnTo>
                  <a:lnTo>
                    <a:pt x="491872" y="110507"/>
                  </a:lnTo>
                  <a:lnTo>
                    <a:pt x="459953" y="63382"/>
                  </a:lnTo>
                  <a:lnTo>
                    <a:pt x="438611" y="31731"/>
                  </a:lnTo>
                  <a:lnTo>
                    <a:pt x="438611" y="2"/>
                  </a:lnTo>
                  <a:lnTo>
                    <a:pt x="446148" y="2"/>
                  </a:lnTo>
                  <a:lnTo>
                    <a:pt x="450234" y="2185"/>
                  </a:lnTo>
                  <a:lnTo>
                    <a:pt x="491521" y="63408"/>
                  </a:lnTo>
                  <a:lnTo>
                    <a:pt x="508403" y="88339"/>
                  </a:lnTo>
                  <a:lnTo>
                    <a:pt x="544170" y="140710"/>
                  </a:lnTo>
                  <a:lnTo>
                    <a:pt x="566863" y="172827"/>
                  </a:lnTo>
                  <a:lnTo>
                    <a:pt x="567108" y="173037"/>
                  </a:lnTo>
                  <a:lnTo>
                    <a:pt x="569144" y="175065"/>
                  </a:lnTo>
                  <a:lnTo>
                    <a:pt x="570283" y="177035"/>
                  </a:lnTo>
                  <a:lnTo>
                    <a:pt x="570888" y="179166"/>
                  </a:lnTo>
                  <a:close/>
                </a:path>
                <a:path w="571500" h="762000">
                  <a:moveTo>
                    <a:pt x="571392" y="651456"/>
                  </a:moveTo>
                  <a:lnTo>
                    <a:pt x="545287" y="651456"/>
                  </a:lnTo>
                  <a:lnTo>
                    <a:pt x="545287" y="205368"/>
                  </a:lnTo>
                  <a:lnTo>
                    <a:pt x="571392" y="205368"/>
                  </a:lnTo>
                  <a:lnTo>
                    <a:pt x="571392" y="651456"/>
                  </a:lnTo>
                  <a:close/>
                </a:path>
                <a:path w="571500" h="762000">
                  <a:moveTo>
                    <a:pt x="531698" y="735766"/>
                  </a:moveTo>
                  <a:lnTo>
                    <a:pt x="461288" y="735766"/>
                  </a:lnTo>
                  <a:lnTo>
                    <a:pt x="478228" y="734054"/>
                  </a:lnTo>
                  <a:lnTo>
                    <a:pt x="493985" y="729146"/>
                  </a:lnTo>
                  <a:lnTo>
                    <a:pt x="530950" y="698583"/>
                  </a:lnTo>
                  <a:lnTo>
                    <a:pt x="545290" y="651456"/>
                  </a:lnTo>
                  <a:lnTo>
                    <a:pt x="571395" y="651456"/>
                  </a:lnTo>
                  <a:lnTo>
                    <a:pt x="569157" y="673717"/>
                  </a:lnTo>
                  <a:lnTo>
                    <a:pt x="562735" y="694473"/>
                  </a:lnTo>
                  <a:lnTo>
                    <a:pt x="552580" y="713256"/>
                  </a:lnTo>
                  <a:lnTo>
                    <a:pt x="539141" y="729601"/>
                  </a:lnTo>
                  <a:lnTo>
                    <a:pt x="531698" y="735766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66632" y="6201742"/>
              <a:ext cx="158892" cy="20536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055404" y="6291325"/>
              <a:ext cx="368935" cy="563880"/>
            </a:xfrm>
            <a:custGeom>
              <a:avLst/>
              <a:gdLst/>
              <a:ahLst/>
              <a:cxnLst/>
              <a:rect l="l" t="t" r="r" b="b"/>
              <a:pathLst>
                <a:path w="368934" h="563879">
                  <a:moveTo>
                    <a:pt x="226695" y="89585"/>
                  </a:moveTo>
                  <a:lnTo>
                    <a:pt x="0" y="89585"/>
                  </a:lnTo>
                  <a:lnTo>
                    <a:pt x="0" y="115798"/>
                  </a:lnTo>
                  <a:lnTo>
                    <a:pt x="226695" y="115798"/>
                  </a:lnTo>
                  <a:lnTo>
                    <a:pt x="226695" y="89585"/>
                  </a:lnTo>
                  <a:close/>
                </a:path>
                <a:path w="368934" h="563879">
                  <a:moveTo>
                    <a:pt x="226695" y="0"/>
                  </a:moveTo>
                  <a:lnTo>
                    <a:pt x="0" y="0"/>
                  </a:lnTo>
                  <a:lnTo>
                    <a:pt x="0" y="26212"/>
                  </a:lnTo>
                  <a:lnTo>
                    <a:pt x="226695" y="26212"/>
                  </a:lnTo>
                  <a:lnTo>
                    <a:pt x="226695" y="0"/>
                  </a:lnTo>
                  <a:close/>
                </a:path>
                <a:path w="368934" h="563879">
                  <a:moveTo>
                    <a:pt x="368833" y="537502"/>
                  </a:moveTo>
                  <a:lnTo>
                    <a:pt x="0" y="537502"/>
                  </a:lnTo>
                  <a:lnTo>
                    <a:pt x="0" y="563714"/>
                  </a:lnTo>
                  <a:lnTo>
                    <a:pt x="368833" y="563714"/>
                  </a:lnTo>
                  <a:lnTo>
                    <a:pt x="368833" y="537502"/>
                  </a:lnTo>
                  <a:close/>
                </a:path>
                <a:path w="368934" h="563879">
                  <a:moveTo>
                    <a:pt x="368833" y="447916"/>
                  </a:moveTo>
                  <a:lnTo>
                    <a:pt x="0" y="447916"/>
                  </a:lnTo>
                  <a:lnTo>
                    <a:pt x="0" y="474129"/>
                  </a:lnTo>
                  <a:lnTo>
                    <a:pt x="368833" y="474129"/>
                  </a:lnTo>
                  <a:lnTo>
                    <a:pt x="368833" y="447916"/>
                  </a:lnTo>
                  <a:close/>
                </a:path>
                <a:path w="368934" h="563879">
                  <a:moveTo>
                    <a:pt x="368833" y="358343"/>
                  </a:moveTo>
                  <a:lnTo>
                    <a:pt x="0" y="358343"/>
                  </a:lnTo>
                  <a:lnTo>
                    <a:pt x="0" y="384543"/>
                  </a:lnTo>
                  <a:lnTo>
                    <a:pt x="368833" y="384543"/>
                  </a:lnTo>
                  <a:lnTo>
                    <a:pt x="368833" y="358343"/>
                  </a:lnTo>
                  <a:close/>
                </a:path>
                <a:path w="368934" h="563879">
                  <a:moveTo>
                    <a:pt x="368833" y="268757"/>
                  </a:moveTo>
                  <a:lnTo>
                    <a:pt x="0" y="268757"/>
                  </a:lnTo>
                  <a:lnTo>
                    <a:pt x="0" y="294957"/>
                  </a:lnTo>
                  <a:lnTo>
                    <a:pt x="368833" y="294957"/>
                  </a:lnTo>
                  <a:lnTo>
                    <a:pt x="368833" y="268757"/>
                  </a:lnTo>
                  <a:close/>
                </a:path>
                <a:path w="368934" h="563879">
                  <a:moveTo>
                    <a:pt x="368833" y="179171"/>
                  </a:moveTo>
                  <a:lnTo>
                    <a:pt x="0" y="179171"/>
                  </a:lnTo>
                  <a:lnTo>
                    <a:pt x="0" y="205371"/>
                  </a:lnTo>
                  <a:lnTo>
                    <a:pt x="368833" y="205371"/>
                  </a:lnTo>
                  <a:lnTo>
                    <a:pt x="368833" y="179171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10789082" y="3363924"/>
            <a:ext cx="523875" cy="752475"/>
          </a:xfrm>
          <a:custGeom>
            <a:avLst/>
            <a:gdLst/>
            <a:ahLst/>
            <a:cxnLst/>
            <a:rect l="l" t="t" r="r" b="b"/>
            <a:pathLst>
              <a:path w="523875" h="752475">
                <a:moveTo>
                  <a:pt x="314833" y="453974"/>
                </a:moveTo>
                <a:lnTo>
                  <a:pt x="309067" y="448233"/>
                </a:lnTo>
                <a:lnTo>
                  <a:pt x="213144" y="448233"/>
                </a:lnTo>
                <a:lnTo>
                  <a:pt x="207391" y="453974"/>
                </a:lnTo>
                <a:lnTo>
                  <a:pt x="207391" y="468109"/>
                </a:lnTo>
                <a:lnTo>
                  <a:pt x="213144" y="473849"/>
                </a:lnTo>
                <a:lnTo>
                  <a:pt x="301955" y="473849"/>
                </a:lnTo>
                <a:lnTo>
                  <a:pt x="309067" y="473849"/>
                </a:lnTo>
                <a:lnTo>
                  <a:pt x="314833" y="468109"/>
                </a:lnTo>
                <a:lnTo>
                  <a:pt x="314833" y="453974"/>
                </a:lnTo>
                <a:close/>
              </a:path>
              <a:path w="523875" h="752475">
                <a:moveTo>
                  <a:pt x="314833" y="366445"/>
                </a:moveTo>
                <a:lnTo>
                  <a:pt x="309067" y="360718"/>
                </a:lnTo>
                <a:lnTo>
                  <a:pt x="213144" y="360718"/>
                </a:lnTo>
                <a:lnTo>
                  <a:pt x="207391" y="366445"/>
                </a:lnTo>
                <a:lnTo>
                  <a:pt x="207391" y="380593"/>
                </a:lnTo>
                <a:lnTo>
                  <a:pt x="213144" y="386334"/>
                </a:lnTo>
                <a:lnTo>
                  <a:pt x="301955" y="386334"/>
                </a:lnTo>
                <a:lnTo>
                  <a:pt x="309067" y="386334"/>
                </a:lnTo>
                <a:lnTo>
                  <a:pt x="314833" y="380593"/>
                </a:lnTo>
                <a:lnTo>
                  <a:pt x="314833" y="366445"/>
                </a:lnTo>
                <a:close/>
              </a:path>
              <a:path w="523875" h="752475">
                <a:moveTo>
                  <a:pt x="314833" y="278930"/>
                </a:moveTo>
                <a:lnTo>
                  <a:pt x="309067" y="273189"/>
                </a:lnTo>
                <a:lnTo>
                  <a:pt x="213144" y="273189"/>
                </a:lnTo>
                <a:lnTo>
                  <a:pt x="207391" y="278930"/>
                </a:lnTo>
                <a:lnTo>
                  <a:pt x="207391" y="293077"/>
                </a:lnTo>
                <a:lnTo>
                  <a:pt x="213144" y="298805"/>
                </a:lnTo>
                <a:lnTo>
                  <a:pt x="301955" y="298805"/>
                </a:lnTo>
                <a:lnTo>
                  <a:pt x="309067" y="298805"/>
                </a:lnTo>
                <a:lnTo>
                  <a:pt x="314833" y="293077"/>
                </a:lnTo>
                <a:lnTo>
                  <a:pt x="314833" y="278930"/>
                </a:lnTo>
                <a:close/>
              </a:path>
              <a:path w="523875" h="752475">
                <a:moveTo>
                  <a:pt x="523532" y="376580"/>
                </a:moveTo>
                <a:lnTo>
                  <a:pt x="519874" y="333425"/>
                </a:lnTo>
                <a:lnTo>
                  <a:pt x="508965" y="289471"/>
                </a:lnTo>
                <a:lnTo>
                  <a:pt x="497789" y="261874"/>
                </a:lnTo>
                <a:lnTo>
                  <a:pt x="497789" y="376580"/>
                </a:lnTo>
                <a:lnTo>
                  <a:pt x="492671" y="425323"/>
                </a:lnTo>
                <a:lnTo>
                  <a:pt x="478751" y="471919"/>
                </a:lnTo>
                <a:lnTo>
                  <a:pt x="458127" y="515734"/>
                </a:lnTo>
                <a:lnTo>
                  <a:pt x="432917" y="556133"/>
                </a:lnTo>
                <a:lnTo>
                  <a:pt x="405244" y="592467"/>
                </a:lnTo>
                <a:lnTo>
                  <a:pt x="396240" y="602627"/>
                </a:lnTo>
                <a:lnTo>
                  <a:pt x="378193" y="596442"/>
                </a:lnTo>
                <a:lnTo>
                  <a:pt x="378193" y="623011"/>
                </a:lnTo>
                <a:lnTo>
                  <a:pt x="341249" y="659599"/>
                </a:lnTo>
                <a:lnTo>
                  <a:pt x="308025" y="688619"/>
                </a:lnTo>
                <a:lnTo>
                  <a:pt x="261772" y="724077"/>
                </a:lnTo>
                <a:lnTo>
                  <a:pt x="243141" y="710450"/>
                </a:lnTo>
                <a:lnTo>
                  <a:pt x="215849" y="688797"/>
                </a:lnTo>
                <a:lnTo>
                  <a:pt x="182803" y="659879"/>
                </a:lnTo>
                <a:lnTo>
                  <a:pt x="146888" y="624459"/>
                </a:lnTo>
                <a:lnTo>
                  <a:pt x="141516" y="618312"/>
                </a:lnTo>
                <a:lnTo>
                  <a:pt x="164465" y="614273"/>
                </a:lnTo>
                <a:lnTo>
                  <a:pt x="193979" y="610196"/>
                </a:lnTo>
                <a:lnTo>
                  <a:pt x="228053" y="607085"/>
                </a:lnTo>
                <a:lnTo>
                  <a:pt x="265061" y="605840"/>
                </a:lnTo>
                <a:lnTo>
                  <a:pt x="294055" y="606717"/>
                </a:lnTo>
                <a:lnTo>
                  <a:pt x="323075" y="609600"/>
                </a:lnTo>
                <a:lnTo>
                  <a:pt x="351383" y="614895"/>
                </a:lnTo>
                <a:lnTo>
                  <a:pt x="378193" y="623011"/>
                </a:lnTo>
                <a:lnTo>
                  <a:pt x="378193" y="596442"/>
                </a:lnTo>
                <a:lnTo>
                  <a:pt x="365175" y="591959"/>
                </a:lnTo>
                <a:lnTo>
                  <a:pt x="332028" y="584974"/>
                </a:lnTo>
                <a:lnTo>
                  <a:pt x="298094" y="581215"/>
                </a:lnTo>
                <a:lnTo>
                  <a:pt x="264337" y="580085"/>
                </a:lnTo>
                <a:lnTo>
                  <a:pt x="217932" y="581939"/>
                </a:lnTo>
                <a:lnTo>
                  <a:pt x="176758" y="586384"/>
                </a:lnTo>
                <a:lnTo>
                  <a:pt x="143687" y="591705"/>
                </a:lnTo>
                <a:lnTo>
                  <a:pt x="122135" y="596087"/>
                </a:lnTo>
                <a:lnTo>
                  <a:pt x="110998" y="583311"/>
                </a:lnTo>
                <a:lnTo>
                  <a:pt x="78041" y="537197"/>
                </a:lnTo>
                <a:lnTo>
                  <a:pt x="50914" y="486854"/>
                </a:lnTo>
                <a:lnTo>
                  <a:pt x="32524" y="433057"/>
                </a:lnTo>
                <a:lnTo>
                  <a:pt x="25742" y="376580"/>
                </a:lnTo>
                <a:lnTo>
                  <a:pt x="30848" y="327825"/>
                </a:lnTo>
                <a:lnTo>
                  <a:pt x="44780" y="281228"/>
                </a:lnTo>
                <a:lnTo>
                  <a:pt x="65405" y="237413"/>
                </a:lnTo>
                <a:lnTo>
                  <a:pt x="90601" y="197015"/>
                </a:lnTo>
                <a:lnTo>
                  <a:pt x="118287" y="160680"/>
                </a:lnTo>
                <a:lnTo>
                  <a:pt x="119888" y="158864"/>
                </a:lnTo>
                <a:lnTo>
                  <a:pt x="132207" y="164414"/>
                </a:lnTo>
                <a:lnTo>
                  <a:pt x="149199" y="170840"/>
                </a:lnTo>
                <a:lnTo>
                  <a:pt x="195948" y="182867"/>
                </a:lnTo>
                <a:lnTo>
                  <a:pt x="239204" y="187718"/>
                </a:lnTo>
                <a:lnTo>
                  <a:pt x="255892" y="188112"/>
                </a:lnTo>
                <a:lnTo>
                  <a:pt x="288467" y="186626"/>
                </a:lnTo>
                <a:lnTo>
                  <a:pt x="324053" y="181673"/>
                </a:lnTo>
                <a:lnTo>
                  <a:pt x="362343" y="172453"/>
                </a:lnTo>
                <a:lnTo>
                  <a:pt x="390715" y="162496"/>
                </a:lnTo>
                <a:lnTo>
                  <a:pt x="402513" y="158369"/>
                </a:lnTo>
                <a:lnTo>
                  <a:pt x="445477" y="215963"/>
                </a:lnTo>
                <a:lnTo>
                  <a:pt x="472605" y="266293"/>
                </a:lnTo>
                <a:lnTo>
                  <a:pt x="491007" y="320090"/>
                </a:lnTo>
                <a:lnTo>
                  <a:pt x="497789" y="376580"/>
                </a:lnTo>
                <a:lnTo>
                  <a:pt x="497789" y="261874"/>
                </a:lnTo>
                <a:lnTo>
                  <a:pt x="490943" y="244970"/>
                </a:lnTo>
                <a:lnTo>
                  <a:pt x="465963" y="200228"/>
                </a:lnTo>
                <a:lnTo>
                  <a:pt x="434124" y="155498"/>
                </a:lnTo>
                <a:lnTo>
                  <a:pt x="418757" y="137807"/>
                </a:lnTo>
                <a:lnTo>
                  <a:pt x="418134" y="136359"/>
                </a:lnTo>
                <a:lnTo>
                  <a:pt x="417474" y="135305"/>
                </a:lnTo>
                <a:lnTo>
                  <a:pt x="416547" y="134226"/>
                </a:lnTo>
                <a:lnTo>
                  <a:pt x="414096" y="131432"/>
                </a:lnTo>
                <a:lnTo>
                  <a:pt x="412699" y="130822"/>
                </a:lnTo>
                <a:lnTo>
                  <a:pt x="395579" y="111074"/>
                </a:lnTo>
                <a:lnTo>
                  <a:pt x="384632" y="100444"/>
                </a:lnTo>
                <a:lnTo>
                  <a:pt x="384632" y="137858"/>
                </a:lnTo>
                <a:lnTo>
                  <a:pt x="349364" y="149504"/>
                </a:lnTo>
                <a:lnTo>
                  <a:pt x="315747" y="157149"/>
                </a:lnTo>
                <a:lnTo>
                  <a:pt x="284505" y="161264"/>
                </a:lnTo>
                <a:lnTo>
                  <a:pt x="255854" y="162496"/>
                </a:lnTo>
                <a:lnTo>
                  <a:pt x="240804" y="162153"/>
                </a:lnTo>
                <a:lnTo>
                  <a:pt x="201739" y="157886"/>
                </a:lnTo>
                <a:lnTo>
                  <a:pt x="163626" y="148577"/>
                </a:lnTo>
                <a:lnTo>
                  <a:pt x="137655" y="138811"/>
                </a:lnTo>
                <a:lnTo>
                  <a:pt x="146316" y="129032"/>
                </a:lnTo>
                <a:lnTo>
                  <a:pt x="182283" y="93548"/>
                </a:lnTo>
                <a:lnTo>
                  <a:pt x="215506" y="64528"/>
                </a:lnTo>
                <a:lnTo>
                  <a:pt x="242989" y="42773"/>
                </a:lnTo>
                <a:lnTo>
                  <a:pt x="261759" y="29070"/>
                </a:lnTo>
                <a:lnTo>
                  <a:pt x="280390" y="42697"/>
                </a:lnTo>
                <a:lnTo>
                  <a:pt x="307682" y="64363"/>
                </a:lnTo>
                <a:lnTo>
                  <a:pt x="340728" y="93268"/>
                </a:lnTo>
                <a:lnTo>
                  <a:pt x="376643" y="128689"/>
                </a:lnTo>
                <a:lnTo>
                  <a:pt x="384632" y="137858"/>
                </a:lnTo>
                <a:lnTo>
                  <a:pt x="384632" y="100444"/>
                </a:lnTo>
                <a:lnTo>
                  <a:pt x="349758" y="66535"/>
                </a:lnTo>
                <a:lnTo>
                  <a:pt x="309727" y="32804"/>
                </a:lnTo>
                <a:lnTo>
                  <a:pt x="304749" y="29070"/>
                </a:lnTo>
                <a:lnTo>
                  <a:pt x="280936" y="11150"/>
                </a:lnTo>
                <a:lnTo>
                  <a:pt x="268833" y="2806"/>
                </a:lnTo>
                <a:lnTo>
                  <a:pt x="264541" y="0"/>
                </a:lnTo>
                <a:lnTo>
                  <a:pt x="258991" y="0"/>
                </a:lnTo>
                <a:lnTo>
                  <a:pt x="213804" y="32804"/>
                </a:lnTo>
                <a:lnTo>
                  <a:pt x="173774" y="66535"/>
                </a:lnTo>
                <a:lnTo>
                  <a:pt x="127952" y="111074"/>
                </a:lnTo>
                <a:lnTo>
                  <a:pt x="111099" y="130505"/>
                </a:lnTo>
                <a:lnTo>
                  <a:pt x="108140" y="132016"/>
                </a:lnTo>
                <a:lnTo>
                  <a:pt x="104101" y="138557"/>
                </a:lnTo>
                <a:lnTo>
                  <a:pt x="89408" y="155498"/>
                </a:lnTo>
                <a:lnTo>
                  <a:pt x="57569" y="200228"/>
                </a:lnTo>
                <a:lnTo>
                  <a:pt x="32575" y="244970"/>
                </a:lnTo>
                <a:lnTo>
                  <a:pt x="14566" y="289471"/>
                </a:lnTo>
                <a:lnTo>
                  <a:pt x="3657" y="333425"/>
                </a:lnTo>
                <a:lnTo>
                  <a:pt x="0" y="376580"/>
                </a:lnTo>
                <a:lnTo>
                  <a:pt x="3657" y="419722"/>
                </a:lnTo>
                <a:lnTo>
                  <a:pt x="14566" y="463689"/>
                </a:lnTo>
                <a:lnTo>
                  <a:pt x="32575" y="508177"/>
                </a:lnTo>
                <a:lnTo>
                  <a:pt x="57569" y="552919"/>
                </a:lnTo>
                <a:lnTo>
                  <a:pt x="89408" y="597649"/>
                </a:lnTo>
                <a:lnTo>
                  <a:pt x="104584" y="615149"/>
                </a:lnTo>
                <a:lnTo>
                  <a:pt x="105676" y="619442"/>
                </a:lnTo>
                <a:lnTo>
                  <a:pt x="110921" y="623303"/>
                </a:lnTo>
                <a:lnTo>
                  <a:pt x="111658" y="623303"/>
                </a:lnTo>
                <a:lnTo>
                  <a:pt x="127952" y="642073"/>
                </a:lnTo>
                <a:lnTo>
                  <a:pt x="173774" y="686612"/>
                </a:lnTo>
                <a:lnTo>
                  <a:pt x="213804" y="720344"/>
                </a:lnTo>
                <a:lnTo>
                  <a:pt x="254698" y="750341"/>
                </a:lnTo>
                <a:lnTo>
                  <a:pt x="259308" y="752436"/>
                </a:lnTo>
                <a:lnTo>
                  <a:pt x="264223" y="752436"/>
                </a:lnTo>
                <a:lnTo>
                  <a:pt x="266687" y="751738"/>
                </a:lnTo>
                <a:lnTo>
                  <a:pt x="268833" y="750341"/>
                </a:lnTo>
                <a:lnTo>
                  <a:pt x="280936" y="741997"/>
                </a:lnTo>
                <a:lnTo>
                  <a:pt x="304749" y="724077"/>
                </a:lnTo>
                <a:lnTo>
                  <a:pt x="309727" y="720344"/>
                </a:lnTo>
                <a:lnTo>
                  <a:pt x="349758" y="686612"/>
                </a:lnTo>
                <a:lnTo>
                  <a:pt x="395579" y="642073"/>
                </a:lnTo>
                <a:lnTo>
                  <a:pt x="405396" y="630758"/>
                </a:lnTo>
                <a:lnTo>
                  <a:pt x="409295" y="628510"/>
                </a:lnTo>
                <a:lnTo>
                  <a:pt x="411810" y="623366"/>
                </a:lnTo>
                <a:lnTo>
                  <a:pt x="434124" y="597649"/>
                </a:lnTo>
                <a:lnTo>
                  <a:pt x="465963" y="552919"/>
                </a:lnTo>
                <a:lnTo>
                  <a:pt x="490943" y="508177"/>
                </a:lnTo>
                <a:lnTo>
                  <a:pt x="508965" y="463689"/>
                </a:lnTo>
                <a:lnTo>
                  <a:pt x="519874" y="419722"/>
                </a:lnTo>
                <a:lnTo>
                  <a:pt x="523532" y="376580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001238" y="3363962"/>
            <a:ext cx="589280" cy="752475"/>
          </a:xfrm>
          <a:custGeom>
            <a:avLst/>
            <a:gdLst/>
            <a:ahLst/>
            <a:cxnLst/>
            <a:rect l="l" t="t" r="r" b="b"/>
            <a:pathLst>
              <a:path w="589280" h="752475">
                <a:moveTo>
                  <a:pt x="310121" y="85585"/>
                </a:moveTo>
                <a:lnTo>
                  <a:pt x="308051" y="80975"/>
                </a:lnTo>
                <a:lnTo>
                  <a:pt x="304774" y="77749"/>
                </a:lnTo>
                <a:lnTo>
                  <a:pt x="301536" y="74498"/>
                </a:lnTo>
                <a:lnTo>
                  <a:pt x="296938" y="72453"/>
                </a:lnTo>
                <a:lnTo>
                  <a:pt x="286931" y="72440"/>
                </a:lnTo>
                <a:lnTo>
                  <a:pt x="282321" y="74498"/>
                </a:lnTo>
                <a:lnTo>
                  <a:pt x="275805" y="80987"/>
                </a:lnTo>
                <a:lnTo>
                  <a:pt x="273748" y="85585"/>
                </a:lnTo>
                <a:lnTo>
                  <a:pt x="273748" y="95516"/>
                </a:lnTo>
                <a:lnTo>
                  <a:pt x="275805" y="100114"/>
                </a:lnTo>
                <a:lnTo>
                  <a:pt x="282321" y="106616"/>
                </a:lnTo>
                <a:lnTo>
                  <a:pt x="286931" y="108661"/>
                </a:lnTo>
                <a:lnTo>
                  <a:pt x="296926" y="108661"/>
                </a:lnTo>
                <a:lnTo>
                  <a:pt x="301536" y="106603"/>
                </a:lnTo>
                <a:lnTo>
                  <a:pt x="308051" y="100114"/>
                </a:lnTo>
                <a:lnTo>
                  <a:pt x="310121" y="95516"/>
                </a:lnTo>
                <a:lnTo>
                  <a:pt x="310121" y="85585"/>
                </a:lnTo>
                <a:close/>
              </a:path>
              <a:path w="589280" h="752475">
                <a:moveTo>
                  <a:pt x="466610" y="84264"/>
                </a:moveTo>
                <a:lnTo>
                  <a:pt x="461479" y="79171"/>
                </a:lnTo>
                <a:lnTo>
                  <a:pt x="455180" y="79171"/>
                </a:lnTo>
                <a:lnTo>
                  <a:pt x="324878" y="79171"/>
                </a:lnTo>
                <a:lnTo>
                  <a:pt x="319760" y="84264"/>
                </a:lnTo>
                <a:lnTo>
                  <a:pt x="319760" y="96837"/>
                </a:lnTo>
                <a:lnTo>
                  <a:pt x="324878" y="101930"/>
                </a:lnTo>
                <a:lnTo>
                  <a:pt x="461479" y="101930"/>
                </a:lnTo>
                <a:lnTo>
                  <a:pt x="466610" y="96837"/>
                </a:lnTo>
                <a:lnTo>
                  <a:pt x="466610" y="84264"/>
                </a:lnTo>
                <a:close/>
              </a:path>
              <a:path w="589280" h="752475">
                <a:moveTo>
                  <a:pt x="473443" y="687019"/>
                </a:moveTo>
                <a:lnTo>
                  <a:pt x="468325" y="681913"/>
                </a:lnTo>
                <a:lnTo>
                  <a:pt x="462013" y="681913"/>
                </a:lnTo>
                <a:lnTo>
                  <a:pt x="267652" y="681913"/>
                </a:lnTo>
                <a:lnTo>
                  <a:pt x="262534" y="687019"/>
                </a:lnTo>
                <a:lnTo>
                  <a:pt x="262534" y="699592"/>
                </a:lnTo>
                <a:lnTo>
                  <a:pt x="267652" y="704684"/>
                </a:lnTo>
                <a:lnTo>
                  <a:pt x="468312" y="704684"/>
                </a:lnTo>
                <a:lnTo>
                  <a:pt x="473443" y="699592"/>
                </a:lnTo>
                <a:lnTo>
                  <a:pt x="473443" y="687019"/>
                </a:lnTo>
                <a:close/>
              </a:path>
              <a:path w="589280" h="752475">
                <a:moveTo>
                  <a:pt x="486244" y="573100"/>
                </a:moveTo>
                <a:lnTo>
                  <a:pt x="481126" y="568007"/>
                </a:lnTo>
                <a:lnTo>
                  <a:pt x="474814" y="568007"/>
                </a:lnTo>
                <a:lnTo>
                  <a:pt x="254838" y="568007"/>
                </a:lnTo>
                <a:lnTo>
                  <a:pt x="249720" y="573100"/>
                </a:lnTo>
                <a:lnTo>
                  <a:pt x="249720" y="585685"/>
                </a:lnTo>
                <a:lnTo>
                  <a:pt x="254838" y="590778"/>
                </a:lnTo>
                <a:lnTo>
                  <a:pt x="481126" y="590778"/>
                </a:lnTo>
                <a:lnTo>
                  <a:pt x="486244" y="585685"/>
                </a:lnTo>
                <a:lnTo>
                  <a:pt x="486244" y="573100"/>
                </a:lnTo>
                <a:close/>
              </a:path>
              <a:path w="589280" h="752475">
                <a:moveTo>
                  <a:pt x="486244" y="511416"/>
                </a:moveTo>
                <a:lnTo>
                  <a:pt x="481126" y="506310"/>
                </a:lnTo>
                <a:lnTo>
                  <a:pt x="474814" y="506310"/>
                </a:lnTo>
                <a:lnTo>
                  <a:pt x="254838" y="506310"/>
                </a:lnTo>
                <a:lnTo>
                  <a:pt x="249720" y="511416"/>
                </a:lnTo>
                <a:lnTo>
                  <a:pt x="249720" y="523976"/>
                </a:lnTo>
                <a:lnTo>
                  <a:pt x="254838" y="529082"/>
                </a:lnTo>
                <a:lnTo>
                  <a:pt x="481126" y="529082"/>
                </a:lnTo>
                <a:lnTo>
                  <a:pt x="486244" y="523976"/>
                </a:lnTo>
                <a:lnTo>
                  <a:pt x="486244" y="511416"/>
                </a:lnTo>
                <a:close/>
              </a:path>
              <a:path w="589280" h="752475">
                <a:moveTo>
                  <a:pt x="486244" y="449707"/>
                </a:moveTo>
                <a:lnTo>
                  <a:pt x="481126" y="444614"/>
                </a:lnTo>
                <a:lnTo>
                  <a:pt x="474814" y="444614"/>
                </a:lnTo>
                <a:lnTo>
                  <a:pt x="254838" y="444614"/>
                </a:lnTo>
                <a:lnTo>
                  <a:pt x="249720" y="449707"/>
                </a:lnTo>
                <a:lnTo>
                  <a:pt x="249720" y="462292"/>
                </a:lnTo>
                <a:lnTo>
                  <a:pt x="254838" y="467385"/>
                </a:lnTo>
                <a:lnTo>
                  <a:pt x="481126" y="467385"/>
                </a:lnTo>
                <a:lnTo>
                  <a:pt x="486244" y="462292"/>
                </a:lnTo>
                <a:lnTo>
                  <a:pt x="486244" y="449707"/>
                </a:lnTo>
                <a:close/>
              </a:path>
              <a:path w="589280" h="752475">
                <a:moveTo>
                  <a:pt x="486244" y="388010"/>
                </a:moveTo>
                <a:lnTo>
                  <a:pt x="481126" y="382917"/>
                </a:lnTo>
                <a:lnTo>
                  <a:pt x="474814" y="382917"/>
                </a:lnTo>
                <a:lnTo>
                  <a:pt x="254838" y="382917"/>
                </a:lnTo>
                <a:lnTo>
                  <a:pt x="249720" y="388010"/>
                </a:lnTo>
                <a:lnTo>
                  <a:pt x="249720" y="400583"/>
                </a:lnTo>
                <a:lnTo>
                  <a:pt x="254838" y="405676"/>
                </a:lnTo>
                <a:lnTo>
                  <a:pt x="481126" y="405676"/>
                </a:lnTo>
                <a:lnTo>
                  <a:pt x="486244" y="400583"/>
                </a:lnTo>
                <a:lnTo>
                  <a:pt x="486244" y="388010"/>
                </a:lnTo>
                <a:close/>
              </a:path>
              <a:path w="589280" h="752475">
                <a:moveTo>
                  <a:pt x="486244" y="326313"/>
                </a:moveTo>
                <a:lnTo>
                  <a:pt x="481126" y="321221"/>
                </a:lnTo>
                <a:lnTo>
                  <a:pt x="474814" y="321221"/>
                </a:lnTo>
                <a:lnTo>
                  <a:pt x="254838" y="321221"/>
                </a:lnTo>
                <a:lnTo>
                  <a:pt x="249720" y="326313"/>
                </a:lnTo>
                <a:lnTo>
                  <a:pt x="249720" y="338886"/>
                </a:lnTo>
                <a:lnTo>
                  <a:pt x="254838" y="343979"/>
                </a:lnTo>
                <a:lnTo>
                  <a:pt x="481126" y="343979"/>
                </a:lnTo>
                <a:lnTo>
                  <a:pt x="486244" y="338886"/>
                </a:lnTo>
                <a:lnTo>
                  <a:pt x="486244" y="326313"/>
                </a:lnTo>
                <a:close/>
              </a:path>
              <a:path w="589280" h="752475">
                <a:moveTo>
                  <a:pt x="486244" y="264617"/>
                </a:moveTo>
                <a:lnTo>
                  <a:pt x="481126" y="259511"/>
                </a:lnTo>
                <a:lnTo>
                  <a:pt x="474814" y="259511"/>
                </a:lnTo>
                <a:lnTo>
                  <a:pt x="254838" y="259511"/>
                </a:lnTo>
                <a:lnTo>
                  <a:pt x="249720" y="264617"/>
                </a:lnTo>
                <a:lnTo>
                  <a:pt x="249720" y="277190"/>
                </a:lnTo>
                <a:lnTo>
                  <a:pt x="254838" y="282282"/>
                </a:lnTo>
                <a:lnTo>
                  <a:pt x="481126" y="282282"/>
                </a:lnTo>
                <a:lnTo>
                  <a:pt x="486244" y="277190"/>
                </a:lnTo>
                <a:lnTo>
                  <a:pt x="486244" y="264617"/>
                </a:lnTo>
                <a:close/>
              </a:path>
              <a:path w="589280" h="752475">
                <a:moveTo>
                  <a:pt x="486244" y="202920"/>
                </a:moveTo>
                <a:lnTo>
                  <a:pt x="481126" y="197827"/>
                </a:lnTo>
                <a:lnTo>
                  <a:pt x="474814" y="197827"/>
                </a:lnTo>
                <a:lnTo>
                  <a:pt x="254838" y="197827"/>
                </a:lnTo>
                <a:lnTo>
                  <a:pt x="249720" y="202920"/>
                </a:lnTo>
                <a:lnTo>
                  <a:pt x="249720" y="215493"/>
                </a:lnTo>
                <a:lnTo>
                  <a:pt x="254838" y="220586"/>
                </a:lnTo>
                <a:lnTo>
                  <a:pt x="481126" y="220586"/>
                </a:lnTo>
                <a:lnTo>
                  <a:pt x="486244" y="215493"/>
                </a:lnTo>
                <a:lnTo>
                  <a:pt x="486244" y="202920"/>
                </a:lnTo>
                <a:close/>
              </a:path>
              <a:path w="589280" h="752475">
                <a:moveTo>
                  <a:pt x="589026" y="79463"/>
                </a:moveTo>
                <a:lnTo>
                  <a:pt x="565480" y="48653"/>
                </a:lnTo>
                <a:lnTo>
                  <a:pt x="546112" y="44069"/>
                </a:lnTo>
                <a:lnTo>
                  <a:pt x="539254" y="44069"/>
                </a:lnTo>
                <a:lnTo>
                  <a:pt x="189611" y="44069"/>
                </a:lnTo>
                <a:lnTo>
                  <a:pt x="182664" y="44919"/>
                </a:lnTo>
                <a:lnTo>
                  <a:pt x="171780" y="48323"/>
                </a:lnTo>
                <a:lnTo>
                  <a:pt x="167601" y="50228"/>
                </a:lnTo>
                <a:lnTo>
                  <a:pt x="163791" y="52819"/>
                </a:lnTo>
                <a:lnTo>
                  <a:pt x="158546" y="49123"/>
                </a:lnTo>
                <a:lnTo>
                  <a:pt x="109766" y="23075"/>
                </a:lnTo>
                <a:lnTo>
                  <a:pt x="60071" y="5753"/>
                </a:lnTo>
                <a:lnTo>
                  <a:pt x="14465" y="0"/>
                </a:lnTo>
                <a:lnTo>
                  <a:pt x="12242" y="0"/>
                </a:lnTo>
                <a:lnTo>
                  <a:pt x="4737" y="431"/>
                </a:lnTo>
                <a:lnTo>
                  <a:pt x="0" y="5435"/>
                </a:lnTo>
                <a:lnTo>
                  <a:pt x="0" y="536765"/>
                </a:lnTo>
                <a:lnTo>
                  <a:pt x="1384" y="539838"/>
                </a:lnTo>
                <a:lnTo>
                  <a:pt x="5930" y="543877"/>
                </a:lnTo>
                <a:lnTo>
                  <a:pt x="8623" y="544893"/>
                </a:lnTo>
                <a:lnTo>
                  <a:pt x="11836" y="544893"/>
                </a:lnTo>
                <a:lnTo>
                  <a:pt x="15036" y="544626"/>
                </a:lnTo>
                <a:lnTo>
                  <a:pt x="18376" y="544626"/>
                </a:lnTo>
                <a:lnTo>
                  <a:pt x="78498" y="555866"/>
                </a:lnTo>
                <a:lnTo>
                  <a:pt x="120332" y="574078"/>
                </a:lnTo>
                <a:lnTo>
                  <a:pt x="153314" y="595363"/>
                </a:lnTo>
                <a:lnTo>
                  <a:pt x="164731" y="604774"/>
                </a:lnTo>
                <a:lnTo>
                  <a:pt x="169811" y="609409"/>
                </a:lnTo>
                <a:lnTo>
                  <a:pt x="175552" y="614819"/>
                </a:lnTo>
                <a:lnTo>
                  <a:pt x="180467" y="620052"/>
                </a:lnTo>
                <a:lnTo>
                  <a:pt x="203288" y="651662"/>
                </a:lnTo>
                <a:lnTo>
                  <a:pt x="203288" y="652005"/>
                </a:lnTo>
                <a:lnTo>
                  <a:pt x="204508" y="654939"/>
                </a:lnTo>
                <a:lnTo>
                  <a:pt x="205155" y="655586"/>
                </a:lnTo>
                <a:lnTo>
                  <a:pt x="206159" y="657847"/>
                </a:lnTo>
                <a:lnTo>
                  <a:pt x="210337" y="660387"/>
                </a:lnTo>
                <a:lnTo>
                  <a:pt x="211709" y="660387"/>
                </a:lnTo>
                <a:lnTo>
                  <a:pt x="214960" y="660387"/>
                </a:lnTo>
                <a:lnTo>
                  <a:pt x="524256" y="660387"/>
                </a:lnTo>
                <a:lnTo>
                  <a:pt x="527202" y="659168"/>
                </a:lnTo>
                <a:lnTo>
                  <a:pt x="531456" y="654939"/>
                </a:lnTo>
                <a:lnTo>
                  <a:pt x="532676" y="652005"/>
                </a:lnTo>
                <a:lnTo>
                  <a:pt x="532676" y="649008"/>
                </a:lnTo>
                <a:lnTo>
                  <a:pt x="532676" y="138315"/>
                </a:lnTo>
                <a:lnTo>
                  <a:pt x="532676" y="123939"/>
                </a:lnTo>
                <a:lnTo>
                  <a:pt x="531456" y="121005"/>
                </a:lnTo>
                <a:lnTo>
                  <a:pt x="527202" y="116763"/>
                </a:lnTo>
                <a:lnTo>
                  <a:pt x="524256" y="115557"/>
                </a:lnTo>
                <a:lnTo>
                  <a:pt x="509828" y="115557"/>
                </a:lnTo>
                <a:lnTo>
                  <a:pt x="509828" y="637616"/>
                </a:lnTo>
                <a:lnTo>
                  <a:pt x="226148" y="637616"/>
                </a:lnTo>
                <a:lnTo>
                  <a:pt x="226148" y="138328"/>
                </a:lnTo>
                <a:lnTo>
                  <a:pt x="509816" y="138315"/>
                </a:lnTo>
                <a:lnTo>
                  <a:pt x="509828" y="637616"/>
                </a:lnTo>
                <a:lnTo>
                  <a:pt x="509828" y="115557"/>
                </a:lnTo>
                <a:lnTo>
                  <a:pt x="227685" y="115557"/>
                </a:lnTo>
                <a:lnTo>
                  <a:pt x="227685" y="128447"/>
                </a:lnTo>
                <a:lnTo>
                  <a:pt x="225234" y="122504"/>
                </a:lnTo>
                <a:lnTo>
                  <a:pt x="225298" y="122631"/>
                </a:lnTo>
                <a:lnTo>
                  <a:pt x="227685" y="128447"/>
                </a:lnTo>
                <a:lnTo>
                  <a:pt x="227685" y="115557"/>
                </a:lnTo>
                <a:lnTo>
                  <a:pt x="221805" y="115557"/>
                </a:lnTo>
                <a:lnTo>
                  <a:pt x="219875" y="112229"/>
                </a:lnTo>
                <a:lnTo>
                  <a:pt x="219875" y="634593"/>
                </a:lnTo>
                <a:lnTo>
                  <a:pt x="213156" y="624370"/>
                </a:lnTo>
                <a:lnTo>
                  <a:pt x="219875" y="634593"/>
                </a:lnTo>
                <a:lnTo>
                  <a:pt x="219875" y="112229"/>
                </a:lnTo>
                <a:lnTo>
                  <a:pt x="205981" y="92417"/>
                </a:lnTo>
                <a:lnTo>
                  <a:pt x="205981" y="135674"/>
                </a:lnTo>
                <a:lnTo>
                  <a:pt x="204012" y="131000"/>
                </a:lnTo>
                <a:lnTo>
                  <a:pt x="204165" y="131292"/>
                </a:lnTo>
                <a:lnTo>
                  <a:pt x="205981" y="135674"/>
                </a:lnTo>
                <a:lnTo>
                  <a:pt x="205981" y="92417"/>
                </a:lnTo>
                <a:lnTo>
                  <a:pt x="203288" y="89166"/>
                </a:lnTo>
                <a:lnTo>
                  <a:pt x="203288" y="129451"/>
                </a:lnTo>
                <a:lnTo>
                  <a:pt x="203288" y="611632"/>
                </a:lnTo>
                <a:lnTo>
                  <a:pt x="202031" y="610146"/>
                </a:lnTo>
                <a:lnTo>
                  <a:pt x="187896" y="595134"/>
                </a:lnTo>
                <a:lnTo>
                  <a:pt x="169735" y="579259"/>
                </a:lnTo>
                <a:lnTo>
                  <a:pt x="164744" y="575729"/>
                </a:lnTo>
                <a:lnTo>
                  <a:pt x="169811" y="580783"/>
                </a:lnTo>
                <a:lnTo>
                  <a:pt x="164693" y="575691"/>
                </a:lnTo>
                <a:lnTo>
                  <a:pt x="147218" y="563372"/>
                </a:lnTo>
                <a:lnTo>
                  <a:pt x="120053" y="548360"/>
                </a:lnTo>
                <a:lnTo>
                  <a:pt x="111086" y="544626"/>
                </a:lnTo>
                <a:lnTo>
                  <a:pt x="88582" y="535254"/>
                </a:lnTo>
                <a:lnTo>
                  <a:pt x="61417" y="527304"/>
                </a:lnTo>
                <a:lnTo>
                  <a:pt x="39268" y="523290"/>
                </a:lnTo>
                <a:lnTo>
                  <a:pt x="22860" y="521931"/>
                </a:lnTo>
                <a:lnTo>
                  <a:pt x="22860" y="23075"/>
                </a:lnTo>
                <a:lnTo>
                  <a:pt x="65532" y="30619"/>
                </a:lnTo>
                <a:lnTo>
                  <a:pt x="129730" y="57848"/>
                </a:lnTo>
                <a:lnTo>
                  <a:pt x="166243" y="83921"/>
                </a:lnTo>
                <a:lnTo>
                  <a:pt x="194868" y="115049"/>
                </a:lnTo>
                <a:lnTo>
                  <a:pt x="203288" y="129451"/>
                </a:lnTo>
                <a:lnTo>
                  <a:pt x="203288" y="89166"/>
                </a:lnTo>
                <a:lnTo>
                  <a:pt x="183311" y="68592"/>
                </a:lnTo>
                <a:lnTo>
                  <a:pt x="179171" y="69875"/>
                </a:lnTo>
                <a:lnTo>
                  <a:pt x="183299" y="68592"/>
                </a:lnTo>
                <a:lnTo>
                  <a:pt x="187020" y="67462"/>
                </a:lnTo>
                <a:lnTo>
                  <a:pt x="191604" y="66840"/>
                </a:lnTo>
                <a:lnTo>
                  <a:pt x="543775" y="66840"/>
                </a:lnTo>
                <a:lnTo>
                  <a:pt x="547865" y="67322"/>
                </a:lnTo>
                <a:lnTo>
                  <a:pt x="566153" y="718845"/>
                </a:lnTo>
                <a:lnTo>
                  <a:pt x="565962" y="720420"/>
                </a:lnTo>
                <a:lnTo>
                  <a:pt x="544398" y="729678"/>
                </a:lnTo>
                <a:lnTo>
                  <a:pt x="191490" y="729678"/>
                </a:lnTo>
                <a:lnTo>
                  <a:pt x="169811" y="720255"/>
                </a:lnTo>
                <a:lnTo>
                  <a:pt x="169811" y="609422"/>
                </a:lnTo>
                <a:lnTo>
                  <a:pt x="164731" y="604786"/>
                </a:lnTo>
                <a:lnTo>
                  <a:pt x="159232" y="600087"/>
                </a:lnTo>
                <a:lnTo>
                  <a:pt x="153301" y="595376"/>
                </a:lnTo>
                <a:lnTo>
                  <a:pt x="146951" y="590651"/>
                </a:lnTo>
                <a:lnTo>
                  <a:pt x="146951" y="720318"/>
                </a:lnTo>
                <a:lnTo>
                  <a:pt x="175425" y="751090"/>
                </a:lnTo>
                <a:lnTo>
                  <a:pt x="191312" y="752449"/>
                </a:lnTo>
                <a:lnTo>
                  <a:pt x="544753" y="752449"/>
                </a:lnTo>
                <a:lnTo>
                  <a:pt x="583590" y="737920"/>
                </a:lnTo>
                <a:lnTo>
                  <a:pt x="589013" y="722706"/>
                </a:lnTo>
                <a:lnTo>
                  <a:pt x="589026" y="79463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678073" y="4092379"/>
            <a:ext cx="215900" cy="24130"/>
          </a:xfrm>
          <a:custGeom>
            <a:avLst/>
            <a:gdLst/>
            <a:ahLst/>
            <a:cxnLst/>
            <a:rect l="l" t="t" r="r" b="b"/>
            <a:pathLst>
              <a:path w="215900" h="24129">
                <a:moveTo>
                  <a:pt x="215695" y="23814"/>
                </a:moveTo>
                <a:lnTo>
                  <a:pt x="0" y="23814"/>
                </a:lnTo>
                <a:lnTo>
                  <a:pt x="3105" y="23784"/>
                </a:lnTo>
                <a:lnTo>
                  <a:pt x="6130" y="22516"/>
                </a:lnTo>
                <a:lnTo>
                  <a:pt x="10552" y="18107"/>
                </a:lnTo>
                <a:lnTo>
                  <a:pt x="11823" y="15044"/>
                </a:lnTo>
                <a:lnTo>
                  <a:pt x="11823" y="0"/>
                </a:lnTo>
                <a:lnTo>
                  <a:pt x="203845" y="0"/>
                </a:lnTo>
                <a:lnTo>
                  <a:pt x="203845" y="15044"/>
                </a:lnTo>
                <a:lnTo>
                  <a:pt x="205122" y="18110"/>
                </a:lnTo>
                <a:lnTo>
                  <a:pt x="209552" y="22528"/>
                </a:lnTo>
                <a:lnTo>
                  <a:pt x="212592" y="23793"/>
                </a:lnTo>
                <a:lnTo>
                  <a:pt x="215695" y="2381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689896" y="3515367"/>
            <a:ext cx="192405" cy="24130"/>
          </a:xfrm>
          <a:custGeom>
            <a:avLst/>
            <a:gdLst/>
            <a:ahLst/>
            <a:cxnLst/>
            <a:rect l="l" t="t" r="r" b="b"/>
            <a:pathLst>
              <a:path w="192404" h="24129">
                <a:moveTo>
                  <a:pt x="192025" y="23814"/>
                </a:moveTo>
                <a:lnTo>
                  <a:pt x="0" y="23814"/>
                </a:lnTo>
                <a:lnTo>
                  <a:pt x="0" y="0"/>
                </a:lnTo>
                <a:lnTo>
                  <a:pt x="192025" y="0"/>
                </a:lnTo>
                <a:lnTo>
                  <a:pt x="192025" y="2381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044754" y="3364470"/>
            <a:ext cx="187325" cy="751840"/>
          </a:xfrm>
          <a:custGeom>
            <a:avLst/>
            <a:gdLst/>
            <a:ahLst/>
            <a:cxnLst/>
            <a:rect l="l" t="t" r="r" b="b"/>
            <a:pathLst>
              <a:path w="187325" h="751839">
                <a:moveTo>
                  <a:pt x="186740" y="63347"/>
                </a:moveTo>
                <a:lnTo>
                  <a:pt x="186537" y="62522"/>
                </a:lnTo>
                <a:lnTo>
                  <a:pt x="186524" y="23812"/>
                </a:lnTo>
                <a:lnTo>
                  <a:pt x="186524" y="8763"/>
                </a:lnTo>
                <a:lnTo>
                  <a:pt x="185254" y="5702"/>
                </a:lnTo>
                <a:lnTo>
                  <a:pt x="180809" y="1270"/>
                </a:lnTo>
                <a:lnTo>
                  <a:pt x="177749" y="0"/>
                </a:lnTo>
                <a:lnTo>
                  <a:pt x="162661" y="0"/>
                </a:lnTo>
                <a:lnTo>
                  <a:pt x="162661" y="23812"/>
                </a:lnTo>
                <a:lnTo>
                  <a:pt x="162661" y="53301"/>
                </a:lnTo>
                <a:lnTo>
                  <a:pt x="23863" y="53301"/>
                </a:lnTo>
                <a:lnTo>
                  <a:pt x="23863" y="23812"/>
                </a:lnTo>
                <a:lnTo>
                  <a:pt x="162661" y="23812"/>
                </a:lnTo>
                <a:lnTo>
                  <a:pt x="162661" y="0"/>
                </a:lnTo>
                <a:lnTo>
                  <a:pt x="8788" y="0"/>
                </a:lnTo>
                <a:lnTo>
                  <a:pt x="5715" y="1270"/>
                </a:lnTo>
                <a:lnTo>
                  <a:pt x="1270" y="5702"/>
                </a:lnTo>
                <a:lnTo>
                  <a:pt x="0" y="8763"/>
                </a:lnTo>
                <a:lnTo>
                  <a:pt x="0" y="91884"/>
                </a:lnTo>
                <a:lnTo>
                  <a:pt x="14909" y="91884"/>
                </a:lnTo>
                <a:lnTo>
                  <a:pt x="17983" y="93154"/>
                </a:lnTo>
                <a:lnTo>
                  <a:pt x="22428" y="97599"/>
                </a:lnTo>
                <a:lnTo>
                  <a:pt x="23698" y="100660"/>
                </a:lnTo>
                <a:lnTo>
                  <a:pt x="23698" y="113665"/>
                </a:lnTo>
                <a:lnTo>
                  <a:pt x="23812" y="113017"/>
                </a:lnTo>
                <a:lnTo>
                  <a:pt x="23863" y="77114"/>
                </a:lnTo>
                <a:lnTo>
                  <a:pt x="162661" y="77114"/>
                </a:lnTo>
                <a:lnTo>
                  <a:pt x="162661" y="727913"/>
                </a:lnTo>
                <a:lnTo>
                  <a:pt x="23698" y="727913"/>
                </a:lnTo>
                <a:lnTo>
                  <a:pt x="23698" y="742962"/>
                </a:lnTo>
                <a:lnTo>
                  <a:pt x="22428" y="746023"/>
                </a:lnTo>
                <a:lnTo>
                  <a:pt x="17995" y="750443"/>
                </a:lnTo>
                <a:lnTo>
                  <a:pt x="14960" y="751700"/>
                </a:lnTo>
                <a:lnTo>
                  <a:pt x="11849" y="751725"/>
                </a:lnTo>
                <a:lnTo>
                  <a:pt x="177749" y="751725"/>
                </a:lnTo>
                <a:lnTo>
                  <a:pt x="180809" y="750455"/>
                </a:lnTo>
                <a:lnTo>
                  <a:pt x="185254" y="746023"/>
                </a:lnTo>
                <a:lnTo>
                  <a:pt x="186524" y="742962"/>
                </a:lnTo>
                <a:lnTo>
                  <a:pt x="186524" y="68021"/>
                </a:lnTo>
                <a:lnTo>
                  <a:pt x="186740" y="67081"/>
                </a:lnTo>
                <a:lnTo>
                  <a:pt x="186740" y="63347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450483" y="3424135"/>
            <a:ext cx="240029" cy="692150"/>
          </a:xfrm>
          <a:custGeom>
            <a:avLst/>
            <a:gdLst/>
            <a:ahLst/>
            <a:cxnLst/>
            <a:rect l="l" t="t" r="r" b="b"/>
            <a:pathLst>
              <a:path w="240029" h="692150">
                <a:moveTo>
                  <a:pt x="239407" y="8763"/>
                </a:moveTo>
                <a:lnTo>
                  <a:pt x="238137" y="5702"/>
                </a:lnTo>
                <a:lnTo>
                  <a:pt x="233692" y="1270"/>
                </a:lnTo>
                <a:lnTo>
                  <a:pt x="230606" y="0"/>
                </a:lnTo>
                <a:lnTo>
                  <a:pt x="227469" y="0"/>
                </a:lnTo>
                <a:lnTo>
                  <a:pt x="221094" y="0"/>
                </a:lnTo>
                <a:lnTo>
                  <a:pt x="221094" y="91236"/>
                </a:lnTo>
                <a:lnTo>
                  <a:pt x="215887" y="96215"/>
                </a:lnTo>
                <a:lnTo>
                  <a:pt x="215544" y="102463"/>
                </a:lnTo>
                <a:lnTo>
                  <a:pt x="215544" y="103809"/>
                </a:lnTo>
                <a:lnTo>
                  <a:pt x="215544" y="668248"/>
                </a:lnTo>
                <a:lnTo>
                  <a:pt x="23863" y="668248"/>
                </a:lnTo>
                <a:lnTo>
                  <a:pt x="23863" y="23812"/>
                </a:lnTo>
                <a:lnTo>
                  <a:pt x="215544" y="23812"/>
                </a:lnTo>
                <a:lnTo>
                  <a:pt x="215544" y="102463"/>
                </a:lnTo>
                <a:lnTo>
                  <a:pt x="215887" y="96202"/>
                </a:lnTo>
                <a:lnTo>
                  <a:pt x="221094" y="91236"/>
                </a:lnTo>
                <a:lnTo>
                  <a:pt x="221094" y="0"/>
                </a:lnTo>
                <a:lnTo>
                  <a:pt x="8788" y="0"/>
                </a:lnTo>
                <a:lnTo>
                  <a:pt x="5715" y="1270"/>
                </a:lnTo>
                <a:lnTo>
                  <a:pt x="1270" y="5702"/>
                </a:lnTo>
                <a:lnTo>
                  <a:pt x="0" y="8763"/>
                </a:lnTo>
                <a:lnTo>
                  <a:pt x="0" y="683298"/>
                </a:lnTo>
                <a:lnTo>
                  <a:pt x="1270" y="686358"/>
                </a:lnTo>
                <a:lnTo>
                  <a:pt x="5715" y="690791"/>
                </a:lnTo>
                <a:lnTo>
                  <a:pt x="8788" y="692061"/>
                </a:lnTo>
                <a:lnTo>
                  <a:pt x="227584" y="692061"/>
                </a:lnTo>
                <a:lnTo>
                  <a:pt x="230695" y="692035"/>
                </a:lnTo>
                <a:lnTo>
                  <a:pt x="233718" y="690765"/>
                </a:lnTo>
                <a:lnTo>
                  <a:pt x="238137" y="686358"/>
                </a:lnTo>
                <a:lnTo>
                  <a:pt x="239407" y="683298"/>
                </a:lnTo>
                <a:lnTo>
                  <a:pt x="239407" y="680161"/>
                </a:lnTo>
                <a:lnTo>
                  <a:pt x="239407" y="668248"/>
                </a:lnTo>
                <a:lnTo>
                  <a:pt x="239407" y="115049"/>
                </a:lnTo>
                <a:lnTo>
                  <a:pt x="239407" y="91236"/>
                </a:lnTo>
                <a:lnTo>
                  <a:pt x="239407" y="8763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881915" y="3456355"/>
            <a:ext cx="186690" cy="660400"/>
          </a:xfrm>
          <a:custGeom>
            <a:avLst/>
            <a:gdLst/>
            <a:ahLst/>
            <a:cxnLst/>
            <a:rect l="l" t="t" r="r" b="b"/>
            <a:pathLst>
              <a:path w="186690" h="660400">
                <a:moveTo>
                  <a:pt x="186537" y="8775"/>
                </a:moveTo>
                <a:lnTo>
                  <a:pt x="185267" y="5715"/>
                </a:lnTo>
                <a:lnTo>
                  <a:pt x="180822" y="1270"/>
                </a:lnTo>
                <a:lnTo>
                  <a:pt x="177749" y="0"/>
                </a:lnTo>
                <a:lnTo>
                  <a:pt x="162839" y="0"/>
                </a:lnTo>
                <a:lnTo>
                  <a:pt x="162839" y="26377"/>
                </a:lnTo>
                <a:lnTo>
                  <a:pt x="168173" y="31711"/>
                </a:lnTo>
                <a:lnTo>
                  <a:pt x="162826" y="26377"/>
                </a:lnTo>
                <a:lnTo>
                  <a:pt x="162826" y="23812"/>
                </a:lnTo>
                <a:lnTo>
                  <a:pt x="162839" y="0"/>
                </a:lnTo>
                <a:lnTo>
                  <a:pt x="162674" y="0"/>
                </a:lnTo>
                <a:lnTo>
                  <a:pt x="162674" y="636028"/>
                </a:lnTo>
                <a:lnTo>
                  <a:pt x="23863" y="636028"/>
                </a:lnTo>
                <a:lnTo>
                  <a:pt x="23863" y="419874"/>
                </a:lnTo>
                <a:lnTo>
                  <a:pt x="162674" y="419874"/>
                </a:lnTo>
                <a:lnTo>
                  <a:pt x="162674" y="395782"/>
                </a:lnTo>
                <a:lnTo>
                  <a:pt x="23863" y="395782"/>
                </a:lnTo>
                <a:lnTo>
                  <a:pt x="23863" y="263842"/>
                </a:lnTo>
                <a:lnTo>
                  <a:pt x="162674" y="263842"/>
                </a:lnTo>
                <a:lnTo>
                  <a:pt x="162674" y="241007"/>
                </a:lnTo>
                <a:lnTo>
                  <a:pt x="23863" y="241007"/>
                </a:lnTo>
                <a:lnTo>
                  <a:pt x="23863" y="23812"/>
                </a:lnTo>
                <a:lnTo>
                  <a:pt x="162674" y="23812"/>
                </a:lnTo>
                <a:lnTo>
                  <a:pt x="162674" y="0"/>
                </a:lnTo>
                <a:lnTo>
                  <a:pt x="23507" y="0"/>
                </a:lnTo>
                <a:lnTo>
                  <a:pt x="23507" y="64350"/>
                </a:lnTo>
                <a:lnTo>
                  <a:pt x="23507" y="77495"/>
                </a:lnTo>
                <a:lnTo>
                  <a:pt x="18161" y="82829"/>
                </a:lnTo>
                <a:lnTo>
                  <a:pt x="23495" y="77495"/>
                </a:lnTo>
                <a:lnTo>
                  <a:pt x="23495" y="64350"/>
                </a:lnTo>
                <a:lnTo>
                  <a:pt x="23507" y="0"/>
                </a:lnTo>
                <a:lnTo>
                  <a:pt x="8788" y="0"/>
                </a:lnTo>
                <a:lnTo>
                  <a:pt x="5715" y="1282"/>
                </a:lnTo>
                <a:lnTo>
                  <a:pt x="1282" y="5715"/>
                </a:lnTo>
                <a:lnTo>
                  <a:pt x="0" y="8775"/>
                </a:lnTo>
                <a:lnTo>
                  <a:pt x="0" y="59016"/>
                </a:lnTo>
                <a:lnTo>
                  <a:pt x="0" y="82829"/>
                </a:lnTo>
                <a:lnTo>
                  <a:pt x="0" y="636028"/>
                </a:lnTo>
                <a:lnTo>
                  <a:pt x="0" y="651078"/>
                </a:lnTo>
                <a:lnTo>
                  <a:pt x="1282" y="654138"/>
                </a:lnTo>
                <a:lnTo>
                  <a:pt x="5702" y="658558"/>
                </a:lnTo>
                <a:lnTo>
                  <a:pt x="8750" y="659828"/>
                </a:lnTo>
                <a:lnTo>
                  <a:pt x="11874" y="659841"/>
                </a:lnTo>
                <a:lnTo>
                  <a:pt x="18427" y="659803"/>
                </a:lnTo>
                <a:lnTo>
                  <a:pt x="23736" y="654494"/>
                </a:lnTo>
                <a:lnTo>
                  <a:pt x="18440" y="659803"/>
                </a:lnTo>
                <a:lnTo>
                  <a:pt x="11874" y="659841"/>
                </a:lnTo>
                <a:lnTo>
                  <a:pt x="174688" y="659841"/>
                </a:lnTo>
                <a:lnTo>
                  <a:pt x="177800" y="659815"/>
                </a:lnTo>
                <a:lnTo>
                  <a:pt x="180848" y="658558"/>
                </a:lnTo>
                <a:lnTo>
                  <a:pt x="185267" y="654138"/>
                </a:lnTo>
                <a:lnTo>
                  <a:pt x="186537" y="651078"/>
                </a:lnTo>
                <a:lnTo>
                  <a:pt x="186537" y="647941"/>
                </a:lnTo>
                <a:lnTo>
                  <a:pt x="186537" y="636028"/>
                </a:lnTo>
                <a:lnTo>
                  <a:pt x="186537" y="31711"/>
                </a:lnTo>
                <a:lnTo>
                  <a:pt x="186537" y="21780"/>
                </a:lnTo>
                <a:lnTo>
                  <a:pt x="186537" y="8775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479201" y="3598253"/>
            <a:ext cx="182245" cy="344170"/>
          </a:xfrm>
          <a:custGeom>
            <a:avLst/>
            <a:gdLst/>
            <a:ahLst/>
            <a:cxnLst/>
            <a:rect l="l" t="t" r="r" b="b"/>
            <a:pathLst>
              <a:path w="182245" h="344170">
                <a:moveTo>
                  <a:pt x="98126" y="343818"/>
                </a:moveTo>
                <a:lnTo>
                  <a:pt x="90915" y="343818"/>
                </a:lnTo>
                <a:lnTo>
                  <a:pt x="83029" y="343204"/>
                </a:lnTo>
                <a:lnTo>
                  <a:pt x="48376" y="324651"/>
                </a:lnTo>
                <a:lnTo>
                  <a:pt x="18927" y="278174"/>
                </a:lnTo>
                <a:lnTo>
                  <a:pt x="6467" y="236620"/>
                </a:lnTo>
                <a:lnTo>
                  <a:pt x="423" y="188865"/>
                </a:lnTo>
                <a:lnTo>
                  <a:pt x="0" y="171904"/>
                </a:lnTo>
                <a:lnTo>
                  <a:pt x="725" y="149749"/>
                </a:lnTo>
                <a:lnTo>
                  <a:pt x="6268" y="108135"/>
                </a:lnTo>
                <a:lnTo>
                  <a:pt x="16745" y="71243"/>
                </a:lnTo>
                <a:lnTo>
                  <a:pt x="40728" y="27565"/>
                </a:lnTo>
                <a:lnTo>
                  <a:pt x="76944" y="1479"/>
                </a:lnTo>
                <a:lnTo>
                  <a:pt x="83871" y="0"/>
                </a:lnTo>
                <a:lnTo>
                  <a:pt x="91061" y="0"/>
                </a:lnTo>
                <a:lnTo>
                  <a:pt x="127435" y="13705"/>
                </a:lnTo>
                <a:lnTo>
                  <a:pt x="137960" y="23814"/>
                </a:lnTo>
                <a:lnTo>
                  <a:pt x="85288" y="23829"/>
                </a:lnTo>
                <a:lnTo>
                  <a:pt x="79718" y="25502"/>
                </a:lnTo>
                <a:lnTo>
                  <a:pt x="48322" y="59146"/>
                </a:lnTo>
                <a:lnTo>
                  <a:pt x="29827" y="112055"/>
                </a:lnTo>
                <a:lnTo>
                  <a:pt x="24260" y="156141"/>
                </a:lnTo>
                <a:lnTo>
                  <a:pt x="23867" y="171910"/>
                </a:lnTo>
                <a:lnTo>
                  <a:pt x="24539" y="192502"/>
                </a:lnTo>
                <a:lnTo>
                  <a:pt x="29649" y="230895"/>
                </a:lnTo>
                <a:lnTo>
                  <a:pt x="45177" y="278511"/>
                </a:lnTo>
                <a:lnTo>
                  <a:pt x="69456" y="311508"/>
                </a:lnTo>
                <a:lnTo>
                  <a:pt x="87177" y="319994"/>
                </a:lnTo>
                <a:lnTo>
                  <a:pt x="137897" y="319994"/>
                </a:lnTo>
                <a:lnTo>
                  <a:pt x="134603" y="323666"/>
                </a:lnTo>
                <a:lnTo>
                  <a:pt x="127434" y="330115"/>
                </a:lnTo>
                <a:lnTo>
                  <a:pt x="119736" y="335485"/>
                </a:lnTo>
                <a:lnTo>
                  <a:pt x="111497" y="339659"/>
                </a:lnTo>
                <a:lnTo>
                  <a:pt x="105047" y="342335"/>
                </a:lnTo>
                <a:lnTo>
                  <a:pt x="98126" y="343818"/>
                </a:lnTo>
                <a:close/>
              </a:path>
              <a:path w="182245" h="344170">
                <a:moveTo>
                  <a:pt x="181986" y="171907"/>
                </a:moveTo>
                <a:lnTo>
                  <a:pt x="158119" y="171904"/>
                </a:lnTo>
                <a:lnTo>
                  <a:pt x="157446" y="151311"/>
                </a:lnTo>
                <a:lnTo>
                  <a:pt x="155485" y="131581"/>
                </a:lnTo>
                <a:lnTo>
                  <a:pt x="142882" y="79569"/>
                </a:lnTo>
                <a:lnTo>
                  <a:pt x="122721" y="42571"/>
                </a:lnTo>
                <a:lnTo>
                  <a:pt x="94808" y="23814"/>
                </a:lnTo>
                <a:lnTo>
                  <a:pt x="137960" y="23814"/>
                </a:lnTo>
                <a:lnTo>
                  <a:pt x="163056" y="65642"/>
                </a:lnTo>
                <a:lnTo>
                  <a:pt x="175524" y="107194"/>
                </a:lnTo>
                <a:lnTo>
                  <a:pt x="181563" y="154952"/>
                </a:lnTo>
                <a:lnTo>
                  <a:pt x="181986" y="171907"/>
                </a:lnTo>
                <a:close/>
              </a:path>
              <a:path w="182245" h="344170">
                <a:moveTo>
                  <a:pt x="137897" y="319994"/>
                </a:moveTo>
                <a:lnTo>
                  <a:pt x="87177" y="319994"/>
                </a:lnTo>
                <a:lnTo>
                  <a:pt x="96697" y="319985"/>
                </a:lnTo>
                <a:lnTo>
                  <a:pt x="102267" y="318309"/>
                </a:lnTo>
                <a:lnTo>
                  <a:pt x="133663" y="284664"/>
                </a:lnTo>
                <a:lnTo>
                  <a:pt x="152158" y="231756"/>
                </a:lnTo>
                <a:lnTo>
                  <a:pt x="157725" y="187670"/>
                </a:lnTo>
                <a:lnTo>
                  <a:pt x="158119" y="171907"/>
                </a:lnTo>
                <a:lnTo>
                  <a:pt x="181986" y="171907"/>
                </a:lnTo>
                <a:lnTo>
                  <a:pt x="179146" y="215383"/>
                </a:lnTo>
                <a:lnTo>
                  <a:pt x="171061" y="254799"/>
                </a:lnTo>
                <a:lnTo>
                  <a:pt x="150319" y="303461"/>
                </a:lnTo>
                <a:lnTo>
                  <a:pt x="141257" y="316249"/>
                </a:lnTo>
                <a:lnTo>
                  <a:pt x="137897" y="319994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711747" y="3555988"/>
            <a:ext cx="148172" cy="15181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711747" y="3964805"/>
            <a:ext cx="148172" cy="9525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068813" y="3964805"/>
            <a:ext cx="138121" cy="9525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326691" y="3363943"/>
            <a:ext cx="456306" cy="752472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8789110" y="3320771"/>
            <a:ext cx="904240" cy="838200"/>
            <a:chOff x="8789110" y="3320771"/>
            <a:chExt cx="904240" cy="838200"/>
          </a:xfrm>
        </p:grpSpPr>
        <p:sp>
          <p:nvSpPr>
            <p:cNvPr id="54" name="object 54"/>
            <p:cNvSpPr/>
            <p:nvPr/>
          </p:nvSpPr>
          <p:spPr>
            <a:xfrm>
              <a:off x="8998737" y="3320782"/>
              <a:ext cx="473709" cy="838200"/>
            </a:xfrm>
            <a:custGeom>
              <a:avLst/>
              <a:gdLst/>
              <a:ahLst/>
              <a:cxnLst/>
              <a:rect l="l" t="t" r="r" b="b"/>
              <a:pathLst>
                <a:path w="473709" h="838200">
                  <a:moveTo>
                    <a:pt x="252158" y="6921"/>
                  </a:moveTo>
                  <a:lnTo>
                    <a:pt x="245237" y="0"/>
                  </a:lnTo>
                  <a:lnTo>
                    <a:pt x="236689" y="0"/>
                  </a:lnTo>
                  <a:lnTo>
                    <a:pt x="228142" y="0"/>
                  </a:lnTo>
                  <a:lnTo>
                    <a:pt x="221208" y="6921"/>
                  </a:lnTo>
                  <a:lnTo>
                    <a:pt x="221208" y="159804"/>
                  </a:lnTo>
                  <a:lnTo>
                    <a:pt x="228142" y="166725"/>
                  </a:lnTo>
                  <a:lnTo>
                    <a:pt x="245224" y="166725"/>
                  </a:lnTo>
                  <a:lnTo>
                    <a:pt x="252158" y="159804"/>
                  </a:lnTo>
                  <a:lnTo>
                    <a:pt x="252158" y="6921"/>
                  </a:lnTo>
                  <a:close/>
                </a:path>
                <a:path w="473709" h="838200">
                  <a:moveTo>
                    <a:pt x="473367" y="443369"/>
                  </a:moveTo>
                  <a:lnTo>
                    <a:pt x="468541" y="395782"/>
                  </a:lnTo>
                  <a:lnTo>
                    <a:pt x="454736" y="351434"/>
                  </a:lnTo>
                  <a:lnTo>
                    <a:pt x="442404" y="328777"/>
                  </a:lnTo>
                  <a:lnTo>
                    <a:pt x="442404" y="443369"/>
                  </a:lnTo>
                  <a:lnTo>
                    <a:pt x="437413" y="488264"/>
                  </a:lnTo>
                  <a:lnTo>
                    <a:pt x="423075" y="530123"/>
                  </a:lnTo>
                  <a:lnTo>
                    <a:pt x="400380" y="567639"/>
                  </a:lnTo>
                  <a:lnTo>
                    <a:pt x="370293" y="599554"/>
                  </a:lnTo>
                  <a:lnTo>
                    <a:pt x="333806" y="624560"/>
                  </a:lnTo>
                  <a:lnTo>
                    <a:pt x="311391" y="633552"/>
                  </a:lnTo>
                  <a:lnTo>
                    <a:pt x="311391" y="733120"/>
                  </a:lnTo>
                  <a:lnTo>
                    <a:pt x="311213" y="733298"/>
                  </a:lnTo>
                  <a:lnTo>
                    <a:pt x="311213" y="767397"/>
                  </a:lnTo>
                  <a:lnTo>
                    <a:pt x="311086" y="767397"/>
                  </a:lnTo>
                  <a:lnTo>
                    <a:pt x="311086" y="785164"/>
                  </a:lnTo>
                  <a:lnTo>
                    <a:pt x="307924" y="788327"/>
                  </a:lnTo>
                  <a:lnTo>
                    <a:pt x="307924" y="785164"/>
                  </a:lnTo>
                  <a:lnTo>
                    <a:pt x="311086" y="785164"/>
                  </a:lnTo>
                  <a:lnTo>
                    <a:pt x="311086" y="767397"/>
                  </a:lnTo>
                  <a:lnTo>
                    <a:pt x="308038" y="767397"/>
                  </a:lnTo>
                  <a:lnTo>
                    <a:pt x="308038" y="764222"/>
                  </a:lnTo>
                  <a:lnTo>
                    <a:pt x="311213" y="767397"/>
                  </a:lnTo>
                  <a:lnTo>
                    <a:pt x="311213" y="733298"/>
                  </a:lnTo>
                  <a:lnTo>
                    <a:pt x="308229" y="736282"/>
                  </a:lnTo>
                  <a:lnTo>
                    <a:pt x="308229" y="733120"/>
                  </a:lnTo>
                  <a:lnTo>
                    <a:pt x="311391" y="733120"/>
                  </a:lnTo>
                  <a:lnTo>
                    <a:pt x="311391" y="633552"/>
                  </a:lnTo>
                  <a:lnTo>
                    <a:pt x="310908" y="633755"/>
                  </a:lnTo>
                  <a:lnTo>
                    <a:pt x="310908" y="715352"/>
                  </a:lnTo>
                  <a:lnTo>
                    <a:pt x="307733" y="715352"/>
                  </a:lnTo>
                  <a:lnTo>
                    <a:pt x="307733" y="712177"/>
                  </a:lnTo>
                  <a:lnTo>
                    <a:pt x="310908" y="715352"/>
                  </a:lnTo>
                  <a:lnTo>
                    <a:pt x="310908" y="633755"/>
                  </a:lnTo>
                  <a:lnTo>
                    <a:pt x="305041" y="636104"/>
                  </a:lnTo>
                  <a:lnTo>
                    <a:pt x="305041" y="739470"/>
                  </a:lnTo>
                  <a:lnTo>
                    <a:pt x="304571" y="739940"/>
                  </a:lnTo>
                  <a:lnTo>
                    <a:pt x="280555" y="739940"/>
                  </a:lnTo>
                  <a:lnTo>
                    <a:pt x="280555" y="760755"/>
                  </a:lnTo>
                  <a:lnTo>
                    <a:pt x="304571" y="760755"/>
                  </a:lnTo>
                  <a:lnTo>
                    <a:pt x="304863" y="761047"/>
                  </a:lnTo>
                  <a:lnTo>
                    <a:pt x="304736" y="761047"/>
                  </a:lnTo>
                  <a:lnTo>
                    <a:pt x="304736" y="791514"/>
                  </a:lnTo>
                  <a:lnTo>
                    <a:pt x="304571" y="791679"/>
                  </a:lnTo>
                  <a:lnTo>
                    <a:pt x="280555" y="791679"/>
                  </a:lnTo>
                  <a:lnTo>
                    <a:pt x="280555" y="807199"/>
                  </a:lnTo>
                  <a:lnTo>
                    <a:pt x="192811" y="807199"/>
                  </a:lnTo>
                  <a:lnTo>
                    <a:pt x="192811" y="791679"/>
                  </a:lnTo>
                  <a:lnTo>
                    <a:pt x="168795" y="791679"/>
                  </a:lnTo>
                  <a:lnTo>
                    <a:pt x="168630" y="791514"/>
                  </a:lnTo>
                  <a:lnTo>
                    <a:pt x="192811" y="791514"/>
                  </a:lnTo>
                  <a:lnTo>
                    <a:pt x="192811" y="791679"/>
                  </a:lnTo>
                  <a:lnTo>
                    <a:pt x="280555" y="791679"/>
                  </a:lnTo>
                  <a:lnTo>
                    <a:pt x="280555" y="791514"/>
                  </a:lnTo>
                  <a:lnTo>
                    <a:pt x="304736" y="791514"/>
                  </a:lnTo>
                  <a:lnTo>
                    <a:pt x="304736" y="761047"/>
                  </a:lnTo>
                  <a:lnTo>
                    <a:pt x="280555" y="761047"/>
                  </a:lnTo>
                  <a:lnTo>
                    <a:pt x="280555" y="760755"/>
                  </a:lnTo>
                  <a:lnTo>
                    <a:pt x="192811" y="760755"/>
                  </a:lnTo>
                  <a:lnTo>
                    <a:pt x="192811" y="761047"/>
                  </a:lnTo>
                  <a:lnTo>
                    <a:pt x="168490" y="761047"/>
                  </a:lnTo>
                  <a:lnTo>
                    <a:pt x="168783" y="760755"/>
                  </a:lnTo>
                  <a:lnTo>
                    <a:pt x="192811" y="760755"/>
                  </a:lnTo>
                  <a:lnTo>
                    <a:pt x="192811" y="739940"/>
                  </a:lnTo>
                  <a:lnTo>
                    <a:pt x="168795" y="739940"/>
                  </a:lnTo>
                  <a:lnTo>
                    <a:pt x="168313" y="739470"/>
                  </a:lnTo>
                  <a:lnTo>
                    <a:pt x="192811" y="739470"/>
                  </a:lnTo>
                  <a:lnTo>
                    <a:pt x="192811" y="739940"/>
                  </a:lnTo>
                  <a:lnTo>
                    <a:pt x="280555" y="739940"/>
                  </a:lnTo>
                  <a:lnTo>
                    <a:pt x="280555" y="739470"/>
                  </a:lnTo>
                  <a:lnTo>
                    <a:pt x="305041" y="739470"/>
                  </a:lnTo>
                  <a:lnTo>
                    <a:pt x="305041" y="636104"/>
                  </a:lnTo>
                  <a:lnTo>
                    <a:pt x="291884" y="641375"/>
                  </a:lnTo>
                  <a:lnTo>
                    <a:pt x="285191" y="643242"/>
                  </a:lnTo>
                  <a:lnTo>
                    <a:pt x="280555" y="649338"/>
                  </a:lnTo>
                  <a:lnTo>
                    <a:pt x="280555" y="709002"/>
                  </a:lnTo>
                  <a:lnTo>
                    <a:pt x="192811" y="709015"/>
                  </a:lnTo>
                  <a:lnTo>
                    <a:pt x="192811" y="649338"/>
                  </a:lnTo>
                  <a:lnTo>
                    <a:pt x="188175" y="643242"/>
                  </a:lnTo>
                  <a:lnTo>
                    <a:pt x="181483" y="641375"/>
                  </a:lnTo>
                  <a:lnTo>
                    <a:pt x="165633" y="635025"/>
                  </a:lnTo>
                  <a:lnTo>
                    <a:pt x="165633" y="712177"/>
                  </a:lnTo>
                  <a:lnTo>
                    <a:pt x="165633" y="715352"/>
                  </a:lnTo>
                  <a:lnTo>
                    <a:pt x="165442" y="715352"/>
                  </a:lnTo>
                  <a:lnTo>
                    <a:pt x="165442" y="785164"/>
                  </a:lnTo>
                  <a:lnTo>
                    <a:pt x="165442" y="788327"/>
                  </a:lnTo>
                  <a:lnTo>
                    <a:pt x="162280" y="785164"/>
                  </a:lnTo>
                  <a:lnTo>
                    <a:pt x="165442" y="785164"/>
                  </a:lnTo>
                  <a:lnTo>
                    <a:pt x="165442" y="715352"/>
                  </a:lnTo>
                  <a:lnTo>
                    <a:pt x="165328" y="764209"/>
                  </a:lnTo>
                  <a:lnTo>
                    <a:pt x="165328" y="767397"/>
                  </a:lnTo>
                  <a:lnTo>
                    <a:pt x="162140" y="767397"/>
                  </a:lnTo>
                  <a:lnTo>
                    <a:pt x="165328" y="764209"/>
                  </a:lnTo>
                  <a:lnTo>
                    <a:pt x="165328" y="715352"/>
                  </a:lnTo>
                  <a:lnTo>
                    <a:pt x="165138" y="715352"/>
                  </a:lnTo>
                  <a:lnTo>
                    <a:pt x="165138" y="733120"/>
                  </a:lnTo>
                  <a:lnTo>
                    <a:pt x="165138" y="736295"/>
                  </a:lnTo>
                  <a:lnTo>
                    <a:pt x="161963" y="733120"/>
                  </a:lnTo>
                  <a:lnTo>
                    <a:pt x="165138" y="733120"/>
                  </a:lnTo>
                  <a:lnTo>
                    <a:pt x="165138" y="715352"/>
                  </a:lnTo>
                  <a:lnTo>
                    <a:pt x="162445" y="715352"/>
                  </a:lnTo>
                  <a:lnTo>
                    <a:pt x="165633" y="712177"/>
                  </a:lnTo>
                  <a:lnTo>
                    <a:pt x="165633" y="635025"/>
                  </a:lnTo>
                  <a:lnTo>
                    <a:pt x="103060" y="599554"/>
                  </a:lnTo>
                  <a:lnTo>
                    <a:pt x="72986" y="567639"/>
                  </a:lnTo>
                  <a:lnTo>
                    <a:pt x="50292" y="530123"/>
                  </a:lnTo>
                  <a:lnTo>
                    <a:pt x="35953" y="488264"/>
                  </a:lnTo>
                  <a:lnTo>
                    <a:pt x="30962" y="443369"/>
                  </a:lnTo>
                  <a:lnTo>
                    <a:pt x="36398" y="396303"/>
                  </a:lnTo>
                  <a:lnTo>
                    <a:pt x="51892" y="353072"/>
                  </a:lnTo>
                  <a:lnTo>
                    <a:pt x="76212" y="314909"/>
                  </a:lnTo>
                  <a:lnTo>
                    <a:pt x="108089" y="283070"/>
                  </a:lnTo>
                  <a:lnTo>
                    <a:pt x="146291" y="258787"/>
                  </a:lnTo>
                  <a:lnTo>
                    <a:pt x="189572" y="243306"/>
                  </a:lnTo>
                  <a:lnTo>
                    <a:pt x="236677" y="237871"/>
                  </a:lnTo>
                  <a:lnTo>
                    <a:pt x="283794" y="243306"/>
                  </a:lnTo>
                  <a:lnTo>
                    <a:pt x="327075" y="258787"/>
                  </a:lnTo>
                  <a:lnTo>
                    <a:pt x="365277" y="283070"/>
                  </a:lnTo>
                  <a:lnTo>
                    <a:pt x="397154" y="314909"/>
                  </a:lnTo>
                  <a:lnTo>
                    <a:pt x="421462" y="353072"/>
                  </a:lnTo>
                  <a:lnTo>
                    <a:pt x="436956" y="396303"/>
                  </a:lnTo>
                  <a:lnTo>
                    <a:pt x="442404" y="443369"/>
                  </a:lnTo>
                  <a:lnTo>
                    <a:pt x="442404" y="328777"/>
                  </a:lnTo>
                  <a:lnTo>
                    <a:pt x="432879" y="311277"/>
                  </a:lnTo>
                  <a:lnTo>
                    <a:pt x="403961" y="276275"/>
                  </a:lnTo>
                  <a:lnTo>
                    <a:pt x="368922" y="247383"/>
                  </a:lnTo>
                  <a:lnTo>
                    <a:pt x="351396" y="237871"/>
                  </a:lnTo>
                  <a:lnTo>
                    <a:pt x="328726" y="225552"/>
                  </a:lnTo>
                  <a:lnTo>
                    <a:pt x="284327" y="211759"/>
                  </a:lnTo>
                  <a:lnTo>
                    <a:pt x="236689" y="206946"/>
                  </a:lnTo>
                  <a:lnTo>
                    <a:pt x="189039" y="211759"/>
                  </a:lnTo>
                  <a:lnTo>
                    <a:pt x="144640" y="225552"/>
                  </a:lnTo>
                  <a:lnTo>
                    <a:pt x="104444" y="247383"/>
                  </a:lnTo>
                  <a:lnTo>
                    <a:pt x="69405" y="276275"/>
                  </a:lnTo>
                  <a:lnTo>
                    <a:pt x="40474" y="311277"/>
                  </a:lnTo>
                  <a:lnTo>
                    <a:pt x="18630" y="351434"/>
                  </a:lnTo>
                  <a:lnTo>
                    <a:pt x="4826" y="395782"/>
                  </a:lnTo>
                  <a:lnTo>
                    <a:pt x="0" y="443369"/>
                  </a:lnTo>
                  <a:lnTo>
                    <a:pt x="5334" y="493141"/>
                  </a:lnTo>
                  <a:lnTo>
                    <a:pt x="20662" y="539711"/>
                  </a:lnTo>
                  <a:lnTo>
                    <a:pt x="44983" y="581787"/>
                  </a:lnTo>
                  <a:lnTo>
                    <a:pt x="77279" y="618020"/>
                  </a:lnTo>
                  <a:lnTo>
                    <a:pt x="116586" y="647103"/>
                  </a:lnTo>
                  <a:lnTo>
                    <a:pt x="161861" y="667715"/>
                  </a:lnTo>
                  <a:lnTo>
                    <a:pt x="161861" y="715352"/>
                  </a:lnTo>
                  <a:lnTo>
                    <a:pt x="161861" y="831202"/>
                  </a:lnTo>
                  <a:lnTo>
                    <a:pt x="168795" y="838123"/>
                  </a:lnTo>
                  <a:lnTo>
                    <a:pt x="304571" y="838123"/>
                  </a:lnTo>
                  <a:lnTo>
                    <a:pt x="311505" y="831202"/>
                  </a:lnTo>
                  <a:lnTo>
                    <a:pt x="311505" y="807199"/>
                  </a:lnTo>
                  <a:lnTo>
                    <a:pt x="311505" y="785164"/>
                  </a:lnTo>
                  <a:lnTo>
                    <a:pt x="311505" y="667715"/>
                  </a:lnTo>
                  <a:lnTo>
                    <a:pt x="356781" y="647103"/>
                  </a:lnTo>
                  <a:lnTo>
                    <a:pt x="396074" y="618020"/>
                  </a:lnTo>
                  <a:lnTo>
                    <a:pt x="428383" y="581787"/>
                  </a:lnTo>
                  <a:lnTo>
                    <a:pt x="452704" y="539724"/>
                  </a:lnTo>
                  <a:lnTo>
                    <a:pt x="468033" y="493141"/>
                  </a:lnTo>
                  <a:lnTo>
                    <a:pt x="473367" y="44336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37184" y="3453865"/>
              <a:ext cx="130120" cy="12695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05889" y="3457702"/>
              <a:ext cx="130112" cy="12695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8789098" y="3761891"/>
              <a:ext cx="904240" cy="41275"/>
            </a:xfrm>
            <a:custGeom>
              <a:avLst/>
              <a:gdLst/>
              <a:ahLst/>
              <a:cxnLst/>
              <a:rect l="l" t="t" r="r" b="b"/>
              <a:pathLst>
                <a:path w="904240" h="41275">
                  <a:moveTo>
                    <a:pt x="166916" y="17183"/>
                  </a:moveTo>
                  <a:lnTo>
                    <a:pt x="159981" y="10261"/>
                  </a:lnTo>
                  <a:lnTo>
                    <a:pt x="151447" y="10261"/>
                  </a:lnTo>
                  <a:lnTo>
                    <a:pt x="6934" y="10261"/>
                  </a:lnTo>
                  <a:lnTo>
                    <a:pt x="0" y="17183"/>
                  </a:lnTo>
                  <a:lnTo>
                    <a:pt x="0" y="34251"/>
                  </a:lnTo>
                  <a:lnTo>
                    <a:pt x="6934" y="41173"/>
                  </a:lnTo>
                  <a:lnTo>
                    <a:pt x="159981" y="41173"/>
                  </a:lnTo>
                  <a:lnTo>
                    <a:pt x="166916" y="34251"/>
                  </a:lnTo>
                  <a:lnTo>
                    <a:pt x="166916" y="17183"/>
                  </a:lnTo>
                  <a:close/>
                </a:path>
                <a:path w="904240" h="41275">
                  <a:moveTo>
                    <a:pt x="903693" y="6921"/>
                  </a:moveTo>
                  <a:lnTo>
                    <a:pt x="896759" y="0"/>
                  </a:lnTo>
                  <a:lnTo>
                    <a:pt x="888212" y="0"/>
                  </a:lnTo>
                  <a:lnTo>
                    <a:pt x="743712" y="0"/>
                  </a:lnTo>
                  <a:lnTo>
                    <a:pt x="736777" y="6921"/>
                  </a:lnTo>
                  <a:lnTo>
                    <a:pt x="736777" y="23990"/>
                  </a:lnTo>
                  <a:lnTo>
                    <a:pt x="743712" y="30911"/>
                  </a:lnTo>
                  <a:lnTo>
                    <a:pt x="896759" y="30911"/>
                  </a:lnTo>
                  <a:lnTo>
                    <a:pt x="903693" y="23990"/>
                  </a:lnTo>
                  <a:lnTo>
                    <a:pt x="903693" y="6921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10649964" y="1918873"/>
            <a:ext cx="762635" cy="762635"/>
            <a:chOff x="10649964" y="1918873"/>
            <a:chExt cx="762635" cy="762635"/>
          </a:xfrm>
        </p:grpSpPr>
        <p:sp>
          <p:nvSpPr>
            <p:cNvPr id="59" name="object 59"/>
            <p:cNvSpPr/>
            <p:nvPr/>
          </p:nvSpPr>
          <p:spPr>
            <a:xfrm>
              <a:off x="10649953" y="191888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4" h="762635">
                  <a:moveTo>
                    <a:pt x="616978" y="179019"/>
                  </a:moveTo>
                  <a:lnTo>
                    <a:pt x="574141" y="153123"/>
                  </a:lnTo>
                  <a:lnTo>
                    <a:pt x="506577" y="132207"/>
                  </a:lnTo>
                  <a:lnTo>
                    <a:pt x="470027" y="129425"/>
                  </a:lnTo>
                  <a:lnTo>
                    <a:pt x="421627" y="134315"/>
                  </a:lnTo>
                  <a:lnTo>
                    <a:pt x="376529" y="148310"/>
                  </a:lnTo>
                  <a:lnTo>
                    <a:pt x="335724" y="170459"/>
                  </a:lnTo>
                  <a:lnTo>
                    <a:pt x="300189" y="199771"/>
                  </a:lnTo>
                  <a:lnTo>
                    <a:pt x="272910" y="232346"/>
                  </a:lnTo>
                  <a:lnTo>
                    <a:pt x="251650" y="269468"/>
                  </a:lnTo>
                  <a:lnTo>
                    <a:pt x="237210" y="310375"/>
                  </a:lnTo>
                  <a:lnTo>
                    <a:pt x="230327" y="354279"/>
                  </a:lnTo>
                  <a:lnTo>
                    <a:pt x="261023" y="354279"/>
                  </a:lnTo>
                  <a:lnTo>
                    <a:pt x="267233" y="316534"/>
                  </a:lnTo>
                  <a:lnTo>
                    <a:pt x="279869" y="281406"/>
                  </a:lnTo>
                  <a:lnTo>
                    <a:pt x="321830" y="221424"/>
                  </a:lnTo>
                  <a:lnTo>
                    <a:pt x="352856" y="195821"/>
                  </a:lnTo>
                  <a:lnTo>
                    <a:pt x="388442" y="176504"/>
                  </a:lnTo>
                  <a:lnTo>
                    <a:pt x="427761" y="164299"/>
                  </a:lnTo>
                  <a:lnTo>
                    <a:pt x="470001" y="160045"/>
                  </a:lnTo>
                  <a:lnTo>
                    <a:pt x="501929" y="162458"/>
                  </a:lnTo>
                  <a:lnTo>
                    <a:pt x="532320" y="169468"/>
                  </a:lnTo>
                  <a:lnTo>
                    <a:pt x="560844" y="180708"/>
                  </a:lnTo>
                  <a:lnTo>
                    <a:pt x="587159" y="195821"/>
                  </a:lnTo>
                  <a:lnTo>
                    <a:pt x="599846" y="204393"/>
                  </a:lnTo>
                  <a:lnTo>
                    <a:pt x="616978" y="179019"/>
                  </a:lnTo>
                  <a:close/>
                </a:path>
                <a:path w="762634" h="762635">
                  <a:moveTo>
                    <a:pt x="762088" y="381038"/>
                  </a:moveTo>
                  <a:lnTo>
                    <a:pt x="758621" y="329349"/>
                  </a:lnTo>
                  <a:lnTo>
                    <a:pt x="748487" y="279755"/>
                  </a:lnTo>
                  <a:lnTo>
                    <a:pt x="732142" y="232727"/>
                  </a:lnTo>
                  <a:lnTo>
                    <a:pt x="731481" y="231419"/>
                  </a:lnTo>
                  <a:lnTo>
                    <a:pt x="731481" y="381038"/>
                  </a:lnTo>
                  <a:lnTo>
                    <a:pt x="728281" y="428612"/>
                  </a:lnTo>
                  <a:lnTo>
                    <a:pt x="718959" y="474218"/>
                  </a:lnTo>
                  <a:lnTo>
                    <a:pt x="703948" y="517448"/>
                  </a:lnTo>
                  <a:lnTo>
                    <a:pt x="683641" y="557898"/>
                  </a:lnTo>
                  <a:lnTo>
                    <a:pt x="658469" y="595160"/>
                  </a:lnTo>
                  <a:lnTo>
                    <a:pt x="628840" y="628827"/>
                  </a:lnTo>
                  <a:lnTo>
                    <a:pt x="595172" y="658456"/>
                  </a:lnTo>
                  <a:lnTo>
                    <a:pt x="557911" y="683641"/>
                  </a:lnTo>
                  <a:lnTo>
                    <a:pt x="517461" y="703935"/>
                  </a:lnTo>
                  <a:lnTo>
                    <a:pt x="474218" y="718959"/>
                  </a:lnTo>
                  <a:lnTo>
                    <a:pt x="428625" y="728268"/>
                  </a:lnTo>
                  <a:lnTo>
                    <a:pt x="381050" y="731469"/>
                  </a:lnTo>
                  <a:lnTo>
                    <a:pt x="333489" y="728268"/>
                  </a:lnTo>
                  <a:lnTo>
                    <a:pt x="287883" y="718959"/>
                  </a:lnTo>
                  <a:lnTo>
                    <a:pt x="244652" y="703935"/>
                  </a:lnTo>
                  <a:lnTo>
                    <a:pt x="204190" y="683641"/>
                  </a:lnTo>
                  <a:lnTo>
                    <a:pt x="166928" y="658456"/>
                  </a:lnTo>
                  <a:lnTo>
                    <a:pt x="133261" y="628827"/>
                  </a:lnTo>
                  <a:lnTo>
                    <a:pt x="103632" y="595160"/>
                  </a:lnTo>
                  <a:lnTo>
                    <a:pt x="78460" y="557898"/>
                  </a:lnTo>
                  <a:lnTo>
                    <a:pt x="58153" y="517448"/>
                  </a:lnTo>
                  <a:lnTo>
                    <a:pt x="43141" y="474205"/>
                  </a:lnTo>
                  <a:lnTo>
                    <a:pt x="33820" y="428612"/>
                  </a:lnTo>
                  <a:lnTo>
                    <a:pt x="30619" y="381038"/>
                  </a:lnTo>
                  <a:lnTo>
                    <a:pt x="33832" y="333476"/>
                  </a:lnTo>
                  <a:lnTo>
                    <a:pt x="43141" y="287870"/>
                  </a:lnTo>
                  <a:lnTo>
                    <a:pt x="58153" y="244640"/>
                  </a:lnTo>
                  <a:lnTo>
                    <a:pt x="78460" y="204177"/>
                  </a:lnTo>
                  <a:lnTo>
                    <a:pt x="103632" y="166916"/>
                  </a:lnTo>
                  <a:lnTo>
                    <a:pt x="133261" y="133248"/>
                  </a:lnTo>
                  <a:lnTo>
                    <a:pt x="166928" y="103619"/>
                  </a:lnTo>
                  <a:lnTo>
                    <a:pt x="204190" y="78447"/>
                  </a:lnTo>
                  <a:lnTo>
                    <a:pt x="244652" y="58140"/>
                  </a:lnTo>
                  <a:lnTo>
                    <a:pt x="287883" y="43129"/>
                  </a:lnTo>
                  <a:lnTo>
                    <a:pt x="333489" y="33820"/>
                  </a:lnTo>
                  <a:lnTo>
                    <a:pt x="381050" y="30619"/>
                  </a:lnTo>
                  <a:lnTo>
                    <a:pt x="428625" y="33820"/>
                  </a:lnTo>
                  <a:lnTo>
                    <a:pt x="474218" y="43129"/>
                  </a:lnTo>
                  <a:lnTo>
                    <a:pt x="517461" y="58140"/>
                  </a:lnTo>
                  <a:lnTo>
                    <a:pt x="557911" y="78447"/>
                  </a:lnTo>
                  <a:lnTo>
                    <a:pt x="595172" y="103619"/>
                  </a:lnTo>
                  <a:lnTo>
                    <a:pt x="628840" y="133248"/>
                  </a:lnTo>
                  <a:lnTo>
                    <a:pt x="658469" y="166916"/>
                  </a:lnTo>
                  <a:lnTo>
                    <a:pt x="683653" y="204190"/>
                  </a:lnTo>
                  <a:lnTo>
                    <a:pt x="703948" y="244640"/>
                  </a:lnTo>
                  <a:lnTo>
                    <a:pt x="718972" y="287870"/>
                  </a:lnTo>
                  <a:lnTo>
                    <a:pt x="728281" y="333476"/>
                  </a:lnTo>
                  <a:lnTo>
                    <a:pt x="731481" y="381038"/>
                  </a:lnTo>
                  <a:lnTo>
                    <a:pt x="731481" y="231419"/>
                  </a:lnTo>
                  <a:lnTo>
                    <a:pt x="710069" y="188709"/>
                  </a:lnTo>
                  <a:lnTo>
                    <a:pt x="682688" y="148183"/>
                  </a:lnTo>
                  <a:lnTo>
                    <a:pt x="650494" y="111607"/>
                  </a:lnTo>
                  <a:lnTo>
                    <a:pt x="613918" y="79400"/>
                  </a:lnTo>
                  <a:lnTo>
                    <a:pt x="573392" y="52031"/>
                  </a:lnTo>
                  <a:lnTo>
                    <a:pt x="529386" y="29959"/>
                  </a:lnTo>
                  <a:lnTo>
                    <a:pt x="482358" y="13614"/>
                  </a:lnTo>
                  <a:lnTo>
                    <a:pt x="432765" y="3479"/>
                  </a:lnTo>
                  <a:lnTo>
                    <a:pt x="381076" y="0"/>
                  </a:lnTo>
                  <a:lnTo>
                    <a:pt x="329361" y="3479"/>
                  </a:lnTo>
                  <a:lnTo>
                    <a:pt x="279768" y="13614"/>
                  </a:lnTo>
                  <a:lnTo>
                    <a:pt x="232727" y="29946"/>
                  </a:lnTo>
                  <a:lnTo>
                    <a:pt x="188722" y="52031"/>
                  </a:lnTo>
                  <a:lnTo>
                    <a:pt x="148196" y="79400"/>
                  </a:lnTo>
                  <a:lnTo>
                    <a:pt x="111607" y="111607"/>
                  </a:lnTo>
                  <a:lnTo>
                    <a:pt x="79413" y="148183"/>
                  </a:lnTo>
                  <a:lnTo>
                    <a:pt x="52031" y="188709"/>
                  </a:lnTo>
                  <a:lnTo>
                    <a:pt x="29959" y="232727"/>
                  </a:lnTo>
                  <a:lnTo>
                    <a:pt x="13614" y="279755"/>
                  </a:lnTo>
                  <a:lnTo>
                    <a:pt x="3479" y="329349"/>
                  </a:lnTo>
                  <a:lnTo>
                    <a:pt x="0" y="381038"/>
                  </a:lnTo>
                  <a:lnTo>
                    <a:pt x="3479" y="432739"/>
                  </a:lnTo>
                  <a:lnTo>
                    <a:pt x="13614" y="482333"/>
                  </a:lnTo>
                  <a:lnTo>
                    <a:pt x="29959" y="529361"/>
                  </a:lnTo>
                  <a:lnTo>
                    <a:pt x="52031" y="573379"/>
                  </a:lnTo>
                  <a:lnTo>
                    <a:pt x="79413" y="613905"/>
                  </a:lnTo>
                  <a:lnTo>
                    <a:pt x="111607" y="650481"/>
                  </a:lnTo>
                  <a:lnTo>
                    <a:pt x="148183" y="682675"/>
                  </a:lnTo>
                  <a:lnTo>
                    <a:pt x="188709" y="710057"/>
                  </a:lnTo>
                  <a:lnTo>
                    <a:pt x="232714" y="732129"/>
                  </a:lnTo>
                  <a:lnTo>
                    <a:pt x="279742" y="748474"/>
                  </a:lnTo>
                  <a:lnTo>
                    <a:pt x="329336" y="758609"/>
                  </a:lnTo>
                  <a:lnTo>
                    <a:pt x="381025" y="762088"/>
                  </a:lnTo>
                  <a:lnTo>
                    <a:pt x="432739" y="758609"/>
                  </a:lnTo>
                  <a:lnTo>
                    <a:pt x="482333" y="748474"/>
                  </a:lnTo>
                  <a:lnTo>
                    <a:pt x="529374" y="732142"/>
                  </a:lnTo>
                  <a:lnTo>
                    <a:pt x="573379" y="710057"/>
                  </a:lnTo>
                  <a:lnTo>
                    <a:pt x="613905" y="682688"/>
                  </a:lnTo>
                  <a:lnTo>
                    <a:pt x="650494" y="650481"/>
                  </a:lnTo>
                  <a:lnTo>
                    <a:pt x="682688" y="613905"/>
                  </a:lnTo>
                  <a:lnTo>
                    <a:pt x="710069" y="573379"/>
                  </a:lnTo>
                  <a:lnTo>
                    <a:pt x="732142" y="529361"/>
                  </a:lnTo>
                  <a:lnTo>
                    <a:pt x="748487" y="482333"/>
                  </a:lnTo>
                  <a:lnTo>
                    <a:pt x="758621" y="432739"/>
                  </a:lnTo>
                  <a:lnTo>
                    <a:pt x="762088" y="381038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07602" y="2273156"/>
              <a:ext cx="175018" cy="15448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795075" y="2326676"/>
              <a:ext cx="386715" cy="225425"/>
            </a:xfrm>
            <a:custGeom>
              <a:avLst/>
              <a:gdLst/>
              <a:ahLst/>
              <a:cxnLst/>
              <a:rect l="l" t="t" r="r" b="b"/>
              <a:pathLst>
                <a:path w="386715" h="225425">
                  <a:moveTo>
                    <a:pt x="146953" y="224849"/>
                  </a:moveTo>
                  <a:lnTo>
                    <a:pt x="75559" y="214045"/>
                  </a:lnTo>
                  <a:lnTo>
                    <a:pt x="12692" y="183828"/>
                  </a:lnTo>
                  <a:lnTo>
                    <a:pt x="0" y="175256"/>
                  </a:lnTo>
                  <a:lnTo>
                    <a:pt x="17141" y="149886"/>
                  </a:lnTo>
                  <a:lnTo>
                    <a:pt x="29827" y="158458"/>
                  </a:lnTo>
                  <a:lnTo>
                    <a:pt x="56140" y="173581"/>
                  </a:lnTo>
                  <a:lnTo>
                    <a:pt x="84659" y="184819"/>
                  </a:lnTo>
                  <a:lnTo>
                    <a:pt x="115049" y="191822"/>
                  </a:lnTo>
                  <a:lnTo>
                    <a:pt x="146978" y="194238"/>
                  </a:lnTo>
                  <a:lnTo>
                    <a:pt x="189221" y="189980"/>
                  </a:lnTo>
                  <a:lnTo>
                    <a:pt x="228541" y="177775"/>
                  </a:lnTo>
                  <a:lnTo>
                    <a:pt x="264122" y="158459"/>
                  </a:lnTo>
                  <a:lnTo>
                    <a:pt x="295150" y="132864"/>
                  </a:lnTo>
                  <a:lnTo>
                    <a:pt x="337124" y="72880"/>
                  </a:lnTo>
                  <a:lnTo>
                    <a:pt x="355972" y="0"/>
                  </a:lnTo>
                  <a:lnTo>
                    <a:pt x="386660" y="0"/>
                  </a:lnTo>
                  <a:lnTo>
                    <a:pt x="379781" y="43903"/>
                  </a:lnTo>
                  <a:lnTo>
                    <a:pt x="365334" y="84808"/>
                  </a:lnTo>
                  <a:lnTo>
                    <a:pt x="344085" y="121935"/>
                  </a:lnTo>
                  <a:lnTo>
                    <a:pt x="316797" y="154506"/>
                  </a:lnTo>
                  <a:lnTo>
                    <a:pt x="281265" y="183823"/>
                  </a:lnTo>
                  <a:lnTo>
                    <a:pt x="240455" y="205969"/>
                  </a:lnTo>
                  <a:lnTo>
                    <a:pt x="195361" y="219970"/>
                  </a:lnTo>
                  <a:lnTo>
                    <a:pt x="146953" y="22484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079391" y="2172182"/>
              <a:ext cx="175030" cy="154494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814071" y="1919028"/>
            <a:ext cx="922488" cy="762038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12408188" y="1918785"/>
            <a:ext cx="834390" cy="762000"/>
            <a:chOff x="12408188" y="1918785"/>
            <a:chExt cx="834390" cy="762000"/>
          </a:xfrm>
        </p:grpSpPr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736622" y="2497878"/>
              <a:ext cx="184275" cy="182821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2408179" y="1918791"/>
              <a:ext cx="834390" cy="604520"/>
            </a:xfrm>
            <a:custGeom>
              <a:avLst/>
              <a:gdLst/>
              <a:ahLst/>
              <a:cxnLst/>
              <a:rect l="l" t="t" r="r" b="b"/>
              <a:pathLst>
                <a:path w="834390" h="604519">
                  <a:moveTo>
                    <a:pt x="583526" y="591096"/>
                  </a:moveTo>
                  <a:lnTo>
                    <a:pt x="564743" y="556704"/>
                  </a:lnTo>
                  <a:lnTo>
                    <a:pt x="532282" y="520649"/>
                  </a:lnTo>
                  <a:lnTo>
                    <a:pt x="491007" y="494550"/>
                  </a:lnTo>
                  <a:lnTo>
                    <a:pt x="442988" y="480504"/>
                  </a:lnTo>
                  <a:lnTo>
                    <a:pt x="417144" y="478650"/>
                  </a:lnTo>
                  <a:lnTo>
                    <a:pt x="391198" y="480504"/>
                  </a:lnTo>
                  <a:lnTo>
                    <a:pt x="343052" y="494639"/>
                  </a:lnTo>
                  <a:lnTo>
                    <a:pt x="301701" y="520877"/>
                  </a:lnTo>
                  <a:lnTo>
                    <a:pt x="269240" y="557110"/>
                  </a:lnTo>
                  <a:lnTo>
                    <a:pt x="250532" y="591629"/>
                  </a:lnTo>
                  <a:lnTo>
                    <a:pt x="277291" y="604456"/>
                  </a:lnTo>
                  <a:lnTo>
                    <a:pt x="283768" y="591185"/>
                  </a:lnTo>
                  <a:lnTo>
                    <a:pt x="293966" y="573506"/>
                  </a:lnTo>
                  <a:lnTo>
                    <a:pt x="321017" y="543306"/>
                  </a:lnTo>
                  <a:lnTo>
                    <a:pt x="355460" y="521462"/>
                  </a:lnTo>
                  <a:lnTo>
                    <a:pt x="395503" y="509701"/>
                  </a:lnTo>
                  <a:lnTo>
                    <a:pt x="417118" y="508152"/>
                  </a:lnTo>
                  <a:lnTo>
                    <a:pt x="438683" y="509701"/>
                  </a:lnTo>
                  <a:lnTo>
                    <a:pt x="478637" y="521385"/>
                  </a:lnTo>
                  <a:lnTo>
                    <a:pt x="513016" y="543115"/>
                  </a:lnTo>
                  <a:lnTo>
                    <a:pt x="540067" y="573163"/>
                  </a:lnTo>
                  <a:lnTo>
                    <a:pt x="556793" y="604012"/>
                  </a:lnTo>
                  <a:lnTo>
                    <a:pt x="583526" y="591096"/>
                  </a:lnTo>
                  <a:close/>
                </a:path>
                <a:path w="834390" h="604519">
                  <a:moveTo>
                    <a:pt x="642035" y="488594"/>
                  </a:moveTo>
                  <a:lnTo>
                    <a:pt x="613791" y="452856"/>
                  </a:lnTo>
                  <a:lnTo>
                    <a:pt x="567105" y="412750"/>
                  </a:lnTo>
                  <a:lnTo>
                    <a:pt x="511873" y="384149"/>
                  </a:lnTo>
                  <a:lnTo>
                    <a:pt x="449986" y="368947"/>
                  </a:lnTo>
                  <a:lnTo>
                    <a:pt x="417169" y="366966"/>
                  </a:lnTo>
                  <a:lnTo>
                    <a:pt x="384225" y="368947"/>
                  </a:lnTo>
                  <a:lnTo>
                    <a:pt x="322211" y="384225"/>
                  </a:lnTo>
                  <a:lnTo>
                    <a:pt x="266890" y="412940"/>
                  </a:lnTo>
                  <a:lnTo>
                    <a:pt x="220192" y="453199"/>
                  </a:lnTo>
                  <a:lnTo>
                    <a:pt x="191973" y="489051"/>
                  </a:lnTo>
                  <a:lnTo>
                    <a:pt x="216103" y="506285"/>
                  </a:lnTo>
                  <a:lnTo>
                    <a:pt x="224802" y="494309"/>
                  </a:lnTo>
                  <a:lnTo>
                    <a:pt x="242163" y="473087"/>
                  </a:lnTo>
                  <a:lnTo>
                    <a:pt x="283679" y="437286"/>
                  </a:lnTo>
                  <a:lnTo>
                    <a:pt x="332803" y="411784"/>
                  </a:lnTo>
                  <a:lnTo>
                    <a:pt x="387870" y="398233"/>
                  </a:lnTo>
                  <a:lnTo>
                    <a:pt x="417131" y="396455"/>
                  </a:lnTo>
                  <a:lnTo>
                    <a:pt x="446328" y="398221"/>
                  </a:lnTo>
                  <a:lnTo>
                    <a:pt x="501294" y="411721"/>
                  </a:lnTo>
                  <a:lnTo>
                    <a:pt x="550367" y="437121"/>
                  </a:lnTo>
                  <a:lnTo>
                    <a:pt x="591858" y="472782"/>
                  </a:lnTo>
                  <a:lnTo>
                    <a:pt x="617943" y="505879"/>
                  </a:lnTo>
                  <a:lnTo>
                    <a:pt x="642035" y="488594"/>
                  </a:lnTo>
                  <a:close/>
                </a:path>
                <a:path w="834390" h="604519">
                  <a:moveTo>
                    <a:pt x="704710" y="377939"/>
                  </a:moveTo>
                  <a:lnTo>
                    <a:pt x="656513" y="334797"/>
                  </a:lnTo>
                  <a:lnTo>
                    <a:pt x="614832" y="306971"/>
                  </a:lnTo>
                  <a:lnTo>
                    <a:pt x="569582" y="284530"/>
                  </a:lnTo>
                  <a:lnTo>
                    <a:pt x="521233" y="267931"/>
                  </a:lnTo>
                  <a:lnTo>
                    <a:pt x="470268" y="257632"/>
                  </a:lnTo>
                  <a:lnTo>
                    <a:pt x="417156" y="254088"/>
                  </a:lnTo>
                  <a:lnTo>
                    <a:pt x="363931" y="257632"/>
                  </a:lnTo>
                  <a:lnTo>
                    <a:pt x="312902" y="267970"/>
                  </a:lnTo>
                  <a:lnTo>
                    <a:pt x="264490" y="284619"/>
                  </a:lnTo>
                  <a:lnTo>
                    <a:pt x="219176" y="307136"/>
                  </a:lnTo>
                  <a:lnTo>
                    <a:pt x="177444" y="335038"/>
                  </a:lnTo>
                  <a:lnTo>
                    <a:pt x="139763" y="367868"/>
                  </a:lnTo>
                  <a:lnTo>
                    <a:pt x="129222" y="378294"/>
                  </a:lnTo>
                  <a:lnTo>
                    <a:pt x="150228" y="399173"/>
                  </a:lnTo>
                  <a:lnTo>
                    <a:pt x="160756" y="388759"/>
                  </a:lnTo>
                  <a:lnTo>
                    <a:pt x="195618" y="358394"/>
                  </a:lnTo>
                  <a:lnTo>
                    <a:pt x="234188" y="332600"/>
                  </a:lnTo>
                  <a:lnTo>
                    <a:pt x="276047" y="311797"/>
                  </a:lnTo>
                  <a:lnTo>
                    <a:pt x="320763" y="296418"/>
                  </a:lnTo>
                  <a:lnTo>
                    <a:pt x="367931" y="286867"/>
                  </a:lnTo>
                  <a:lnTo>
                    <a:pt x="417118" y="283591"/>
                  </a:lnTo>
                  <a:lnTo>
                    <a:pt x="466255" y="286854"/>
                  </a:lnTo>
                  <a:lnTo>
                    <a:pt x="513359" y="296367"/>
                  </a:lnTo>
                  <a:lnTo>
                    <a:pt x="558025" y="311708"/>
                  </a:lnTo>
                  <a:lnTo>
                    <a:pt x="599833" y="332447"/>
                  </a:lnTo>
                  <a:lnTo>
                    <a:pt x="638365" y="358165"/>
                  </a:lnTo>
                  <a:lnTo>
                    <a:pt x="673201" y="388454"/>
                  </a:lnTo>
                  <a:lnTo>
                    <a:pt x="683729" y="398856"/>
                  </a:lnTo>
                  <a:lnTo>
                    <a:pt x="704710" y="377939"/>
                  </a:lnTo>
                  <a:close/>
                </a:path>
                <a:path w="834390" h="604519">
                  <a:moveTo>
                    <a:pt x="768019" y="267601"/>
                  </a:moveTo>
                  <a:lnTo>
                    <a:pt x="716114" y="226402"/>
                  </a:lnTo>
                  <a:lnTo>
                    <a:pt x="672350" y="198920"/>
                  </a:lnTo>
                  <a:lnTo>
                    <a:pt x="625754" y="175793"/>
                  </a:lnTo>
                  <a:lnTo>
                    <a:pt x="576656" y="157302"/>
                  </a:lnTo>
                  <a:lnTo>
                    <a:pt x="525322" y="143738"/>
                  </a:lnTo>
                  <a:lnTo>
                    <a:pt x="472059" y="135394"/>
                  </a:lnTo>
                  <a:lnTo>
                    <a:pt x="417156" y="132549"/>
                  </a:lnTo>
                  <a:lnTo>
                    <a:pt x="362153" y="135394"/>
                  </a:lnTo>
                  <a:lnTo>
                    <a:pt x="308825" y="143764"/>
                  </a:lnTo>
                  <a:lnTo>
                    <a:pt x="257429" y="157365"/>
                  </a:lnTo>
                  <a:lnTo>
                    <a:pt x="208280" y="175895"/>
                  </a:lnTo>
                  <a:lnTo>
                    <a:pt x="161645" y="199085"/>
                  </a:lnTo>
                  <a:lnTo>
                    <a:pt x="117843" y="226631"/>
                  </a:lnTo>
                  <a:lnTo>
                    <a:pt x="77152" y="258254"/>
                  </a:lnTo>
                  <a:lnTo>
                    <a:pt x="65913" y="267906"/>
                  </a:lnTo>
                  <a:lnTo>
                    <a:pt x="85394" y="290207"/>
                  </a:lnTo>
                  <a:lnTo>
                    <a:pt x="96621" y="280543"/>
                  </a:lnTo>
                  <a:lnTo>
                    <a:pt x="135001" y="250723"/>
                  </a:lnTo>
                  <a:lnTo>
                    <a:pt x="176288" y="224764"/>
                  </a:lnTo>
                  <a:lnTo>
                    <a:pt x="220230" y="202907"/>
                  </a:lnTo>
                  <a:lnTo>
                    <a:pt x="266560" y="185432"/>
                  </a:lnTo>
                  <a:lnTo>
                    <a:pt x="314998" y="172618"/>
                  </a:lnTo>
                  <a:lnTo>
                    <a:pt x="365264" y="164731"/>
                  </a:lnTo>
                  <a:lnTo>
                    <a:pt x="417118" y="162039"/>
                  </a:lnTo>
                  <a:lnTo>
                    <a:pt x="468909" y="164731"/>
                  </a:lnTo>
                  <a:lnTo>
                    <a:pt x="519137" y="172593"/>
                  </a:lnTo>
                  <a:lnTo>
                    <a:pt x="567524" y="185381"/>
                  </a:lnTo>
                  <a:lnTo>
                    <a:pt x="613803" y="202806"/>
                  </a:lnTo>
                  <a:lnTo>
                    <a:pt x="657707" y="224599"/>
                  </a:lnTo>
                  <a:lnTo>
                    <a:pt x="698969" y="250507"/>
                  </a:lnTo>
                  <a:lnTo>
                    <a:pt x="737323" y="280263"/>
                  </a:lnTo>
                  <a:lnTo>
                    <a:pt x="748576" y="289915"/>
                  </a:lnTo>
                  <a:lnTo>
                    <a:pt x="768019" y="267601"/>
                  </a:lnTo>
                  <a:close/>
                </a:path>
                <a:path w="834390" h="604519">
                  <a:moveTo>
                    <a:pt x="833932" y="153809"/>
                  </a:moveTo>
                  <a:lnTo>
                    <a:pt x="784644" y="115722"/>
                  </a:lnTo>
                  <a:lnTo>
                    <a:pt x="744664" y="89827"/>
                  </a:lnTo>
                  <a:lnTo>
                    <a:pt x="702665" y="66903"/>
                  </a:lnTo>
                  <a:lnTo>
                    <a:pt x="658825" y="47091"/>
                  </a:lnTo>
                  <a:lnTo>
                    <a:pt x="613283" y="30543"/>
                  </a:lnTo>
                  <a:lnTo>
                    <a:pt x="566178" y="17399"/>
                  </a:lnTo>
                  <a:lnTo>
                    <a:pt x="517690" y="7835"/>
                  </a:lnTo>
                  <a:lnTo>
                    <a:pt x="467969" y="1981"/>
                  </a:lnTo>
                  <a:lnTo>
                    <a:pt x="417156" y="0"/>
                  </a:lnTo>
                  <a:lnTo>
                    <a:pt x="366255" y="1981"/>
                  </a:lnTo>
                  <a:lnTo>
                    <a:pt x="316484" y="7848"/>
                  </a:lnTo>
                  <a:lnTo>
                    <a:pt x="267957" y="17424"/>
                  </a:lnTo>
                  <a:lnTo>
                    <a:pt x="220814" y="30581"/>
                  </a:lnTo>
                  <a:lnTo>
                    <a:pt x="175234" y="47167"/>
                  </a:lnTo>
                  <a:lnTo>
                    <a:pt x="131356" y="67017"/>
                  </a:lnTo>
                  <a:lnTo>
                    <a:pt x="89319" y="90004"/>
                  </a:lnTo>
                  <a:lnTo>
                    <a:pt x="49314" y="115951"/>
                  </a:lnTo>
                  <a:lnTo>
                    <a:pt x="11468" y="144716"/>
                  </a:lnTo>
                  <a:lnTo>
                    <a:pt x="0" y="154114"/>
                  </a:lnTo>
                  <a:lnTo>
                    <a:pt x="18948" y="176860"/>
                  </a:lnTo>
                  <a:lnTo>
                    <a:pt x="30416" y="167462"/>
                  </a:lnTo>
                  <a:lnTo>
                    <a:pt x="71170" y="136779"/>
                  </a:lnTo>
                  <a:lnTo>
                    <a:pt x="114490" y="109537"/>
                  </a:lnTo>
                  <a:lnTo>
                    <a:pt x="160185" y="85928"/>
                  </a:lnTo>
                  <a:lnTo>
                    <a:pt x="208051" y="66154"/>
                  </a:lnTo>
                  <a:lnTo>
                    <a:pt x="257886" y="50419"/>
                  </a:lnTo>
                  <a:lnTo>
                    <a:pt x="309473" y="38938"/>
                  </a:lnTo>
                  <a:lnTo>
                    <a:pt x="362610" y="31889"/>
                  </a:lnTo>
                  <a:lnTo>
                    <a:pt x="417118" y="29502"/>
                  </a:lnTo>
                  <a:lnTo>
                    <a:pt x="471576" y="31889"/>
                  </a:lnTo>
                  <a:lnTo>
                    <a:pt x="524687" y="38925"/>
                  </a:lnTo>
                  <a:lnTo>
                    <a:pt x="576224" y="50393"/>
                  </a:lnTo>
                  <a:lnTo>
                    <a:pt x="626021" y="66090"/>
                  </a:lnTo>
                  <a:lnTo>
                    <a:pt x="673849" y="85813"/>
                  </a:lnTo>
                  <a:lnTo>
                    <a:pt x="719505" y="109385"/>
                  </a:lnTo>
                  <a:lnTo>
                    <a:pt x="762800" y="136563"/>
                  </a:lnTo>
                  <a:lnTo>
                    <a:pt x="803529" y="167170"/>
                  </a:lnTo>
                  <a:lnTo>
                    <a:pt x="814997" y="176555"/>
                  </a:lnTo>
                  <a:lnTo>
                    <a:pt x="833932" y="153809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/>
          <p:nvPr/>
        </p:nvSpPr>
        <p:spPr>
          <a:xfrm>
            <a:off x="14341552" y="2113990"/>
            <a:ext cx="391160" cy="567055"/>
          </a:xfrm>
          <a:custGeom>
            <a:avLst/>
            <a:gdLst/>
            <a:ahLst/>
            <a:cxnLst/>
            <a:rect l="l" t="t" r="r" b="b"/>
            <a:pathLst>
              <a:path w="391159" h="567055">
                <a:moveTo>
                  <a:pt x="390753" y="372325"/>
                </a:moveTo>
                <a:lnTo>
                  <a:pt x="383717" y="325348"/>
                </a:lnTo>
                <a:lnTo>
                  <a:pt x="369519" y="285127"/>
                </a:lnTo>
                <a:lnTo>
                  <a:pt x="361937" y="268490"/>
                </a:lnTo>
                <a:lnTo>
                  <a:pt x="361937" y="372325"/>
                </a:lnTo>
                <a:lnTo>
                  <a:pt x="358559" y="405739"/>
                </a:lnTo>
                <a:lnTo>
                  <a:pt x="333514" y="464972"/>
                </a:lnTo>
                <a:lnTo>
                  <a:pt x="288493" y="509778"/>
                </a:lnTo>
                <a:lnTo>
                  <a:pt x="242900" y="530402"/>
                </a:lnTo>
                <a:lnTo>
                  <a:pt x="244322" y="527900"/>
                </a:lnTo>
                <a:lnTo>
                  <a:pt x="248488" y="519264"/>
                </a:lnTo>
                <a:lnTo>
                  <a:pt x="263525" y="472528"/>
                </a:lnTo>
                <a:lnTo>
                  <a:pt x="272199" y="415086"/>
                </a:lnTo>
                <a:lnTo>
                  <a:pt x="273951" y="372389"/>
                </a:lnTo>
                <a:lnTo>
                  <a:pt x="272846" y="343027"/>
                </a:lnTo>
                <a:lnTo>
                  <a:pt x="265455" y="280695"/>
                </a:lnTo>
                <a:lnTo>
                  <a:pt x="253974" y="218414"/>
                </a:lnTo>
                <a:lnTo>
                  <a:pt x="245084" y="177444"/>
                </a:lnTo>
                <a:lnTo>
                  <a:pt x="245084" y="372300"/>
                </a:lnTo>
                <a:lnTo>
                  <a:pt x="244767" y="390207"/>
                </a:lnTo>
                <a:lnTo>
                  <a:pt x="240207" y="440283"/>
                </a:lnTo>
                <a:lnTo>
                  <a:pt x="231025" y="482828"/>
                </a:lnTo>
                <a:lnTo>
                  <a:pt x="211620" y="526046"/>
                </a:lnTo>
                <a:lnTo>
                  <a:pt x="195707" y="538060"/>
                </a:lnTo>
                <a:lnTo>
                  <a:pt x="195008" y="538048"/>
                </a:lnTo>
                <a:lnTo>
                  <a:pt x="168757" y="507492"/>
                </a:lnTo>
                <a:lnTo>
                  <a:pt x="155511" y="466090"/>
                </a:lnTo>
                <a:lnTo>
                  <a:pt x="147472" y="412597"/>
                </a:lnTo>
                <a:lnTo>
                  <a:pt x="145808" y="372389"/>
                </a:lnTo>
                <a:lnTo>
                  <a:pt x="146837" y="344982"/>
                </a:lnTo>
                <a:lnTo>
                  <a:pt x="153949" y="285064"/>
                </a:lnTo>
                <a:lnTo>
                  <a:pt x="165188" y="224116"/>
                </a:lnTo>
                <a:lnTo>
                  <a:pt x="177253" y="168960"/>
                </a:lnTo>
                <a:lnTo>
                  <a:pt x="183299" y="142430"/>
                </a:lnTo>
                <a:lnTo>
                  <a:pt x="183616" y="139331"/>
                </a:lnTo>
                <a:lnTo>
                  <a:pt x="184086" y="132575"/>
                </a:lnTo>
                <a:lnTo>
                  <a:pt x="184150" y="118783"/>
                </a:lnTo>
                <a:lnTo>
                  <a:pt x="183362" y="99301"/>
                </a:lnTo>
                <a:lnTo>
                  <a:pt x="183045" y="93560"/>
                </a:lnTo>
                <a:lnTo>
                  <a:pt x="182753" y="84048"/>
                </a:lnTo>
                <a:lnTo>
                  <a:pt x="184035" y="45770"/>
                </a:lnTo>
                <a:lnTo>
                  <a:pt x="195402" y="28765"/>
                </a:lnTo>
                <a:lnTo>
                  <a:pt x="197523" y="28829"/>
                </a:lnTo>
                <a:lnTo>
                  <a:pt x="208330" y="61633"/>
                </a:lnTo>
                <a:lnTo>
                  <a:pt x="208318" y="77673"/>
                </a:lnTo>
                <a:lnTo>
                  <a:pt x="208191" y="82981"/>
                </a:lnTo>
                <a:lnTo>
                  <a:pt x="207873" y="93560"/>
                </a:lnTo>
                <a:lnTo>
                  <a:pt x="207556" y="99301"/>
                </a:lnTo>
                <a:lnTo>
                  <a:pt x="207035" y="111950"/>
                </a:lnTo>
                <a:lnTo>
                  <a:pt x="206781" y="118783"/>
                </a:lnTo>
                <a:lnTo>
                  <a:pt x="206870" y="132575"/>
                </a:lnTo>
                <a:lnTo>
                  <a:pt x="207302" y="139331"/>
                </a:lnTo>
                <a:lnTo>
                  <a:pt x="207606" y="142405"/>
                </a:lnTo>
                <a:lnTo>
                  <a:pt x="208318" y="145592"/>
                </a:lnTo>
                <a:lnTo>
                  <a:pt x="219583" y="195402"/>
                </a:lnTo>
                <a:lnTo>
                  <a:pt x="231635" y="254292"/>
                </a:lnTo>
                <a:lnTo>
                  <a:pt x="241223" y="315595"/>
                </a:lnTo>
                <a:lnTo>
                  <a:pt x="245084" y="372300"/>
                </a:lnTo>
                <a:lnTo>
                  <a:pt x="245084" y="177444"/>
                </a:lnTo>
                <a:lnTo>
                  <a:pt x="241769" y="162674"/>
                </a:lnTo>
                <a:lnTo>
                  <a:pt x="237896" y="145656"/>
                </a:lnTo>
                <a:lnTo>
                  <a:pt x="236448" y="139331"/>
                </a:lnTo>
                <a:lnTo>
                  <a:pt x="223075" y="142278"/>
                </a:lnTo>
                <a:lnTo>
                  <a:pt x="236486" y="139268"/>
                </a:lnTo>
                <a:lnTo>
                  <a:pt x="236321" y="138557"/>
                </a:lnTo>
                <a:lnTo>
                  <a:pt x="236029" y="136575"/>
                </a:lnTo>
                <a:lnTo>
                  <a:pt x="235775" y="132575"/>
                </a:lnTo>
                <a:lnTo>
                  <a:pt x="235673" y="118783"/>
                </a:lnTo>
                <a:lnTo>
                  <a:pt x="235877" y="113017"/>
                </a:lnTo>
                <a:lnTo>
                  <a:pt x="236397" y="100711"/>
                </a:lnTo>
                <a:lnTo>
                  <a:pt x="236715" y="94996"/>
                </a:lnTo>
                <a:lnTo>
                  <a:pt x="237185" y="77673"/>
                </a:lnTo>
                <a:lnTo>
                  <a:pt x="237185" y="61633"/>
                </a:lnTo>
                <a:lnTo>
                  <a:pt x="236943" y="54190"/>
                </a:lnTo>
                <a:lnTo>
                  <a:pt x="235470" y="40982"/>
                </a:lnTo>
                <a:lnTo>
                  <a:pt x="234518" y="35521"/>
                </a:lnTo>
                <a:lnTo>
                  <a:pt x="233832" y="33197"/>
                </a:lnTo>
                <a:lnTo>
                  <a:pt x="237807" y="34251"/>
                </a:lnTo>
                <a:lnTo>
                  <a:pt x="258013" y="63804"/>
                </a:lnTo>
                <a:lnTo>
                  <a:pt x="257949" y="78066"/>
                </a:lnTo>
                <a:lnTo>
                  <a:pt x="257670" y="82346"/>
                </a:lnTo>
                <a:lnTo>
                  <a:pt x="256832" y="92329"/>
                </a:lnTo>
                <a:lnTo>
                  <a:pt x="255993" y="98094"/>
                </a:lnTo>
                <a:lnTo>
                  <a:pt x="254444" y="110972"/>
                </a:lnTo>
                <a:lnTo>
                  <a:pt x="253695" y="118148"/>
                </a:lnTo>
                <a:lnTo>
                  <a:pt x="253758" y="130708"/>
                </a:lnTo>
                <a:lnTo>
                  <a:pt x="253923" y="133502"/>
                </a:lnTo>
                <a:lnTo>
                  <a:pt x="255447" y="141681"/>
                </a:lnTo>
                <a:lnTo>
                  <a:pt x="256654" y="145935"/>
                </a:lnTo>
                <a:lnTo>
                  <a:pt x="259372" y="150215"/>
                </a:lnTo>
                <a:lnTo>
                  <a:pt x="272808" y="171056"/>
                </a:lnTo>
                <a:lnTo>
                  <a:pt x="304063" y="221157"/>
                </a:lnTo>
                <a:lnTo>
                  <a:pt x="328841" y="265925"/>
                </a:lnTo>
                <a:lnTo>
                  <a:pt x="348869" y="311150"/>
                </a:lnTo>
                <a:lnTo>
                  <a:pt x="360387" y="353466"/>
                </a:lnTo>
                <a:lnTo>
                  <a:pt x="361937" y="372325"/>
                </a:lnTo>
                <a:lnTo>
                  <a:pt x="361937" y="268490"/>
                </a:lnTo>
                <a:lnTo>
                  <a:pt x="333273" y="214071"/>
                </a:lnTo>
                <a:lnTo>
                  <a:pt x="306984" y="171056"/>
                </a:lnTo>
                <a:lnTo>
                  <a:pt x="283921" y="135191"/>
                </a:lnTo>
                <a:lnTo>
                  <a:pt x="283667" y="134785"/>
                </a:lnTo>
                <a:lnTo>
                  <a:pt x="283591" y="134531"/>
                </a:lnTo>
                <a:lnTo>
                  <a:pt x="282994" y="132689"/>
                </a:lnTo>
                <a:lnTo>
                  <a:pt x="282536" y="129413"/>
                </a:lnTo>
                <a:lnTo>
                  <a:pt x="282562" y="120192"/>
                </a:lnTo>
                <a:lnTo>
                  <a:pt x="283159" y="113982"/>
                </a:lnTo>
                <a:lnTo>
                  <a:pt x="284607" y="101942"/>
                </a:lnTo>
                <a:lnTo>
                  <a:pt x="285470" y="96266"/>
                </a:lnTo>
                <a:lnTo>
                  <a:pt x="286461" y="84683"/>
                </a:lnTo>
                <a:lnTo>
                  <a:pt x="286931" y="78066"/>
                </a:lnTo>
                <a:lnTo>
                  <a:pt x="286969" y="70485"/>
                </a:lnTo>
                <a:lnTo>
                  <a:pt x="286804" y="63804"/>
                </a:lnTo>
                <a:lnTo>
                  <a:pt x="269887" y="20866"/>
                </a:lnTo>
                <a:lnTo>
                  <a:pt x="233045" y="3365"/>
                </a:lnTo>
                <a:lnTo>
                  <a:pt x="201168" y="127"/>
                </a:lnTo>
                <a:lnTo>
                  <a:pt x="200685" y="38"/>
                </a:lnTo>
                <a:lnTo>
                  <a:pt x="197281" y="38"/>
                </a:lnTo>
                <a:lnTo>
                  <a:pt x="195427" y="0"/>
                </a:lnTo>
                <a:lnTo>
                  <a:pt x="193878" y="38"/>
                </a:lnTo>
                <a:lnTo>
                  <a:pt x="191300" y="38"/>
                </a:lnTo>
                <a:lnTo>
                  <a:pt x="190703" y="127"/>
                </a:lnTo>
                <a:lnTo>
                  <a:pt x="183095" y="304"/>
                </a:lnTo>
                <a:lnTo>
                  <a:pt x="171818" y="1206"/>
                </a:lnTo>
                <a:lnTo>
                  <a:pt x="161505" y="2717"/>
                </a:lnTo>
                <a:lnTo>
                  <a:pt x="156972" y="3759"/>
                </a:lnTo>
                <a:lnTo>
                  <a:pt x="156972" y="33070"/>
                </a:lnTo>
                <a:lnTo>
                  <a:pt x="156464" y="35204"/>
                </a:lnTo>
                <a:lnTo>
                  <a:pt x="155244" y="43853"/>
                </a:lnTo>
                <a:lnTo>
                  <a:pt x="154508" y="50444"/>
                </a:lnTo>
                <a:lnTo>
                  <a:pt x="154051" y="57264"/>
                </a:lnTo>
                <a:lnTo>
                  <a:pt x="153809" y="64274"/>
                </a:lnTo>
                <a:lnTo>
                  <a:pt x="153860" y="84048"/>
                </a:lnTo>
                <a:lnTo>
                  <a:pt x="154203" y="94996"/>
                </a:lnTo>
                <a:lnTo>
                  <a:pt x="154432" y="99301"/>
                </a:lnTo>
                <a:lnTo>
                  <a:pt x="154978" y="111950"/>
                </a:lnTo>
                <a:lnTo>
                  <a:pt x="155219" y="118783"/>
                </a:lnTo>
                <a:lnTo>
                  <a:pt x="155105" y="132575"/>
                </a:lnTo>
                <a:lnTo>
                  <a:pt x="154876" y="136575"/>
                </a:lnTo>
                <a:lnTo>
                  <a:pt x="154597" y="138493"/>
                </a:lnTo>
                <a:lnTo>
                  <a:pt x="154406" y="139306"/>
                </a:lnTo>
                <a:lnTo>
                  <a:pt x="149072" y="162648"/>
                </a:lnTo>
                <a:lnTo>
                  <a:pt x="136880" y="218401"/>
                </a:lnTo>
                <a:lnTo>
                  <a:pt x="125412" y="280657"/>
                </a:lnTo>
                <a:lnTo>
                  <a:pt x="118021" y="343027"/>
                </a:lnTo>
                <a:lnTo>
                  <a:pt x="116916" y="372300"/>
                </a:lnTo>
                <a:lnTo>
                  <a:pt x="117233" y="390207"/>
                </a:lnTo>
                <a:lnTo>
                  <a:pt x="122110" y="444588"/>
                </a:lnTo>
                <a:lnTo>
                  <a:pt x="132130" y="490969"/>
                </a:lnTo>
                <a:lnTo>
                  <a:pt x="148018" y="530466"/>
                </a:lnTo>
                <a:lnTo>
                  <a:pt x="130581" y="525068"/>
                </a:lnTo>
                <a:lnTo>
                  <a:pt x="77647" y="489534"/>
                </a:lnTo>
                <a:lnTo>
                  <a:pt x="41960" y="436841"/>
                </a:lnTo>
                <a:lnTo>
                  <a:pt x="28867" y="372325"/>
                </a:lnTo>
                <a:lnTo>
                  <a:pt x="29552" y="359968"/>
                </a:lnTo>
                <a:lnTo>
                  <a:pt x="39319" y="318516"/>
                </a:lnTo>
                <a:lnTo>
                  <a:pt x="58204" y="273519"/>
                </a:lnTo>
                <a:lnTo>
                  <a:pt x="82473" y="228460"/>
                </a:lnTo>
                <a:lnTo>
                  <a:pt x="108178" y="186410"/>
                </a:lnTo>
                <a:lnTo>
                  <a:pt x="131445" y="150215"/>
                </a:lnTo>
                <a:lnTo>
                  <a:pt x="134124" y="145973"/>
                </a:lnTo>
                <a:lnTo>
                  <a:pt x="135382" y="141719"/>
                </a:lnTo>
                <a:lnTo>
                  <a:pt x="136880" y="133502"/>
                </a:lnTo>
                <a:lnTo>
                  <a:pt x="137045" y="130708"/>
                </a:lnTo>
                <a:lnTo>
                  <a:pt x="137121" y="118148"/>
                </a:lnTo>
                <a:lnTo>
                  <a:pt x="136372" y="110998"/>
                </a:lnTo>
                <a:lnTo>
                  <a:pt x="134810" y="98094"/>
                </a:lnTo>
                <a:lnTo>
                  <a:pt x="133946" y="92329"/>
                </a:lnTo>
                <a:lnTo>
                  <a:pt x="133680" y="88900"/>
                </a:lnTo>
                <a:lnTo>
                  <a:pt x="133134" y="82702"/>
                </a:lnTo>
                <a:lnTo>
                  <a:pt x="132867" y="78066"/>
                </a:lnTo>
                <a:lnTo>
                  <a:pt x="132829" y="63804"/>
                </a:lnTo>
                <a:lnTo>
                  <a:pt x="133477" y="57924"/>
                </a:lnTo>
                <a:lnTo>
                  <a:pt x="135039" y="53047"/>
                </a:lnTo>
                <a:lnTo>
                  <a:pt x="136194" y="49339"/>
                </a:lnTo>
                <a:lnTo>
                  <a:pt x="156972" y="33070"/>
                </a:lnTo>
                <a:lnTo>
                  <a:pt x="156972" y="3759"/>
                </a:lnTo>
                <a:lnTo>
                  <a:pt x="119735" y="22644"/>
                </a:lnTo>
                <a:lnTo>
                  <a:pt x="103987" y="63804"/>
                </a:lnTo>
                <a:lnTo>
                  <a:pt x="103974" y="78066"/>
                </a:lnTo>
                <a:lnTo>
                  <a:pt x="104394" y="84366"/>
                </a:lnTo>
                <a:lnTo>
                  <a:pt x="104965" y="91313"/>
                </a:lnTo>
                <a:lnTo>
                  <a:pt x="105397" y="96266"/>
                </a:lnTo>
                <a:lnTo>
                  <a:pt x="106260" y="101917"/>
                </a:lnTo>
                <a:lnTo>
                  <a:pt x="106984" y="107988"/>
                </a:lnTo>
                <a:lnTo>
                  <a:pt x="107721" y="113931"/>
                </a:lnTo>
                <a:lnTo>
                  <a:pt x="108305" y="120192"/>
                </a:lnTo>
                <a:lnTo>
                  <a:pt x="108216" y="129413"/>
                </a:lnTo>
                <a:lnTo>
                  <a:pt x="92087" y="158064"/>
                </a:lnTo>
                <a:lnTo>
                  <a:pt x="83781" y="171056"/>
                </a:lnTo>
                <a:lnTo>
                  <a:pt x="61899" y="206552"/>
                </a:lnTo>
                <a:lnTo>
                  <a:pt x="36207" y="253009"/>
                </a:lnTo>
                <a:lnTo>
                  <a:pt x="19558" y="289153"/>
                </a:lnTo>
                <a:lnTo>
                  <a:pt x="7048" y="325348"/>
                </a:lnTo>
                <a:lnTo>
                  <a:pt x="0" y="372325"/>
                </a:lnTo>
                <a:lnTo>
                  <a:pt x="3962" y="411505"/>
                </a:lnTo>
                <a:lnTo>
                  <a:pt x="15354" y="448017"/>
                </a:lnTo>
                <a:lnTo>
                  <a:pt x="57213" y="509841"/>
                </a:lnTo>
                <a:lnTo>
                  <a:pt x="119303" y="551510"/>
                </a:lnTo>
                <a:lnTo>
                  <a:pt x="155981" y="562838"/>
                </a:lnTo>
                <a:lnTo>
                  <a:pt x="186486" y="565899"/>
                </a:lnTo>
                <a:lnTo>
                  <a:pt x="187413" y="566191"/>
                </a:lnTo>
                <a:lnTo>
                  <a:pt x="191414" y="566851"/>
                </a:lnTo>
                <a:lnTo>
                  <a:pt x="202653" y="566877"/>
                </a:lnTo>
                <a:lnTo>
                  <a:pt x="206514" y="565670"/>
                </a:lnTo>
                <a:lnTo>
                  <a:pt x="234746" y="562838"/>
                </a:lnTo>
                <a:lnTo>
                  <a:pt x="271399" y="551522"/>
                </a:lnTo>
                <a:lnTo>
                  <a:pt x="333540" y="509841"/>
                </a:lnTo>
                <a:lnTo>
                  <a:pt x="375412" y="448017"/>
                </a:lnTo>
                <a:lnTo>
                  <a:pt x="386791" y="411505"/>
                </a:lnTo>
                <a:lnTo>
                  <a:pt x="390753" y="372325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233094" y="1919007"/>
            <a:ext cx="608330" cy="224154"/>
          </a:xfrm>
          <a:custGeom>
            <a:avLst/>
            <a:gdLst/>
            <a:ahLst/>
            <a:cxnLst/>
            <a:rect l="l" t="t" r="r" b="b"/>
            <a:pathLst>
              <a:path w="608330" h="224155">
                <a:moveTo>
                  <a:pt x="607758" y="6438"/>
                </a:moveTo>
                <a:lnTo>
                  <a:pt x="601294" y="0"/>
                </a:lnTo>
                <a:lnTo>
                  <a:pt x="313969" y="0"/>
                </a:lnTo>
                <a:lnTo>
                  <a:pt x="313969" y="194475"/>
                </a:lnTo>
                <a:lnTo>
                  <a:pt x="313969" y="195110"/>
                </a:lnTo>
                <a:lnTo>
                  <a:pt x="313791" y="195097"/>
                </a:lnTo>
                <a:lnTo>
                  <a:pt x="308940" y="194957"/>
                </a:lnTo>
                <a:lnTo>
                  <a:pt x="313817" y="195757"/>
                </a:lnTo>
                <a:lnTo>
                  <a:pt x="308940" y="194983"/>
                </a:lnTo>
                <a:lnTo>
                  <a:pt x="303949" y="194957"/>
                </a:lnTo>
                <a:lnTo>
                  <a:pt x="299732" y="194957"/>
                </a:lnTo>
                <a:lnTo>
                  <a:pt x="298843" y="194957"/>
                </a:lnTo>
                <a:lnTo>
                  <a:pt x="294017" y="195097"/>
                </a:lnTo>
                <a:lnTo>
                  <a:pt x="293852" y="195110"/>
                </a:lnTo>
                <a:lnTo>
                  <a:pt x="293852" y="194475"/>
                </a:lnTo>
                <a:lnTo>
                  <a:pt x="313969" y="194475"/>
                </a:lnTo>
                <a:lnTo>
                  <a:pt x="313969" y="0"/>
                </a:lnTo>
                <a:lnTo>
                  <a:pt x="311861" y="0"/>
                </a:lnTo>
                <a:lnTo>
                  <a:pt x="303885" y="0"/>
                </a:lnTo>
                <a:lnTo>
                  <a:pt x="295922" y="0"/>
                </a:lnTo>
                <a:lnTo>
                  <a:pt x="6464" y="0"/>
                </a:lnTo>
                <a:lnTo>
                  <a:pt x="0" y="6438"/>
                </a:lnTo>
                <a:lnTo>
                  <a:pt x="0" y="22301"/>
                </a:lnTo>
                <a:lnTo>
                  <a:pt x="6464" y="28740"/>
                </a:lnTo>
                <a:lnTo>
                  <a:pt x="14427" y="28740"/>
                </a:lnTo>
                <a:lnTo>
                  <a:pt x="289458" y="28740"/>
                </a:lnTo>
                <a:lnTo>
                  <a:pt x="289458" y="217258"/>
                </a:lnTo>
                <a:lnTo>
                  <a:pt x="295922" y="223697"/>
                </a:lnTo>
                <a:lnTo>
                  <a:pt x="311861" y="223697"/>
                </a:lnTo>
                <a:lnTo>
                  <a:pt x="318325" y="217258"/>
                </a:lnTo>
                <a:lnTo>
                  <a:pt x="318325" y="197510"/>
                </a:lnTo>
                <a:lnTo>
                  <a:pt x="318325" y="195745"/>
                </a:lnTo>
                <a:lnTo>
                  <a:pt x="318325" y="195389"/>
                </a:lnTo>
                <a:lnTo>
                  <a:pt x="318325" y="194475"/>
                </a:lnTo>
                <a:lnTo>
                  <a:pt x="318325" y="28740"/>
                </a:lnTo>
                <a:lnTo>
                  <a:pt x="601294" y="28740"/>
                </a:lnTo>
                <a:lnTo>
                  <a:pt x="607758" y="22301"/>
                </a:lnTo>
                <a:lnTo>
                  <a:pt x="607758" y="6438"/>
                </a:lnTo>
                <a:close/>
              </a:path>
            </a:pathLst>
          </a:custGeom>
          <a:solidFill>
            <a:srgbClr val="3362B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8803136" y="1918877"/>
            <a:ext cx="836930" cy="762635"/>
            <a:chOff x="8803136" y="1918877"/>
            <a:chExt cx="836930" cy="762635"/>
          </a:xfrm>
        </p:grpSpPr>
        <p:sp>
          <p:nvSpPr>
            <p:cNvPr id="70" name="object 70"/>
            <p:cNvSpPr/>
            <p:nvPr/>
          </p:nvSpPr>
          <p:spPr>
            <a:xfrm>
              <a:off x="9196222" y="1918880"/>
              <a:ext cx="443865" cy="444500"/>
            </a:xfrm>
            <a:custGeom>
              <a:avLst/>
              <a:gdLst/>
              <a:ahLst/>
              <a:cxnLst/>
              <a:rect l="l" t="t" r="r" b="b"/>
              <a:pathLst>
                <a:path w="443865" h="444500">
                  <a:moveTo>
                    <a:pt x="220357" y="168808"/>
                  </a:moveTo>
                  <a:lnTo>
                    <a:pt x="180187" y="135915"/>
                  </a:lnTo>
                  <a:lnTo>
                    <a:pt x="141135" y="109562"/>
                  </a:lnTo>
                  <a:lnTo>
                    <a:pt x="133515" y="105194"/>
                  </a:lnTo>
                  <a:lnTo>
                    <a:pt x="128409" y="102260"/>
                  </a:lnTo>
                  <a:lnTo>
                    <a:pt x="92214" y="85521"/>
                  </a:lnTo>
                  <a:lnTo>
                    <a:pt x="49377" y="76657"/>
                  </a:lnTo>
                  <a:lnTo>
                    <a:pt x="42329" y="76657"/>
                  </a:lnTo>
                  <a:lnTo>
                    <a:pt x="35610" y="77558"/>
                  </a:lnTo>
                  <a:lnTo>
                    <a:pt x="24955" y="81216"/>
                  </a:lnTo>
                  <a:lnTo>
                    <a:pt x="20815" y="83312"/>
                  </a:lnTo>
                  <a:lnTo>
                    <a:pt x="17094" y="86055"/>
                  </a:lnTo>
                  <a:lnTo>
                    <a:pt x="36893" y="105905"/>
                  </a:lnTo>
                  <a:lnTo>
                    <a:pt x="33921" y="108889"/>
                  </a:lnTo>
                  <a:lnTo>
                    <a:pt x="35801" y="107683"/>
                  </a:lnTo>
                  <a:lnTo>
                    <a:pt x="41249" y="105803"/>
                  </a:lnTo>
                  <a:lnTo>
                    <a:pt x="44843" y="105194"/>
                  </a:lnTo>
                  <a:lnTo>
                    <a:pt x="49428" y="105194"/>
                  </a:lnTo>
                  <a:lnTo>
                    <a:pt x="97967" y="118808"/>
                  </a:lnTo>
                  <a:lnTo>
                    <a:pt x="132499" y="137744"/>
                  </a:lnTo>
                  <a:lnTo>
                    <a:pt x="175361" y="168198"/>
                  </a:lnTo>
                  <a:lnTo>
                    <a:pt x="200177" y="189026"/>
                  </a:lnTo>
                  <a:lnTo>
                    <a:pt x="220357" y="168808"/>
                  </a:lnTo>
                  <a:close/>
                </a:path>
                <a:path w="443865" h="444500">
                  <a:moveTo>
                    <a:pt x="254825" y="243789"/>
                  </a:moveTo>
                  <a:lnTo>
                    <a:pt x="250126" y="238544"/>
                  </a:lnTo>
                  <a:lnTo>
                    <a:pt x="245338" y="233299"/>
                  </a:lnTo>
                  <a:lnTo>
                    <a:pt x="240436" y="228066"/>
                  </a:lnTo>
                  <a:lnTo>
                    <a:pt x="235432" y="222834"/>
                  </a:lnTo>
                  <a:lnTo>
                    <a:pt x="200063" y="258279"/>
                  </a:lnTo>
                  <a:lnTo>
                    <a:pt x="185712" y="243903"/>
                  </a:lnTo>
                  <a:lnTo>
                    <a:pt x="221081" y="208457"/>
                  </a:lnTo>
                  <a:lnTo>
                    <a:pt x="200177" y="189039"/>
                  </a:lnTo>
                  <a:lnTo>
                    <a:pt x="149923" y="239382"/>
                  </a:lnTo>
                  <a:lnTo>
                    <a:pt x="149923" y="248424"/>
                  </a:lnTo>
                  <a:lnTo>
                    <a:pt x="192773" y="291350"/>
                  </a:lnTo>
                  <a:lnTo>
                    <a:pt x="196418" y="292747"/>
                  </a:lnTo>
                  <a:lnTo>
                    <a:pt x="203708" y="292747"/>
                  </a:lnTo>
                  <a:lnTo>
                    <a:pt x="207352" y="291350"/>
                  </a:lnTo>
                  <a:lnTo>
                    <a:pt x="240360" y="258279"/>
                  </a:lnTo>
                  <a:lnTo>
                    <a:pt x="254825" y="243789"/>
                  </a:lnTo>
                  <a:close/>
                </a:path>
                <a:path w="443865" h="444500">
                  <a:moveTo>
                    <a:pt x="255587" y="202641"/>
                  </a:moveTo>
                  <a:lnTo>
                    <a:pt x="253250" y="200228"/>
                  </a:lnTo>
                  <a:lnTo>
                    <a:pt x="246062" y="192989"/>
                  </a:lnTo>
                  <a:lnTo>
                    <a:pt x="243649" y="190614"/>
                  </a:lnTo>
                  <a:lnTo>
                    <a:pt x="241236" y="188264"/>
                  </a:lnTo>
                  <a:lnTo>
                    <a:pt x="221094" y="208457"/>
                  </a:lnTo>
                  <a:lnTo>
                    <a:pt x="223507" y="210794"/>
                  </a:lnTo>
                  <a:lnTo>
                    <a:pt x="230733" y="217995"/>
                  </a:lnTo>
                  <a:lnTo>
                    <a:pt x="233108" y="220408"/>
                  </a:lnTo>
                  <a:lnTo>
                    <a:pt x="235432" y="222834"/>
                  </a:lnTo>
                  <a:lnTo>
                    <a:pt x="255587" y="202641"/>
                  </a:lnTo>
                  <a:close/>
                </a:path>
                <a:path w="443865" h="444500">
                  <a:moveTo>
                    <a:pt x="333121" y="412076"/>
                  </a:moveTo>
                  <a:lnTo>
                    <a:pt x="331597" y="413550"/>
                  </a:lnTo>
                  <a:lnTo>
                    <a:pt x="329755" y="414693"/>
                  </a:lnTo>
                  <a:lnTo>
                    <a:pt x="324408" y="416560"/>
                  </a:lnTo>
                  <a:lnTo>
                    <a:pt x="320827" y="417156"/>
                  </a:lnTo>
                  <a:lnTo>
                    <a:pt x="316204" y="417156"/>
                  </a:lnTo>
                  <a:lnTo>
                    <a:pt x="267665" y="403542"/>
                  </a:lnTo>
                  <a:lnTo>
                    <a:pt x="233133" y="384619"/>
                  </a:lnTo>
                  <a:lnTo>
                    <a:pt x="195605" y="358330"/>
                  </a:lnTo>
                  <a:lnTo>
                    <a:pt x="156756" y="325450"/>
                  </a:lnTo>
                  <a:lnTo>
                    <a:pt x="112788" y="280784"/>
                  </a:lnTo>
                  <a:lnTo>
                    <a:pt x="71869" y="229298"/>
                  </a:lnTo>
                  <a:lnTo>
                    <a:pt x="49225" y="192989"/>
                  </a:lnTo>
                  <a:lnTo>
                    <a:pt x="31102" y="151003"/>
                  </a:lnTo>
                  <a:lnTo>
                    <a:pt x="27152" y="127381"/>
                  </a:lnTo>
                  <a:lnTo>
                    <a:pt x="27152" y="122910"/>
                  </a:lnTo>
                  <a:lnTo>
                    <a:pt x="27749" y="119316"/>
                  </a:lnTo>
                  <a:lnTo>
                    <a:pt x="29641" y="113855"/>
                  </a:lnTo>
                  <a:lnTo>
                    <a:pt x="30835" y="111988"/>
                  </a:lnTo>
                  <a:lnTo>
                    <a:pt x="0" y="142862"/>
                  </a:lnTo>
                  <a:lnTo>
                    <a:pt x="14871" y="188137"/>
                  </a:lnTo>
                  <a:lnTo>
                    <a:pt x="35458" y="225882"/>
                  </a:lnTo>
                  <a:lnTo>
                    <a:pt x="63296" y="265798"/>
                  </a:lnTo>
                  <a:lnTo>
                    <a:pt x="97713" y="306628"/>
                  </a:lnTo>
                  <a:lnTo>
                    <a:pt x="144259" y="352640"/>
                  </a:lnTo>
                  <a:lnTo>
                    <a:pt x="198323" y="395757"/>
                  </a:lnTo>
                  <a:lnTo>
                    <a:pt x="237223" y="420103"/>
                  </a:lnTo>
                  <a:lnTo>
                    <a:pt x="273431" y="436841"/>
                  </a:lnTo>
                  <a:lnTo>
                    <a:pt x="300901" y="444360"/>
                  </a:lnTo>
                  <a:lnTo>
                    <a:pt x="328053" y="417156"/>
                  </a:lnTo>
                  <a:lnTo>
                    <a:pt x="333121" y="412076"/>
                  </a:lnTo>
                  <a:close/>
                </a:path>
                <a:path w="443865" h="444500">
                  <a:moveTo>
                    <a:pt x="335064" y="410121"/>
                  </a:moveTo>
                  <a:lnTo>
                    <a:pt x="334886" y="410248"/>
                  </a:lnTo>
                  <a:lnTo>
                    <a:pt x="333413" y="411772"/>
                  </a:lnTo>
                  <a:lnTo>
                    <a:pt x="335064" y="410121"/>
                  </a:lnTo>
                  <a:close/>
                </a:path>
                <a:path w="443865" h="444500">
                  <a:moveTo>
                    <a:pt x="443471" y="71081"/>
                  </a:moveTo>
                  <a:lnTo>
                    <a:pt x="443458" y="54927"/>
                  </a:lnTo>
                  <a:lnTo>
                    <a:pt x="441947" y="46913"/>
                  </a:lnTo>
                  <a:lnTo>
                    <a:pt x="438594" y="38646"/>
                  </a:lnTo>
                  <a:lnTo>
                    <a:pt x="435800" y="31724"/>
                  </a:lnTo>
                  <a:lnTo>
                    <a:pt x="431165" y="24587"/>
                  </a:lnTo>
                  <a:lnTo>
                    <a:pt x="425056" y="18465"/>
                  </a:lnTo>
                  <a:lnTo>
                    <a:pt x="418947" y="12331"/>
                  </a:lnTo>
                  <a:lnTo>
                    <a:pt x="411822" y="7696"/>
                  </a:lnTo>
                  <a:lnTo>
                    <a:pt x="396646" y="1536"/>
                  </a:lnTo>
                  <a:lnTo>
                    <a:pt x="388607" y="0"/>
                  </a:lnTo>
                  <a:lnTo>
                    <a:pt x="372541" y="0"/>
                  </a:lnTo>
                  <a:lnTo>
                    <a:pt x="364502" y="1536"/>
                  </a:lnTo>
                  <a:lnTo>
                    <a:pt x="349338" y="7696"/>
                  </a:lnTo>
                  <a:lnTo>
                    <a:pt x="342226" y="12331"/>
                  </a:lnTo>
                  <a:lnTo>
                    <a:pt x="336118" y="18453"/>
                  </a:lnTo>
                  <a:lnTo>
                    <a:pt x="329996" y="24574"/>
                  </a:lnTo>
                  <a:lnTo>
                    <a:pt x="325374" y="31711"/>
                  </a:lnTo>
                  <a:lnTo>
                    <a:pt x="319239" y="46888"/>
                  </a:lnTo>
                  <a:lnTo>
                    <a:pt x="317728" y="54927"/>
                  </a:lnTo>
                  <a:lnTo>
                    <a:pt x="317842" y="67449"/>
                  </a:lnTo>
                  <a:lnTo>
                    <a:pt x="317881" y="68173"/>
                  </a:lnTo>
                  <a:lnTo>
                    <a:pt x="318198" y="70764"/>
                  </a:lnTo>
                  <a:lnTo>
                    <a:pt x="220357" y="168808"/>
                  </a:lnTo>
                  <a:lnTo>
                    <a:pt x="225590" y="173532"/>
                  </a:lnTo>
                  <a:lnTo>
                    <a:pt x="230809" y="178346"/>
                  </a:lnTo>
                  <a:lnTo>
                    <a:pt x="236029" y="183261"/>
                  </a:lnTo>
                  <a:lnTo>
                    <a:pt x="241236" y="188264"/>
                  </a:lnTo>
                  <a:lnTo>
                    <a:pt x="347268" y="82003"/>
                  </a:lnTo>
                  <a:lnTo>
                    <a:pt x="348665" y="76796"/>
                  </a:lnTo>
                  <a:lnTo>
                    <a:pt x="346608" y="68961"/>
                  </a:lnTo>
                  <a:lnTo>
                    <a:pt x="346214" y="65963"/>
                  </a:lnTo>
                  <a:lnTo>
                    <a:pt x="346214" y="58534"/>
                  </a:lnTo>
                  <a:lnTo>
                    <a:pt x="347052" y="54178"/>
                  </a:lnTo>
                  <a:lnTo>
                    <a:pt x="376161" y="28562"/>
                  </a:lnTo>
                  <a:lnTo>
                    <a:pt x="384987" y="28562"/>
                  </a:lnTo>
                  <a:lnTo>
                    <a:pt x="414121" y="54140"/>
                  </a:lnTo>
                  <a:lnTo>
                    <a:pt x="414959" y="58534"/>
                  </a:lnTo>
                  <a:lnTo>
                    <a:pt x="414832" y="68173"/>
                  </a:lnTo>
                  <a:lnTo>
                    <a:pt x="389445" y="96608"/>
                  </a:lnTo>
                  <a:lnTo>
                    <a:pt x="385038" y="97447"/>
                  </a:lnTo>
                  <a:lnTo>
                    <a:pt x="377634" y="97447"/>
                  </a:lnTo>
                  <a:lnTo>
                    <a:pt x="374637" y="97066"/>
                  </a:lnTo>
                  <a:lnTo>
                    <a:pt x="370522" y="95973"/>
                  </a:lnTo>
                  <a:lnTo>
                    <a:pt x="369303" y="95821"/>
                  </a:lnTo>
                  <a:lnTo>
                    <a:pt x="364350" y="95821"/>
                  </a:lnTo>
                  <a:lnTo>
                    <a:pt x="360743" y="97294"/>
                  </a:lnTo>
                  <a:lnTo>
                    <a:pt x="255587" y="202641"/>
                  </a:lnTo>
                  <a:lnTo>
                    <a:pt x="260591" y="207860"/>
                  </a:lnTo>
                  <a:lnTo>
                    <a:pt x="265493" y="213093"/>
                  </a:lnTo>
                  <a:lnTo>
                    <a:pt x="270294" y="218325"/>
                  </a:lnTo>
                  <a:lnTo>
                    <a:pt x="274993" y="223570"/>
                  </a:lnTo>
                  <a:lnTo>
                    <a:pt x="254825" y="243789"/>
                  </a:lnTo>
                  <a:lnTo>
                    <a:pt x="270878" y="262737"/>
                  </a:lnTo>
                  <a:lnTo>
                    <a:pt x="298399" y="299847"/>
                  </a:lnTo>
                  <a:lnTo>
                    <a:pt x="322287" y="340728"/>
                  </a:lnTo>
                  <a:lnTo>
                    <a:pt x="336765" y="380161"/>
                  </a:lnTo>
                  <a:lnTo>
                    <a:pt x="338493" y="394982"/>
                  </a:lnTo>
                  <a:lnTo>
                    <a:pt x="338493" y="399453"/>
                  </a:lnTo>
                  <a:lnTo>
                    <a:pt x="337883" y="403047"/>
                  </a:lnTo>
                  <a:lnTo>
                    <a:pt x="336029" y="408419"/>
                  </a:lnTo>
                  <a:lnTo>
                    <a:pt x="335026" y="410032"/>
                  </a:lnTo>
                  <a:lnTo>
                    <a:pt x="355155" y="430263"/>
                  </a:lnTo>
                  <a:lnTo>
                    <a:pt x="359105" y="425805"/>
                  </a:lnTo>
                  <a:lnTo>
                    <a:pt x="362013" y="420573"/>
                  </a:lnTo>
                  <a:lnTo>
                    <a:pt x="366064" y="408686"/>
                  </a:lnTo>
                  <a:lnTo>
                    <a:pt x="366979" y="401955"/>
                  </a:lnTo>
                  <a:lnTo>
                    <a:pt x="366979" y="394982"/>
                  </a:lnTo>
                  <a:lnTo>
                    <a:pt x="358127" y="351967"/>
                  </a:lnTo>
                  <a:lnTo>
                    <a:pt x="341426" y="315696"/>
                  </a:lnTo>
                  <a:lnTo>
                    <a:pt x="317119" y="276720"/>
                  </a:lnTo>
                  <a:lnTo>
                    <a:pt x="286562" y="236943"/>
                  </a:lnTo>
                  <a:lnTo>
                    <a:pt x="275005" y="223570"/>
                  </a:lnTo>
                  <a:lnTo>
                    <a:pt x="372846" y="125526"/>
                  </a:lnTo>
                  <a:lnTo>
                    <a:pt x="375437" y="125844"/>
                  </a:lnTo>
                  <a:lnTo>
                    <a:pt x="378028" y="125996"/>
                  </a:lnTo>
                  <a:lnTo>
                    <a:pt x="388645" y="125996"/>
                  </a:lnTo>
                  <a:lnTo>
                    <a:pt x="391172" y="125526"/>
                  </a:lnTo>
                  <a:lnTo>
                    <a:pt x="431165" y="101460"/>
                  </a:lnTo>
                  <a:lnTo>
                    <a:pt x="433768" y="97447"/>
                  </a:lnTo>
                  <a:lnTo>
                    <a:pt x="435800" y="94322"/>
                  </a:lnTo>
                  <a:lnTo>
                    <a:pt x="441947" y="79133"/>
                  </a:lnTo>
                  <a:lnTo>
                    <a:pt x="443471" y="71081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396404" y="2087688"/>
              <a:ext cx="74827" cy="7497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933789" y="2004592"/>
              <a:ext cx="617855" cy="648335"/>
            </a:xfrm>
            <a:custGeom>
              <a:avLst/>
              <a:gdLst/>
              <a:ahLst/>
              <a:cxnLst/>
              <a:rect l="l" t="t" r="r" b="b"/>
              <a:pathLst>
                <a:path w="617854" h="648335">
                  <a:moveTo>
                    <a:pt x="229590" y="393344"/>
                  </a:moveTo>
                  <a:lnTo>
                    <a:pt x="210489" y="372046"/>
                  </a:lnTo>
                  <a:lnTo>
                    <a:pt x="1409" y="592429"/>
                  </a:lnTo>
                  <a:lnTo>
                    <a:pt x="0" y="595972"/>
                  </a:lnTo>
                  <a:lnTo>
                    <a:pt x="0" y="647801"/>
                  </a:lnTo>
                  <a:lnTo>
                    <a:pt x="28486" y="647801"/>
                  </a:lnTo>
                  <a:lnTo>
                    <a:pt x="28486" y="605320"/>
                  </a:lnTo>
                  <a:lnTo>
                    <a:pt x="229590" y="393344"/>
                  </a:lnTo>
                  <a:close/>
                </a:path>
                <a:path w="617854" h="648335">
                  <a:moveTo>
                    <a:pt x="233299" y="396938"/>
                  </a:moveTo>
                  <a:lnTo>
                    <a:pt x="229743" y="393192"/>
                  </a:lnTo>
                  <a:lnTo>
                    <a:pt x="229590" y="393344"/>
                  </a:lnTo>
                  <a:lnTo>
                    <a:pt x="230822" y="394550"/>
                  </a:lnTo>
                  <a:lnTo>
                    <a:pt x="232054" y="395757"/>
                  </a:lnTo>
                  <a:lnTo>
                    <a:pt x="233299" y="396938"/>
                  </a:lnTo>
                  <a:close/>
                </a:path>
                <a:path w="617854" h="648335">
                  <a:moveTo>
                    <a:pt x="253403" y="376694"/>
                  </a:moveTo>
                  <a:lnTo>
                    <a:pt x="239649" y="362178"/>
                  </a:lnTo>
                  <a:lnTo>
                    <a:pt x="239191" y="361759"/>
                  </a:lnTo>
                  <a:lnTo>
                    <a:pt x="238709" y="361378"/>
                  </a:lnTo>
                  <a:lnTo>
                    <a:pt x="241947" y="365086"/>
                  </a:lnTo>
                  <a:lnTo>
                    <a:pt x="245325" y="368719"/>
                  </a:lnTo>
                  <a:lnTo>
                    <a:pt x="250355" y="373761"/>
                  </a:lnTo>
                  <a:lnTo>
                    <a:pt x="251879" y="375246"/>
                  </a:lnTo>
                  <a:lnTo>
                    <a:pt x="253403" y="376694"/>
                  </a:lnTo>
                  <a:close/>
                </a:path>
                <a:path w="617854" h="648335">
                  <a:moveTo>
                    <a:pt x="299326" y="20193"/>
                  </a:moveTo>
                  <a:lnTo>
                    <a:pt x="279527" y="342"/>
                  </a:lnTo>
                  <a:lnTo>
                    <a:pt x="278790" y="889"/>
                  </a:lnTo>
                  <a:lnTo>
                    <a:pt x="279514" y="342"/>
                  </a:lnTo>
                  <a:lnTo>
                    <a:pt x="279184" y="0"/>
                  </a:lnTo>
                  <a:lnTo>
                    <a:pt x="276225" y="2959"/>
                  </a:lnTo>
                  <a:lnTo>
                    <a:pt x="269824" y="9359"/>
                  </a:lnTo>
                  <a:lnTo>
                    <a:pt x="266319" y="12890"/>
                  </a:lnTo>
                  <a:lnTo>
                    <a:pt x="266319" y="15290"/>
                  </a:lnTo>
                  <a:lnTo>
                    <a:pt x="262001" y="27965"/>
                  </a:lnTo>
                  <a:lnTo>
                    <a:pt x="261556" y="31242"/>
                  </a:lnTo>
                  <a:lnTo>
                    <a:pt x="261556" y="51841"/>
                  </a:lnTo>
                  <a:lnTo>
                    <a:pt x="261086" y="46685"/>
                  </a:lnTo>
                  <a:lnTo>
                    <a:pt x="261556" y="51841"/>
                  </a:lnTo>
                  <a:lnTo>
                    <a:pt x="261556" y="31242"/>
                  </a:lnTo>
                  <a:lnTo>
                    <a:pt x="261086" y="34696"/>
                  </a:lnTo>
                  <a:lnTo>
                    <a:pt x="261988" y="27965"/>
                  </a:lnTo>
                  <a:lnTo>
                    <a:pt x="266319" y="15290"/>
                  </a:lnTo>
                  <a:lnTo>
                    <a:pt x="266319" y="12890"/>
                  </a:lnTo>
                  <a:lnTo>
                    <a:pt x="228714" y="50571"/>
                  </a:lnTo>
                  <a:lnTo>
                    <a:pt x="197802" y="88480"/>
                  </a:lnTo>
                  <a:lnTo>
                    <a:pt x="175717" y="130543"/>
                  </a:lnTo>
                  <a:lnTo>
                    <a:pt x="162458" y="175348"/>
                  </a:lnTo>
                  <a:lnTo>
                    <a:pt x="158038" y="221500"/>
                  </a:lnTo>
                  <a:lnTo>
                    <a:pt x="161315" y="261315"/>
                  </a:lnTo>
                  <a:lnTo>
                    <a:pt x="171157" y="300278"/>
                  </a:lnTo>
                  <a:lnTo>
                    <a:pt x="187553" y="337477"/>
                  </a:lnTo>
                  <a:lnTo>
                    <a:pt x="210489" y="372046"/>
                  </a:lnTo>
                  <a:lnTo>
                    <a:pt x="222110" y="359791"/>
                  </a:lnTo>
                  <a:lnTo>
                    <a:pt x="225831" y="358190"/>
                  </a:lnTo>
                  <a:lnTo>
                    <a:pt x="233032" y="358190"/>
                  </a:lnTo>
                  <a:lnTo>
                    <a:pt x="236181" y="359321"/>
                  </a:lnTo>
                  <a:lnTo>
                    <a:pt x="238709" y="361378"/>
                  </a:lnTo>
                  <a:lnTo>
                    <a:pt x="236423" y="358190"/>
                  </a:lnTo>
                  <a:lnTo>
                    <a:pt x="215874" y="329653"/>
                  </a:lnTo>
                  <a:lnTo>
                    <a:pt x="199580" y="295173"/>
                  </a:lnTo>
                  <a:lnTo>
                    <a:pt x="189801" y="258813"/>
                  </a:lnTo>
                  <a:lnTo>
                    <a:pt x="186537" y="221500"/>
                  </a:lnTo>
                  <a:lnTo>
                    <a:pt x="190436" y="180771"/>
                  </a:lnTo>
                  <a:lnTo>
                    <a:pt x="202107" y="141274"/>
                  </a:lnTo>
                  <a:lnTo>
                    <a:pt x="221576" y="104203"/>
                  </a:lnTo>
                  <a:lnTo>
                    <a:pt x="248843" y="70751"/>
                  </a:lnTo>
                  <a:lnTo>
                    <a:pt x="262432" y="57150"/>
                  </a:lnTo>
                  <a:lnTo>
                    <a:pt x="299326" y="20193"/>
                  </a:lnTo>
                  <a:close/>
                </a:path>
                <a:path w="617854" h="648335">
                  <a:moveTo>
                    <a:pt x="617588" y="344551"/>
                  </a:moveTo>
                  <a:lnTo>
                    <a:pt x="597496" y="324421"/>
                  </a:lnTo>
                  <a:lnTo>
                    <a:pt x="563333" y="358648"/>
                  </a:lnTo>
                  <a:lnTo>
                    <a:pt x="549744" y="372262"/>
                  </a:lnTo>
                  <a:lnTo>
                    <a:pt x="516369" y="399592"/>
                  </a:lnTo>
                  <a:lnTo>
                    <a:pt x="479374" y="419100"/>
                  </a:lnTo>
                  <a:lnTo>
                    <a:pt x="439953" y="430796"/>
                  </a:lnTo>
                  <a:lnTo>
                    <a:pt x="399300" y="434708"/>
                  </a:lnTo>
                  <a:lnTo>
                    <a:pt x="360108" y="431076"/>
                  </a:lnTo>
                  <a:lnTo>
                    <a:pt x="322008" y="420204"/>
                  </a:lnTo>
                  <a:lnTo>
                    <a:pt x="286092" y="402082"/>
                  </a:lnTo>
                  <a:lnTo>
                    <a:pt x="253403" y="376694"/>
                  </a:lnTo>
                  <a:lnTo>
                    <a:pt x="324154" y="451281"/>
                  </a:lnTo>
                  <a:lnTo>
                    <a:pt x="299808" y="441807"/>
                  </a:lnTo>
                  <a:lnTo>
                    <a:pt x="276390" y="429590"/>
                  </a:lnTo>
                  <a:lnTo>
                    <a:pt x="254139" y="414629"/>
                  </a:lnTo>
                  <a:lnTo>
                    <a:pt x="233299" y="396938"/>
                  </a:lnTo>
                  <a:lnTo>
                    <a:pt x="430999" y="605320"/>
                  </a:lnTo>
                  <a:lnTo>
                    <a:pt x="430999" y="647801"/>
                  </a:lnTo>
                  <a:lnTo>
                    <a:pt x="459486" y="647801"/>
                  </a:lnTo>
                  <a:lnTo>
                    <a:pt x="459486" y="595972"/>
                  </a:lnTo>
                  <a:lnTo>
                    <a:pt x="458076" y="592429"/>
                  </a:lnTo>
                  <a:lnTo>
                    <a:pt x="324180" y="451294"/>
                  </a:lnTo>
                  <a:lnTo>
                    <a:pt x="342607" y="456526"/>
                  </a:lnTo>
                  <a:lnTo>
                    <a:pt x="361340" y="460260"/>
                  </a:lnTo>
                  <a:lnTo>
                    <a:pt x="380250" y="462508"/>
                  </a:lnTo>
                  <a:lnTo>
                    <a:pt x="399237" y="463257"/>
                  </a:lnTo>
                  <a:lnTo>
                    <a:pt x="445363" y="458838"/>
                  </a:lnTo>
                  <a:lnTo>
                    <a:pt x="490080" y="445554"/>
                  </a:lnTo>
                  <a:lnTo>
                    <a:pt x="532066" y="423418"/>
                  </a:lnTo>
                  <a:lnTo>
                    <a:pt x="569899" y="392455"/>
                  </a:lnTo>
                  <a:lnTo>
                    <a:pt x="602272" y="360006"/>
                  </a:lnTo>
                  <a:lnTo>
                    <a:pt x="610984" y="351282"/>
                  </a:lnTo>
                  <a:lnTo>
                    <a:pt x="615835" y="346417"/>
                  </a:lnTo>
                  <a:lnTo>
                    <a:pt x="605777" y="336321"/>
                  </a:lnTo>
                  <a:lnTo>
                    <a:pt x="615835" y="346405"/>
                  </a:lnTo>
                  <a:lnTo>
                    <a:pt x="617588" y="344551"/>
                  </a:lnTo>
                  <a:close/>
                </a:path>
                <a:path w="617854" h="648335">
                  <a:moveTo>
                    <a:pt x="617639" y="344601"/>
                  </a:moveTo>
                  <a:lnTo>
                    <a:pt x="617029" y="345186"/>
                  </a:lnTo>
                  <a:lnTo>
                    <a:pt x="616508" y="345732"/>
                  </a:lnTo>
                  <a:lnTo>
                    <a:pt x="617639" y="344601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44288" y="2362779"/>
              <a:ext cx="113685" cy="9309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8803132" y="2652394"/>
              <a:ext cx="751205" cy="28575"/>
            </a:xfrm>
            <a:custGeom>
              <a:avLst/>
              <a:gdLst/>
              <a:ahLst/>
              <a:cxnLst/>
              <a:rect l="l" t="t" r="r" b="b"/>
              <a:pathLst>
                <a:path w="751204" h="28575">
                  <a:moveTo>
                    <a:pt x="130644" y="355"/>
                  </a:moveTo>
                  <a:lnTo>
                    <a:pt x="2844" y="355"/>
                  </a:lnTo>
                  <a:lnTo>
                    <a:pt x="2844" y="6718"/>
                  </a:lnTo>
                  <a:lnTo>
                    <a:pt x="0" y="6718"/>
                  </a:lnTo>
                  <a:lnTo>
                    <a:pt x="0" y="21971"/>
                  </a:lnTo>
                  <a:lnTo>
                    <a:pt x="2984" y="21971"/>
                  </a:lnTo>
                  <a:lnTo>
                    <a:pt x="2984" y="28333"/>
                  </a:lnTo>
                  <a:lnTo>
                    <a:pt x="130644" y="28333"/>
                  </a:lnTo>
                  <a:lnTo>
                    <a:pt x="130644" y="21971"/>
                  </a:lnTo>
                  <a:lnTo>
                    <a:pt x="130644" y="6718"/>
                  </a:lnTo>
                  <a:lnTo>
                    <a:pt x="130644" y="355"/>
                  </a:lnTo>
                  <a:close/>
                </a:path>
                <a:path w="751204" h="28575">
                  <a:moveTo>
                    <a:pt x="750671" y="6718"/>
                  </a:moveTo>
                  <a:lnTo>
                    <a:pt x="747826" y="6718"/>
                  </a:lnTo>
                  <a:lnTo>
                    <a:pt x="747826" y="355"/>
                  </a:lnTo>
                  <a:lnTo>
                    <a:pt x="590143" y="355"/>
                  </a:lnTo>
                  <a:lnTo>
                    <a:pt x="590143" y="0"/>
                  </a:lnTo>
                  <a:lnTo>
                    <a:pt x="561657" y="0"/>
                  </a:lnTo>
                  <a:lnTo>
                    <a:pt x="159143" y="0"/>
                  </a:lnTo>
                  <a:lnTo>
                    <a:pt x="130657" y="0"/>
                  </a:lnTo>
                  <a:lnTo>
                    <a:pt x="130657" y="28549"/>
                  </a:lnTo>
                  <a:lnTo>
                    <a:pt x="159143" y="28549"/>
                  </a:lnTo>
                  <a:lnTo>
                    <a:pt x="561657" y="28549"/>
                  </a:lnTo>
                  <a:lnTo>
                    <a:pt x="590143" y="28549"/>
                  </a:lnTo>
                  <a:lnTo>
                    <a:pt x="590143" y="28333"/>
                  </a:lnTo>
                  <a:lnTo>
                    <a:pt x="747687" y="28333"/>
                  </a:lnTo>
                  <a:lnTo>
                    <a:pt x="747687" y="21971"/>
                  </a:lnTo>
                  <a:lnTo>
                    <a:pt x="750671" y="21971"/>
                  </a:lnTo>
                  <a:lnTo>
                    <a:pt x="750671" y="6718"/>
                  </a:lnTo>
                  <a:close/>
                </a:path>
              </a:pathLst>
            </a:custGeom>
            <a:solidFill>
              <a:srgbClr val="336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0" y="3"/>
            <a:ext cx="6886575" cy="10287000"/>
            <a:chOff x="0" y="3"/>
            <a:chExt cx="6886575" cy="10287000"/>
          </a:xfrm>
        </p:grpSpPr>
        <p:sp>
          <p:nvSpPr>
            <p:cNvPr id="76" name="object 76"/>
            <p:cNvSpPr/>
            <p:nvPr/>
          </p:nvSpPr>
          <p:spPr>
            <a:xfrm>
              <a:off x="0" y="3"/>
              <a:ext cx="6886575" cy="10287000"/>
            </a:xfrm>
            <a:custGeom>
              <a:avLst/>
              <a:gdLst/>
              <a:ahLst/>
              <a:cxnLst/>
              <a:rect l="l" t="t" r="r" b="b"/>
              <a:pathLst>
                <a:path w="6886575" h="10287000">
                  <a:moveTo>
                    <a:pt x="688657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6886574" y="0"/>
                  </a:lnTo>
                  <a:lnTo>
                    <a:pt x="6886574" y="10286999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5317" y="7516976"/>
              <a:ext cx="1825625" cy="996950"/>
            </a:xfrm>
            <a:custGeom>
              <a:avLst/>
              <a:gdLst/>
              <a:ahLst/>
              <a:cxnLst/>
              <a:rect l="l" t="t" r="r" b="b"/>
              <a:pathLst>
                <a:path w="1825625" h="996950">
                  <a:moveTo>
                    <a:pt x="1825266" y="996897"/>
                  </a:moveTo>
                  <a:lnTo>
                    <a:pt x="216" y="996897"/>
                  </a:lnTo>
                  <a:lnTo>
                    <a:pt x="0" y="663949"/>
                  </a:lnTo>
                  <a:lnTo>
                    <a:pt x="2548" y="618907"/>
                  </a:lnTo>
                  <a:lnTo>
                    <a:pt x="10213" y="574694"/>
                  </a:lnTo>
                  <a:lnTo>
                    <a:pt x="22825" y="531582"/>
                  </a:lnTo>
                  <a:lnTo>
                    <a:pt x="40218" y="489842"/>
                  </a:lnTo>
                  <a:lnTo>
                    <a:pt x="62224" y="449745"/>
                  </a:lnTo>
                  <a:lnTo>
                    <a:pt x="88677" y="411563"/>
                  </a:lnTo>
                  <a:lnTo>
                    <a:pt x="119407" y="375566"/>
                  </a:lnTo>
                  <a:lnTo>
                    <a:pt x="154249" y="342027"/>
                  </a:lnTo>
                  <a:lnTo>
                    <a:pt x="193034" y="311217"/>
                  </a:lnTo>
                  <a:lnTo>
                    <a:pt x="235595" y="283406"/>
                  </a:lnTo>
                  <a:lnTo>
                    <a:pt x="716304" y="0"/>
                  </a:lnTo>
                  <a:lnTo>
                    <a:pt x="1100524" y="0"/>
                  </a:lnTo>
                  <a:lnTo>
                    <a:pt x="1587075" y="283838"/>
                  </a:lnTo>
                  <a:lnTo>
                    <a:pt x="1630018" y="311603"/>
                  </a:lnTo>
                  <a:lnTo>
                    <a:pt x="1669168" y="342404"/>
                  </a:lnTo>
                  <a:lnTo>
                    <a:pt x="1704354" y="375968"/>
                  </a:lnTo>
                  <a:lnTo>
                    <a:pt x="1735405" y="412019"/>
                  </a:lnTo>
                  <a:lnTo>
                    <a:pt x="1762148" y="450286"/>
                  </a:lnTo>
                  <a:lnTo>
                    <a:pt x="1784414" y="490492"/>
                  </a:lnTo>
                  <a:lnTo>
                    <a:pt x="1802029" y="532366"/>
                  </a:lnTo>
                  <a:lnTo>
                    <a:pt x="1814824" y="575632"/>
                  </a:lnTo>
                  <a:lnTo>
                    <a:pt x="1822627" y="620017"/>
                  </a:lnTo>
                  <a:lnTo>
                    <a:pt x="1825266" y="665247"/>
                  </a:lnTo>
                  <a:lnTo>
                    <a:pt x="1825266" y="996897"/>
                  </a:lnTo>
                  <a:close/>
                </a:path>
              </a:pathLst>
            </a:custGeom>
            <a:solidFill>
              <a:srgbClr val="95D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35313" y="7516977"/>
              <a:ext cx="1825625" cy="996950"/>
            </a:xfrm>
            <a:custGeom>
              <a:avLst/>
              <a:gdLst/>
              <a:ahLst/>
              <a:cxnLst/>
              <a:rect l="l" t="t" r="r" b="b"/>
              <a:pathLst>
                <a:path w="1825625" h="996950">
                  <a:moveTo>
                    <a:pt x="764895" y="796988"/>
                  </a:moveTo>
                  <a:lnTo>
                    <a:pt x="764311" y="697039"/>
                  </a:lnTo>
                  <a:lnTo>
                    <a:pt x="762406" y="597141"/>
                  </a:lnTo>
                  <a:lnTo>
                    <a:pt x="759104" y="497319"/>
                  </a:lnTo>
                  <a:lnTo>
                    <a:pt x="754291" y="397586"/>
                  </a:lnTo>
                  <a:lnTo>
                    <a:pt x="747864" y="297954"/>
                  </a:lnTo>
                  <a:lnTo>
                    <a:pt x="744004" y="248196"/>
                  </a:lnTo>
                  <a:lnTo>
                    <a:pt x="739711" y="198475"/>
                  </a:lnTo>
                  <a:lnTo>
                    <a:pt x="734949" y="148793"/>
                  </a:lnTo>
                  <a:lnTo>
                    <a:pt x="729729" y="99148"/>
                  </a:lnTo>
                  <a:lnTo>
                    <a:pt x="724027" y="49555"/>
                  </a:lnTo>
                  <a:lnTo>
                    <a:pt x="717816" y="0"/>
                  </a:lnTo>
                  <a:lnTo>
                    <a:pt x="716305" y="0"/>
                  </a:lnTo>
                  <a:lnTo>
                    <a:pt x="235597" y="283413"/>
                  </a:lnTo>
                  <a:lnTo>
                    <a:pt x="193027" y="311226"/>
                  </a:lnTo>
                  <a:lnTo>
                    <a:pt x="154241" y="342036"/>
                  </a:lnTo>
                  <a:lnTo>
                    <a:pt x="119405" y="375577"/>
                  </a:lnTo>
                  <a:lnTo>
                    <a:pt x="88671" y="411568"/>
                  </a:lnTo>
                  <a:lnTo>
                    <a:pt x="62217" y="449745"/>
                  </a:lnTo>
                  <a:lnTo>
                    <a:pt x="40220" y="489851"/>
                  </a:lnTo>
                  <a:lnTo>
                    <a:pt x="22821" y="531583"/>
                  </a:lnTo>
                  <a:lnTo>
                    <a:pt x="10210" y="574700"/>
                  </a:lnTo>
                  <a:lnTo>
                    <a:pt x="2540" y="618909"/>
                  </a:lnTo>
                  <a:lnTo>
                    <a:pt x="0" y="663956"/>
                  </a:lnTo>
                  <a:lnTo>
                    <a:pt x="215" y="996899"/>
                  </a:lnTo>
                  <a:lnTo>
                    <a:pt x="762596" y="996899"/>
                  </a:lnTo>
                  <a:lnTo>
                    <a:pt x="764298" y="896950"/>
                  </a:lnTo>
                  <a:lnTo>
                    <a:pt x="764895" y="796988"/>
                  </a:lnTo>
                  <a:close/>
                </a:path>
                <a:path w="1825625" h="996950">
                  <a:moveTo>
                    <a:pt x="1825269" y="665251"/>
                  </a:moveTo>
                  <a:lnTo>
                    <a:pt x="1822627" y="620026"/>
                  </a:lnTo>
                  <a:lnTo>
                    <a:pt x="1814817" y="575640"/>
                  </a:lnTo>
                  <a:lnTo>
                    <a:pt x="1802028" y="532371"/>
                  </a:lnTo>
                  <a:lnTo>
                    <a:pt x="1784413" y="490499"/>
                  </a:lnTo>
                  <a:lnTo>
                    <a:pt x="1762150" y="450291"/>
                  </a:lnTo>
                  <a:lnTo>
                    <a:pt x="1735404" y="412026"/>
                  </a:lnTo>
                  <a:lnTo>
                    <a:pt x="1704352" y="375970"/>
                  </a:lnTo>
                  <a:lnTo>
                    <a:pt x="1669161" y="342404"/>
                  </a:lnTo>
                  <a:lnTo>
                    <a:pt x="1630019" y="311607"/>
                  </a:lnTo>
                  <a:lnTo>
                    <a:pt x="1587068" y="283845"/>
                  </a:lnTo>
                  <a:lnTo>
                    <a:pt x="1119987" y="11252"/>
                  </a:lnTo>
                  <a:lnTo>
                    <a:pt x="1111300" y="59944"/>
                  </a:lnTo>
                  <a:lnTo>
                    <a:pt x="1103490" y="108737"/>
                  </a:lnTo>
                  <a:lnTo>
                    <a:pt x="1096543" y="157607"/>
                  </a:lnTo>
                  <a:lnTo>
                    <a:pt x="1090434" y="206552"/>
                  </a:lnTo>
                  <a:lnTo>
                    <a:pt x="1085126" y="255587"/>
                  </a:lnTo>
                  <a:lnTo>
                    <a:pt x="1080604" y="304685"/>
                  </a:lnTo>
                  <a:lnTo>
                    <a:pt x="1076820" y="353860"/>
                  </a:lnTo>
                  <a:lnTo>
                    <a:pt x="1073759" y="403098"/>
                  </a:lnTo>
                  <a:lnTo>
                    <a:pt x="1071397" y="452386"/>
                  </a:lnTo>
                  <a:lnTo>
                    <a:pt x="1069695" y="501726"/>
                  </a:lnTo>
                  <a:lnTo>
                    <a:pt x="1068628" y="551116"/>
                  </a:lnTo>
                  <a:lnTo>
                    <a:pt x="1068171" y="600544"/>
                  </a:lnTo>
                  <a:lnTo>
                    <a:pt x="1068285" y="650011"/>
                  </a:lnTo>
                  <a:lnTo>
                    <a:pt x="1068959" y="699516"/>
                  </a:lnTo>
                  <a:lnTo>
                    <a:pt x="1070165" y="749046"/>
                  </a:lnTo>
                  <a:lnTo>
                    <a:pt x="1071854" y="798588"/>
                  </a:lnTo>
                  <a:lnTo>
                    <a:pt x="1074013" y="848156"/>
                  </a:lnTo>
                  <a:lnTo>
                    <a:pt x="1079614" y="947318"/>
                  </a:lnTo>
                  <a:lnTo>
                    <a:pt x="1082992" y="996899"/>
                  </a:lnTo>
                  <a:lnTo>
                    <a:pt x="1825269" y="996899"/>
                  </a:lnTo>
                  <a:lnTo>
                    <a:pt x="1825269" y="665251"/>
                  </a:lnTo>
                  <a:close/>
                </a:path>
              </a:pathLst>
            </a:custGeom>
            <a:solidFill>
              <a:srgbClr val="2033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86452" y="7231839"/>
              <a:ext cx="312420" cy="287655"/>
            </a:xfrm>
            <a:custGeom>
              <a:avLst/>
              <a:gdLst/>
              <a:ahLst/>
              <a:cxnLst/>
              <a:rect l="l" t="t" r="r" b="b"/>
              <a:pathLst>
                <a:path w="312420" h="287654">
                  <a:moveTo>
                    <a:pt x="312395" y="287084"/>
                  </a:moveTo>
                  <a:lnTo>
                    <a:pt x="0" y="287084"/>
                  </a:lnTo>
                  <a:lnTo>
                    <a:pt x="0" y="0"/>
                  </a:lnTo>
                  <a:lnTo>
                    <a:pt x="312395" y="0"/>
                  </a:lnTo>
                  <a:lnTo>
                    <a:pt x="312395" y="287084"/>
                  </a:lnTo>
                  <a:close/>
                </a:path>
              </a:pathLst>
            </a:custGeom>
            <a:solidFill>
              <a:srgbClr val="EBA5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028573" y="6414504"/>
              <a:ext cx="828675" cy="902335"/>
            </a:xfrm>
            <a:custGeom>
              <a:avLst/>
              <a:gdLst/>
              <a:ahLst/>
              <a:cxnLst/>
              <a:rect l="l" t="t" r="r" b="b"/>
              <a:pathLst>
                <a:path w="828675" h="902334">
                  <a:moveTo>
                    <a:pt x="536308" y="901708"/>
                  </a:moveTo>
                  <a:lnTo>
                    <a:pt x="292492" y="901708"/>
                  </a:lnTo>
                  <a:lnTo>
                    <a:pt x="245242" y="897864"/>
                  </a:lnTo>
                  <a:lnTo>
                    <a:pt x="200349" y="886740"/>
                  </a:lnTo>
                  <a:lnTo>
                    <a:pt x="158427" y="868950"/>
                  </a:lnTo>
                  <a:lnTo>
                    <a:pt x="120095" y="845106"/>
                  </a:lnTo>
                  <a:lnTo>
                    <a:pt x="85968" y="815820"/>
                  </a:lnTo>
                  <a:lnTo>
                    <a:pt x="56664" y="781706"/>
                  </a:lnTo>
                  <a:lnTo>
                    <a:pt x="32798" y="743376"/>
                  </a:lnTo>
                  <a:lnTo>
                    <a:pt x="14988" y="701442"/>
                  </a:lnTo>
                  <a:lnTo>
                    <a:pt x="3849" y="656517"/>
                  </a:lnTo>
                  <a:lnTo>
                    <a:pt x="0" y="609215"/>
                  </a:lnTo>
                  <a:lnTo>
                    <a:pt x="0" y="292492"/>
                  </a:lnTo>
                  <a:lnTo>
                    <a:pt x="3849" y="245190"/>
                  </a:lnTo>
                  <a:lnTo>
                    <a:pt x="14988" y="200265"/>
                  </a:lnTo>
                  <a:lnTo>
                    <a:pt x="32798" y="158332"/>
                  </a:lnTo>
                  <a:lnTo>
                    <a:pt x="56663" y="120001"/>
                  </a:lnTo>
                  <a:lnTo>
                    <a:pt x="85968" y="85887"/>
                  </a:lnTo>
                  <a:lnTo>
                    <a:pt x="120095" y="56601"/>
                  </a:lnTo>
                  <a:lnTo>
                    <a:pt x="158427" y="32757"/>
                  </a:lnTo>
                  <a:lnTo>
                    <a:pt x="200348" y="14967"/>
                  </a:lnTo>
                  <a:lnTo>
                    <a:pt x="245242" y="3843"/>
                  </a:lnTo>
                  <a:lnTo>
                    <a:pt x="292492" y="0"/>
                  </a:lnTo>
                  <a:lnTo>
                    <a:pt x="536308" y="0"/>
                  </a:lnTo>
                  <a:lnTo>
                    <a:pt x="583552" y="3843"/>
                  </a:lnTo>
                  <a:lnTo>
                    <a:pt x="628430" y="14967"/>
                  </a:lnTo>
                  <a:lnTo>
                    <a:pt x="670327" y="32757"/>
                  </a:lnTo>
                  <a:lnTo>
                    <a:pt x="708630" y="56601"/>
                  </a:lnTo>
                  <a:lnTo>
                    <a:pt x="742724" y="85887"/>
                  </a:lnTo>
                  <a:lnTo>
                    <a:pt x="771997" y="120001"/>
                  </a:lnTo>
                  <a:lnTo>
                    <a:pt x="795833" y="158332"/>
                  </a:lnTo>
                  <a:lnTo>
                    <a:pt x="813619" y="200265"/>
                  </a:lnTo>
                  <a:lnTo>
                    <a:pt x="824741" y="245190"/>
                  </a:lnTo>
                  <a:lnTo>
                    <a:pt x="828585" y="292492"/>
                  </a:lnTo>
                  <a:lnTo>
                    <a:pt x="828585" y="609215"/>
                  </a:lnTo>
                  <a:lnTo>
                    <a:pt x="824741" y="656517"/>
                  </a:lnTo>
                  <a:lnTo>
                    <a:pt x="813619" y="701442"/>
                  </a:lnTo>
                  <a:lnTo>
                    <a:pt x="795833" y="743376"/>
                  </a:lnTo>
                  <a:lnTo>
                    <a:pt x="771997" y="781706"/>
                  </a:lnTo>
                  <a:lnTo>
                    <a:pt x="742724" y="815820"/>
                  </a:lnTo>
                  <a:lnTo>
                    <a:pt x="708630" y="845106"/>
                  </a:lnTo>
                  <a:lnTo>
                    <a:pt x="670327" y="868950"/>
                  </a:lnTo>
                  <a:lnTo>
                    <a:pt x="628430" y="886740"/>
                  </a:lnTo>
                  <a:lnTo>
                    <a:pt x="583552" y="897864"/>
                  </a:lnTo>
                  <a:lnTo>
                    <a:pt x="536308" y="901708"/>
                  </a:lnTo>
                  <a:close/>
                </a:path>
              </a:pathLst>
            </a:custGeom>
            <a:solidFill>
              <a:srgbClr val="ECB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743869" y="6195671"/>
              <a:ext cx="1221105" cy="636270"/>
            </a:xfrm>
            <a:custGeom>
              <a:avLst/>
              <a:gdLst/>
              <a:ahLst/>
              <a:cxnLst/>
              <a:rect l="l" t="t" r="r" b="b"/>
              <a:pathLst>
                <a:path w="1221105" h="636270">
                  <a:moveTo>
                    <a:pt x="1156773" y="635720"/>
                  </a:moveTo>
                  <a:lnTo>
                    <a:pt x="1084342" y="602474"/>
                  </a:lnTo>
                  <a:lnTo>
                    <a:pt x="1049380" y="569576"/>
                  </a:lnTo>
                  <a:lnTo>
                    <a:pt x="1016557" y="533554"/>
                  </a:lnTo>
                  <a:lnTo>
                    <a:pt x="983212" y="498937"/>
                  </a:lnTo>
                  <a:lnTo>
                    <a:pt x="946681" y="470258"/>
                  </a:lnTo>
                  <a:lnTo>
                    <a:pt x="904304" y="452047"/>
                  </a:lnTo>
                  <a:lnTo>
                    <a:pt x="901491" y="451398"/>
                  </a:lnTo>
                  <a:lnTo>
                    <a:pt x="857601" y="448606"/>
                  </a:lnTo>
                  <a:lnTo>
                    <a:pt x="813873" y="456969"/>
                  </a:lnTo>
                  <a:lnTo>
                    <a:pt x="770794" y="472390"/>
                  </a:lnTo>
                  <a:lnTo>
                    <a:pt x="684561" y="509789"/>
                  </a:lnTo>
                  <a:lnTo>
                    <a:pt x="639457" y="527334"/>
                  </a:lnTo>
                  <a:lnTo>
                    <a:pt x="593654" y="542991"/>
                  </a:lnTo>
                  <a:lnTo>
                    <a:pt x="547270" y="556345"/>
                  </a:lnTo>
                  <a:lnTo>
                    <a:pt x="500419" y="566983"/>
                  </a:lnTo>
                  <a:lnTo>
                    <a:pt x="453217" y="574488"/>
                  </a:lnTo>
                  <a:lnTo>
                    <a:pt x="405780" y="578447"/>
                  </a:lnTo>
                  <a:lnTo>
                    <a:pt x="358224" y="578444"/>
                  </a:lnTo>
                  <a:lnTo>
                    <a:pt x="310665" y="574064"/>
                  </a:lnTo>
                  <a:lnTo>
                    <a:pt x="263345" y="564547"/>
                  </a:lnTo>
                  <a:lnTo>
                    <a:pt x="217165" y="549470"/>
                  </a:lnTo>
                  <a:lnTo>
                    <a:pt x="173008" y="529137"/>
                  </a:lnTo>
                  <a:lnTo>
                    <a:pt x="131757" y="503852"/>
                  </a:lnTo>
                  <a:lnTo>
                    <a:pt x="94294" y="473919"/>
                  </a:lnTo>
                  <a:lnTo>
                    <a:pt x="61504" y="439644"/>
                  </a:lnTo>
                  <a:lnTo>
                    <a:pt x="34270" y="401330"/>
                  </a:lnTo>
                  <a:lnTo>
                    <a:pt x="13474" y="359283"/>
                  </a:lnTo>
                  <a:lnTo>
                    <a:pt x="0" y="313806"/>
                  </a:lnTo>
                  <a:lnTo>
                    <a:pt x="47129" y="320672"/>
                  </a:lnTo>
                  <a:lnTo>
                    <a:pt x="94348" y="317604"/>
                  </a:lnTo>
                  <a:lnTo>
                    <a:pt x="140918" y="306099"/>
                  </a:lnTo>
                  <a:lnTo>
                    <a:pt x="186101" y="287653"/>
                  </a:lnTo>
                  <a:lnTo>
                    <a:pt x="229155" y="263762"/>
                  </a:lnTo>
                  <a:lnTo>
                    <a:pt x="269343" y="235923"/>
                  </a:lnTo>
                  <a:lnTo>
                    <a:pt x="306904" y="205490"/>
                  </a:lnTo>
                  <a:lnTo>
                    <a:pt x="343316" y="173537"/>
                  </a:lnTo>
                  <a:lnTo>
                    <a:pt x="379380" y="141139"/>
                  </a:lnTo>
                  <a:lnTo>
                    <a:pt x="415894" y="109372"/>
                  </a:lnTo>
                  <a:lnTo>
                    <a:pt x="453659" y="79311"/>
                  </a:lnTo>
                  <a:lnTo>
                    <a:pt x="493472" y="52033"/>
                  </a:lnTo>
                  <a:lnTo>
                    <a:pt x="536614" y="29052"/>
                  </a:lnTo>
                  <a:lnTo>
                    <a:pt x="582821" y="11834"/>
                  </a:lnTo>
                  <a:lnTo>
                    <a:pt x="630578" y="1707"/>
                  </a:lnTo>
                  <a:lnTo>
                    <a:pt x="678372" y="0"/>
                  </a:lnTo>
                  <a:lnTo>
                    <a:pt x="724687" y="8039"/>
                  </a:lnTo>
                  <a:lnTo>
                    <a:pt x="768009" y="27154"/>
                  </a:lnTo>
                  <a:lnTo>
                    <a:pt x="802569" y="52774"/>
                  </a:lnTo>
                  <a:lnTo>
                    <a:pt x="834696" y="81861"/>
                  </a:lnTo>
                  <a:lnTo>
                    <a:pt x="867553" y="109448"/>
                  </a:lnTo>
                  <a:lnTo>
                    <a:pt x="904304" y="130565"/>
                  </a:lnTo>
                  <a:lnTo>
                    <a:pt x="924819" y="137251"/>
                  </a:lnTo>
                  <a:lnTo>
                    <a:pt x="945922" y="141869"/>
                  </a:lnTo>
                  <a:lnTo>
                    <a:pt x="988676" y="149603"/>
                  </a:lnTo>
                  <a:lnTo>
                    <a:pt x="1035700" y="164773"/>
                  </a:lnTo>
                  <a:lnTo>
                    <a:pt x="1078934" y="188198"/>
                  </a:lnTo>
                  <a:lnTo>
                    <a:pt x="1117650" y="218685"/>
                  </a:lnTo>
                  <a:lnTo>
                    <a:pt x="1151122" y="255039"/>
                  </a:lnTo>
                  <a:lnTo>
                    <a:pt x="1178623" y="296066"/>
                  </a:lnTo>
                  <a:lnTo>
                    <a:pt x="1200320" y="359197"/>
                  </a:lnTo>
                  <a:lnTo>
                    <a:pt x="1210458" y="406047"/>
                  </a:lnTo>
                  <a:lnTo>
                    <a:pt x="1217908" y="457469"/>
                  </a:lnTo>
                  <a:lnTo>
                    <a:pt x="1221012" y="509252"/>
                  </a:lnTo>
                  <a:lnTo>
                    <a:pt x="1218110" y="557181"/>
                  </a:lnTo>
                  <a:lnTo>
                    <a:pt x="1207542" y="597044"/>
                  </a:lnTo>
                  <a:lnTo>
                    <a:pt x="1187650" y="624628"/>
                  </a:lnTo>
                  <a:lnTo>
                    <a:pt x="1156773" y="635720"/>
                  </a:lnTo>
                  <a:close/>
                </a:path>
              </a:pathLst>
            </a:custGeom>
            <a:solidFill>
              <a:srgbClr val="2033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390650" y="6185407"/>
              <a:ext cx="1078230" cy="2277745"/>
            </a:xfrm>
            <a:custGeom>
              <a:avLst/>
              <a:gdLst/>
              <a:ahLst/>
              <a:cxnLst/>
              <a:rect l="l" t="t" r="r" b="b"/>
              <a:pathLst>
                <a:path w="1078230" h="2277745">
                  <a:moveTo>
                    <a:pt x="441413" y="927620"/>
                  </a:moveTo>
                  <a:lnTo>
                    <a:pt x="423468" y="886650"/>
                  </a:lnTo>
                  <a:lnTo>
                    <a:pt x="379107" y="847674"/>
                  </a:lnTo>
                  <a:lnTo>
                    <a:pt x="311454" y="814362"/>
                  </a:lnTo>
                  <a:lnTo>
                    <a:pt x="269875" y="800963"/>
                  </a:lnTo>
                  <a:lnTo>
                    <a:pt x="223647" y="790359"/>
                  </a:lnTo>
                  <a:lnTo>
                    <a:pt x="173139" y="782993"/>
                  </a:lnTo>
                  <a:lnTo>
                    <a:pt x="118783" y="779310"/>
                  </a:lnTo>
                  <a:lnTo>
                    <a:pt x="60934" y="779792"/>
                  </a:lnTo>
                  <a:lnTo>
                    <a:pt x="0" y="784885"/>
                  </a:lnTo>
                  <a:lnTo>
                    <a:pt x="37122" y="829995"/>
                  </a:lnTo>
                  <a:lnTo>
                    <a:pt x="131102" y="923201"/>
                  </a:lnTo>
                  <a:lnTo>
                    <a:pt x="255917" y="1001280"/>
                  </a:lnTo>
                  <a:lnTo>
                    <a:pt x="385521" y="1001001"/>
                  </a:lnTo>
                  <a:lnTo>
                    <a:pt x="411937" y="984872"/>
                  </a:lnTo>
                  <a:lnTo>
                    <a:pt x="429806" y="966965"/>
                  </a:lnTo>
                  <a:lnTo>
                    <a:pt x="439496" y="947724"/>
                  </a:lnTo>
                  <a:lnTo>
                    <a:pt x="441413" y="927620"/>
                  </a:lnTo>
                  <a:close/>
                </a:path>
                <a:path w="1078230" h="2277745">
                  <a:moveTo>
                    <a:pt x="462305" y="1368628"/>
                  </a:moveTo>
                  <a:lnTo>
                    <a:pt x="451091" y="1329397"/>
                  </a:lnTo>
                  <a:lnTo>
                    <a:pt x="412445" y="1295692"/>
                  </a:lnTo>
                  <a:lnTo>
                    <a:pt x="350126" y="1270482"/>
                  </a:lnTo>
                  <a:lnTo>
                    <a:pt x="311277" y="1261999"/>
                  </a:lnTo>
                  <a:lnTo>
                    <a:pt x="267919" y="1256753"/>
                  </a:lnTo>
                  <a:lnTo>
                    <a:pt x="220522" y="1255128"/>
                  </a:lnTo>
                  <a:lnTo>
                    <a:pt x="169557" y="1257490"/>
                  </a:lnTo>
                  <a:lnTo>
                    <a:pt x="115506" y="1264196"/>
                  </a:lnTo>
                  <a:lnTo>
                    <a:pt x="58826" y="1275651"/>
                  </a:lnTo>
                  <a:lnTo>
                    <a:pt x="0" y="1292199"/>
                  </a:lnTo>
                  <a:lnTo>
                    <a:pt x="44983" y="1329448"/>
                  </a:lnTo>
                  <a:lnTo>
                    <a:pt x="154901" y="1403134"/>
                  </a:lnTo>
                  <a:lnTo>
                    <a:pt x="292239" y="1456118"/>
                  </a:lnTo>
                  <a:lnTo>
                    <a:pt x="419481" y="1431302"/>
                  </a:lnTo>
                  <a:lnTo>
                    <a:pt x="442341" y="1410398"/>
                  </a:lnTo>
                  <a:lnTo>
                    <a:pt x="456463" y="1389380"/>
                  </a:lnTo>
                  <a:lnTo>
                    <a:pt x="462305" y="1368628"/>
                  </a:lnTo>
                  <a:close/>
                </a:path>
                <a:path w="1078230" h="2277745">
                  <a:moveTo>
                    <a:pt x="494195" y="543509"/>
                  </a:moveTo>
                  <a:lnTo>
                    <a:pt x="483158" y="500176"/>
                  </a:lnTo>
                  <a:lnTo>
                    <a:pt x="445719" y="454558"/>
                  </a:lnTo>
                  <a:lnTo>
                    <a:pt x="384365" y="410730"/>
                  </a:lnTo>
                  <a:lnTo>
                    <a:pt x="345503" y="390766"/>
                  </a:lnTo>
                  <a:lnTo>
                    <a:pt x="301599" y="372795"/>
                  </a:lnTo>
                  <a:lnTo>
                    <a:pt x="252958" y="357314"/>
                  </a:lnTo>
                  <a:lnTo>
                    <a:pt x="199898" y="344843"/>
                  </a:lnTo>
                  <a:lnTo>
                    <a:pt x="142735" y="335902"/>
                  </a:lnTo>
                  <a:lnTo>
                    <a:pt x="81775" y="331000"/>
                  </a:lnTo>
                  <a:lnTo>
                    <a:pt x="111086" y="381546"/>
                  </a:lnTo>
                  <a:lnTo>
                    <a:pt x="188709" y="488797"/>
                  </a:lnTo>
                  <a:lnTo>
                    <a:pt x="299186" y="586092"/>
                  </a:lnTo>
                  <a:lnTo>
                    <a:pt x="427062" y="606831"/>
                  </a:lnTo>
                  <a:lnTo>
                    <a:pt x="455777" y="595198"/>
                  </a:lnTo>
                  <a:lnTo>
                    <a:pt x="476326" y="580415"/>
                  </a:lnTo>
                  <a:lnTo>
                    <a:pt x="489026" y="563016"/>
                  </a:lnTo>
                  <a:lnTo>
                    <a:pt x="494195" y="543509"/>
                  </a:lnTo>
                  <a:close/>
                </a:path>
                <a:path w="1078230" h="2277745">
                  <a:moveTo>
                    <a:pt x="607771" y="1754568"/>
                  </a:moveTo>
                  <a:lnTo>
                    <a:pt x="586892" y="1719529"/>
                  </a:lnTo>
                  <a:lnTo>
                    <a:pt x="540905" y="1696859"/>
                  </a:lnTo>
                  <a:lnTo>
                    <a:pt x="474192" y="1688465"/>
                  </a:lnTo>
                  <a:lnTo>
                    <a:pt x="434441" y="1690217"/>
                  </a:lnTo>
                  <a:lnTo>
                    <a:pt x="391172" y="1696250"/>
                  </a:lnTo>
                  <a:lnTo>
                    <a:pt x="344906" y="1706816"/>
                  </a:lnTo>
                  <a:lnTo>
                    <a:pt x="296214" y="1722132"/>
                  </a:lnTo>
                  <a:lnTo>
                    <a:pt x="245643" y="1742465"/>
                  </a:lnTo>
                  <a:lnTo>
                    <a:pt x="193738" y="1768030"/>
                  </a:lnTo>
                  <a:lnTo>
                    <a:pt x="141058" y="1799082"/>
                  </a:lnTo>
                  <a:lnTo>
                    <a:pt x="194106" y="1823580"/>
                  </a:lnTo>
                  <a:lnTo>
                    <a:pt x="319290" y="1866633"/>
                  </a:lnTo>
                  <a:lnTo>
                    <a:pt x="465696" y="1882686"/>
                  </a:lnTo>
                  <a:lnTo>
                    <a:pt x="582396" y="1826133"/>
                  </a:lnTo>
                  <a:lnTo>
                    <a:pt x="599147" y="1800059"/>
                  </a:lnTo>
                  <a:lnTo>
                    <a:pt x="607415" y="1776133"/>
                  </a:lnTo>
                  <a:lnTo>
                    <a:pt x="607771" y="1754568"/>
                  </a:lnTo>
                  <a:close/>
                </a:path>
                <a:path w="1078230" h="2277745">
                  <a:moveTo>
                    <a:pt x="788136" y="0"/>
                  </a:moveTo>
                  <a:lnTo>
                    <a:pt x="735787" y="31546"/>
                  </a:lnTo>
                  <a:lnTo>
                    <a:pt x="688632" y="65011"/>
                  </a:lnTo>
                  <a:lnTo>
                    <a:pt x="646709" y="99809"/>
                  </a:lnTo>
                  <a:lnTo>
                    <a:pt x="610082" y="135343"/>
                  </a:lnTo>
                  <a:lnTo>
                    <a:pt x="578789" y="171005"/>
                  </a:lnTo>
                  <a:lnTo>
                    <a:pt x="552907" y="206209"/>
                  </a:lnTo>
                  <a:lnTo>
                    <a:pt x="532460" y="240334"/>
                  </a:lnTo>
                  <a:lnTo>
                    <a:pt x="508114" y="303009"/>
                  </a:lnTo>
                  <a:lnTo>
                    <a:pt x="504329" y="330352"/>
                  </a:lnTo>
                  <a:lnTo>
                    <a:pt x="506183" y="354241"/>
                  </a:lnTo>
                  <a:lnTo>
                    <a:pt x="513753" y="374078"/>
                  </a:lnTo>
                  <a:lnTo>
                    <a:pt x="527062" y="389255"/>
                  </a:lnTo>
                  <a:lnTo>
                    <a:pt x="546188" y="399186"/>
                  </a:lnTo>
                  <a:lnTo>
                    <a:pt x="571182" y="403250"/>
                  </a:lnTo>
                  <a:lnTo>
                    <a:pt x="602081" y="400875"/>
                  </a:lnTo>
                  <a:lnTo>
                    <a:pt x="707263" y="325183"/>
                  </a:lnTo>
                  <a:lnTo>
                    <a:pt x="762762" y="188836"/>
                  </a:lnTo>
                  <a:lnTo>
                    <a:pt x="784428" y="58280"/>
                  </a:lnTo>
                  <a:lnTo>
                    <a:pt x="788136" y="0"/>
                  </a:lnTo>
                  <a:close/>
                </a:path>
                <a:path w="1078230" h="2277745">
                  <a:moveTo>
                    <a:pt x="819937" y="1048169"/>
                  </a:moveTo>
                  <a:lnTo>
                    <a:pt x="762012" y="1067790"/>
                  </a:lnTo>
                  <a:lnTo>
                    <a:pt x="708748" y="1090396"/>
                  </a:lnTo>
                  <a:lnTo>
                    <a:pt x="660336" y="1115415"/>
                  </a:lnTo>
                  <a:lnTo>
                    <a:pt x="616940" y="1142288"/>
                  </a:lnTo>
                  <a:lnTo>
                    <a:pt x="578739" y="1170432"/>
                  </a:lnTo>
                  <a:lnTo>
                    <a:pt x="545909" y="1199273"/>
                  </a:lnTo>
                  <a:lnTo>
                    <a:pt x="518642" y="1228229"/>
                  </a:lnTo>
                  <a:lnTo>
                    <a:pt x="481469" y="1284236"/>
                  </a:lnTo>
                  <a:lnTo>
                    <a:pt x="468617" y="1333868"/>
                  </a:lnTo>
                  <a:lnTo>
                    <a:pt x="471779" y="1354861"/>
                  </a:lnTo>
                  <a:lnTo>
                    <a:pt x="481545" y="1372539"/>
                  </a:lnTo>
                  <a:lnTo>
                    <a:pt x="498106" y="1386319"/>
                  </a:lnTo>
                  <a:lnTo>
                    <a:pt x="521639" y="1395653"/>
                  </a:lnTo>
                  <a:lnTo>
                    <a:pt x="552323" y="1399933"/>
                  </a:lnTo>
                  <a:lnTo>
                    <a:pt x="671347" y="1348536"/>
                  </a:lnTo>
                  <a:lnTo>
                    <a:pt x="754761" y="1227213"/>
                  </a:lnTo>
                  <a:lnTo>
                    <a:pt x="803859" y="1104315"/>
                  </a:lnTo>
                  <a:lnTo>
                    <a:pt x="819937" y="1048169"/>
                  </a:lnTo>
                  <a:close/>
                </a:path>
                <a:path w="1078230" h="2277745">
                  <a:moveTo>
                    <a:pt x="851522" y="700938"/>
                  </a:moveTo>
                  <a:lnTo>
                    <a:pt x="790917" y="709193"/>
                  </a:lnTo>
                  <a:lnTo>
                    <a:pt x="734339" y="721283"/>
                  </a:lnTo>
                  <a:lnTo>
                    <a:pt x="682053" y="736650"/>
                  </a:lnTo>
                  <a:lnTo>
                    <a:pt x="634352" y="754799"/>
                  </a:lnTo>
                  <a:lnTo>
                    <a:pt x="591515" y="775182"/>
                  </a:lnTo>
                  <a:lnTo>
                    <a:pt x="553821" y="797267"/>
                  </a:lnTo>
                  <a:lnTo>
                    <a:pt x="521550" y="820534"/>
                  </a:lnTo>
                  <a:lnTo>
                    <a:pt x="474421" y="868489"/>
                  </a:lnTo>
                  <a:lnTo>
                    <a:pt x="452412" y="914806"/>
                  </a:lnTo>
                  <a:lnTo>
                    <a:pt x="451523" y="936015"/>
                  </a:lnTo>
                  <a:lnTo>
                    <a:pt x="457758" y="955230"/>
                  </a:lnTo>
                  <a:lnTo>
                    <a:pt x="471398" y="971931"/>
                  </a:lnTo>
                  <a:lnTo>
                    <a:pt x="492734" y="985558"/>
                  </a:lnTo>
                  <a:lnTo>
                    <a:pt x="522033" y="995603"/>
                  </a:lnTo>
                  <a:lnTo>
                    <a:pt x="648627" y="967714"/>
                  </a:lnTo>
                  <a:lnTo>
                    <a:pt x="753541" y="864412"/>
                  </a:lnTo>
                  <a:lnTo>
                    <a:pt x="825080" y="753033"/>
                  </a:lnTo>
                  <a:lnTo>
                    <a:pt x="851522" y="700938"/>
                  </a:lnTo>
                  <a:close/>
                </a:path>
                <a:path w="1078230" h="2277745">
                  <a:moveTo>
                    <a:pt x="867968" y="2145830"/>
                  </a:moveTo>
                  <a:lnTo>
                    <a:pt x="855484" y="2106739"/>
                  </a:lnTo>
                  <a:lnTo>
                    <a:pt x="817626" y="2082901"/>
                  </a:lnTo>
                  <a:lnTo>
                    <a:pt x="759028" y="2075573"/>
                  </a:lnTo>
                  <a:lnTo>
                    <a:pt x="723404" y="2078482"/>
                  </a:lnTo>
                  <a:lnTo>
                    <a:pt x="684339" y="2086000"/>
                  </a:lnTo>
                  <a:lnTo>
                    <a:pt x="642404" y="2098281"/>
                  </a:lnTo>
                  <a:lnTo>
                    <a:pt x="598170" y="2115464"/>
                  </a:lnTo>
                  <a:lnTo>
                    <a:pt x="552234" y="2137727"/>
                  </a:lnTo>
                  <a:lnTo>
                    <a:pt x="505167" y="2165223"/>
                  </a:lnTo>
                  <a:lnTo>
                    <a:pt x="457555" y="2198103"/>
                  </a:lnTo>
                  <a:lnTo>
                    <a:pt x="409968" y="2236533"/>
                  </a:lnTo>
                  <a:lnTo>
                    <a:pt x="466013" y="2253005"/>
                  </a:lnTo>
                  <a:lnTo>
                    <a:pt x="596125" y="2277338"/>
                  </a:lnTo>
                  <a:lnTo>
                    <a:pt x="743280" y="2271852"/>
                  </a:lnTo>
                  <a:lnTo>
                    <a:pt x="850442" y="2198890"/>
                  </a:lnTo>
                  <a:lnTo>
                    <a:pt x="863244" y="2170684"/>
                  </a:lnTo>
                  <a:lnTo>
                    <a:pt x="867968" y="2145830"/>
                  </a:lnTo>
                  <a:close/>
                </a:path>
                <a:path w="1078230" h="2277745">
                  <a:moveTo>
                    <a:pt x="871423" y="1353210"/>
                  </a:moveTo>
                  <a:lnTo>
                    <a:pt x="820470" y="1386992"/>
                  </a:lnTo>
                  <a:lnTo>
                    <a:pt x="774776" y="1422488"/>
                  </a:lnTo>
                  <a:lnTo>
                    <a:pt x="734390" y="1459077"/>
                  </a:lnTo>
                  <a:lnTo>
                    <a:pt x="699325" y="1496161"/>
                  </a:lnTo>
                  <a:lnTo>
                    <a:pt x="669607" y="1533156"/>
                  </a:lnTo>
                  <a:lnTo>
                    <a:pt x="645261" y="1569453"/>
                  </a:lnTo>
                  <a:lnTo>
                    <a:pt x="626313" y="1604441"/>
                  </a:lnTo>
                  <a:lnTo>
                    <a:pt x="604697" y="1668132"/>
                  </a:lnTo>
                  <a:lnTo>
                    <a:pt x="602094" y="1695627"/>
                  </a:lnTo>
                  <a:lnTo>
                    <a:pt x="604977" y="1719414"/>
                  </a:lnTo>
                  <a:lnTo>
                    <a:pt x="613371" y="1738909"/>
                  </a:lnTo>
                  <a:lnTo>
                    <a:pt x="627316" y="1753501"/>
                  </a:lnTo>
                  <a:lnTo>
                    <a:pt x="646836" y="1762594"/>
                  </a:lnTo>
                  <a:lnTo>
                    <a:pt x="671944" y="1765592"/>
                  </a:lnTo>
                  <a:lnTo>
                    <a:pt x="702678" y="1761871"/>
                  </a:lnTo>
                  <a:lnTo>
                    <a:pt x="804608" y="1681683"/>
                  </a:lnTo>
                  <a:lnTo>
                    <a:pt x="854227" y="1543024"/>
                  </a:lnTo>
                  <a:lnTo>
                    <a:pt x="870242" y="1411617"/>
                  </a:lnTo>
                  <a:lnTo>
                    <a:pt x="871423" y="1353210"/>
                  </a:lnTo>
                  <a:close/>
                </a:path>
                <a:path w="1078230" h="2277745">
                  <a:moveTo>
                    <a:pt x="935672" y="386600"/>
                  </a:moveTo>
                  <a:lnTo>
                    <a:pt x="874547" y="384911"/>
                  </a:lnTo>
                  <a:lnTo>
                    <a:pt x="816762" y="387642"/>
                  </a:lnTo>
                  <a:lnTo>
                    <a:pt x="762673" y="394335"/>
                  </a:lnTo>
                  <a:lnTo>
                    <a:pt x="712660" y="404482"/>
                  </a:lnTo>
                  <a:lnTo>
                    <a:pt x="667067" y="417626"/>
                  </a:lnTo>
                  <a:lnTo>
                    <a:pt x="626287" y="433285"/>
                  </a:lnTo>
                  <a:lnTo>
                    <a:pt x="590664" y="451002"/>
                  </a:lnTo>
                  <a:lnTo>
                    <a:pt x="536371" y="490626"/>
                  </a:lnTo>
                  <a:lnTo>
                    <a:pt x="507111" y="532726"/>
                  </a:lnTo>
                  <a:lnTo>
                    <a:pt x="502793" y="553504"/>
                  </a:lnTo>
                  <a:lnTo>
                    <a:pt x="505815" y="573455"/>
                  </a:lnTo>
                  <a:lnTo>
                    <a:pt x="516572" y="592137"/>
                  </a:lnTo>
                  <a:lnTo>
                    <a:pt x="535406" y="609041"/>
                  </a:lnTo>
                  <a:lnTo>
                    <a:pt x="562698" y="623709"/>
                  </a:lnTo>
                  <a:lnTo>
                    <a:pt x="692073" y="616775"/>
                  </a:lnTo>
                  <a:lnTo>
                    <a:pt x="812393" y="531926"/>
                  </a:lnTo>
                  <a:lnTo>
                    <a:pt x="901103" y="433692"/>
                  </a:lnTo>
                  <a:lnTo>
                    <a:pt x="935672" y="386600"/>
                  </a:lnTo>
                  <a:close/>
                </a:path>
                <a:path w="1078230" h="2277745">
                  <a:moveTo>
                    <a:pt x="1078217" y="1879269"/>
                  </a:moveTo>
                  <a:lnTo>
                    <a:pt x="1074826" y="1746935"/>
                  </a:lnTo>
                  <a:lnTo>
                    <a:pt x="1067422" y="1688973"/>
                  </a:lnTo>
                  <a:lnTo>
                    <a:pt x="1021943" y="1729828"/>
                  </a:lnTo>
                  <a:lnTo>
                    <a:pt x="981938" y="1771599"/>
                  </a:lnTo>
                  <a:lnTo>
                    <a:pt x="947318" y="1813674"/>
                  </a:lnTo>
                  <a:lnTo>
                    <a:pt x="918044" y="1855482"/>
                  </a:lnTo>
                  <a:lnTo>
                    <a:pt x="894054" y="1896402"/>
                  </a:lnTo>
                  <a:lnTo>
                    <a:pt x="875271" y="1935861"/>
                  </a:lnTo>
                  <a:lnTo>
                    <a:pt x="861631" y="1973237"/>
                  </a:lnTo>
                  <a:lnTo>
                    <a:pt x="849566" y="2039378"/>
                  </a:lnTo>
                  <a:lnTo>
                    <a:pt x="851001" y="2066950"/>
                  </a:lnTo>
                  <a:lnTo>
                    <a:pt x="857351" y="2090051"/>
                  </a:lnTo>
                  <a:lnTo>
                    <a:pt x="868527" y="2108111"/>
                  </a:lnTo>
                  <a:lnTo>
                    <a:pt x="884478" y="2120493"/>
                  </a:lnTo>
                  <a:lnTo>
                    <a:pt x="905129" y="2126640"/>
                  </a:lnTo>
                  <a:lnTo>
                    <a:pt x="930440" y="2125916"/>
                  </a:lnTo>
                  <a:lnTo>
                    <a:pt x="960335" y="2117763"/>
                  </a:lnTo>
                  <a:lnTo>
                    <a:pt x="1049451" y="2023656"/>
                  </a:lnTo>
                  <a:lnTo>
                    <a:pt x="1078217" y="1879269"/>
                  </a:lnTo>
                  <a:close/>
                </a:path>
              </a:pathLst>
            </a:custGeom>
            <a:solidFill>
              <a:srgbClr val="95D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805495" y="6566591"/>
              <a:ext cx="610235" cy="1865630"/>
            </a:xfrm>
            <a:custGeom>
              <a:avLst/>
              <a:gdLst/>
              <a:ahLst/>
              <a:cxnLst/>
              <a:rect l="l" t="t" r="r" b="b"/>
              <a:pathLst>
                <a:path w="610234" h="1865629">
                  <a:moveTo>
                    <a:pt x="609753" y="1865289"/>
                  </a:moveTo>
                  <a:lnTo>
                    <a:pt x="568839" y="1834058"/>
                  </a:lnTo>
                  <a:lnTo>
                    <a:pt x="528942" y="1801403"/>
                  </a:lnTo>
                  <a:lnTo>
                    <a:pt x="490104" y="1767363"/>
                  </a:lnTo>
                  <a:lnTo>
                    <a:pt x="452368" y="1731982"/>
                  </a:lnTo>
                  <a:lnTo>
                    <a:pt x="415776" y="1695299"/>
                  </a:lnTo>
                  <a:lnTo>
                    <a:pt x="380373" y="1657358"/>
                  </a:lnTo>
                  <a:lnTo>
                    <a:pt x="346200" y="1618199"/>
                  </a:lnTo>
                  <a:lnTo>
                    <a:pt x="313300" y="1577864"/>
                  </a:lnTo>
                  <a:lnTo>
                    <a:pt x="281717" y="1536395"/>
                  </a:lnTo>
                  <a:lnTo>
                    <a:pt x="251493" y="1493832"/>
                  </a:lnTo>
                  <a:lnTo>
                    <a:pt x="216446" y="1438882"/>
                  </a:lnTo>
                  <a:lnTo>
                    <a:pt x="160626" y="1339277"/>
                  </a:lnTo>
                  <a:lnTo>
                    <a:pt x="125583" y="1265376"/>
                  </a:lnTo>
                  <a:lnTo>
                    <a:pt x="105662" y="1216933"/>
                  </a:lnTo>
                  <a:lnTo>
                    <a:pt x="87247" y="1167919"/>
                  </a:lnTo>
                  <a:lnTo>
                    <a:pt x="70442" y="1118334"/>
                  </a:lnTo>
                  <a:lnTo>
                    <a:pt x="55350" y="1068177"/>
                  </a:lnTo>
                  <a:lnTo>
                    <a:pt x="42075" y="1017450"/>
                  </a:lnTo>
                  <a:lnTo>
                    <a:pt x="31132" y="966286"/>
                  </a:lnTo>
                  <a:lnTo>
                    <a:pt x="21715" y="914842"/>
                  </a:lnTo>
                  <a:lnTo>
                    <a:pt x="13897" y="863149"/>
                  </a:lnTo>
                  <a:lnTo>
                    <a:pt x="7751" y="811237"/>
                  </a:lnTo>
                  <a:lnTo>
                    <a:pt x="3350" y="759139"/>
                  </a:lnTo>
                  <a:lnTo>
                    <a:pt x="932" y="706940"/>
                  </a:lnTo>
                  <a:lnTo>
                    <a:pt x="0" y="654741"/>
                  </a:lnTo>
                  <a:lnTo>
                    <a:pt x="687" y="602595"/>
                  </a:lnTo>
                  <a:lnTo>
                    <a:pt x="3129" y="550552"/>
                  </a:lnTo>
                  <a:lnTo>
                    <a:pt x="7461" y="498665"/>
                  </a:lnTo>
                  <a:lnTo>
                    <a:pt x="13132" y="446984"/>
                  </a:lnTo>
                  <a:lnTo>
                    <a:pt x="20486" y="395552"/>
                  </a:lnTo>
                  <a:lnTo>
                    <a:pt x="29439" y="344410"/>
                  </a:lnTo>
                  <a:lnTo>
                    <a:pt x="39908" y="293602"/>
                  </a:lnTo>
                  <a:lnTo>
                    <a:pt x="51811" y="243167"/>
                  </a:lnTo>
                  <a:lnTo>
                    <a:pt x="65565" y="193225"/>
                  </a:lnTo>
                  <a:lnTo>
                    <a:pt x="80793" y="143740"/>
                  </a:lnTo>
                  <a:lnTo>
                    <a:pt x="97777" y="94909"/>
                  </a:lnTo>
                  <a:lnTo>
                    <a:pt x="116796" y="46930"/>
                  </a:lnTo>
                  <a:lnTo>
                    <a:pt x="138130" y="0"/>
                  </a:lnTo>
                  <a:lnTo>
                    <a:pt x="124228" y="49452"/>
                  </a:lnTo>
                  <a:lnTo>
                    <a:pt x="111812" y="99142"/>
                  </a:lnTo>
                  <a:lnTo>
                    <a:pt x="100808" y="149051"/>
                  </a:lnTo>
                  <a:lnTo>
                    <a:pt x="91144" y="199157"/>
                  </a:lnTo>
                  <a:lnTo>
                    <a:pt x="82747" y="249440"/>
                  </a:lnTo>
                  <a:lnTo>
                    <a:pt x="75211" y="299853"/>
                  </a:lnTo>
                  <a:lnTo>
                    <a:pt x="68932" y="350349"/>
                  </a:lnTo>
                  <a:lnTo>
                    <a:pt x="63868" y="400906"/>
                  </a:lnTo>
                  <a:lnTo>
                    <a:pt x="59977" y="451506"/>
                  </a:lnTo>
                  <a:lnTo>
                    <a:pt x="57219" y="502126"/>
                  </a:lnTo>
                  <a:lnTo>
                    <a:pt x="55963" y="552691"/>
                  </a:lnTo>
                  <a:lnTo>
                    <a:pt x="55978" y="603244"/>
                  </a:lnTo>
                  <a:lnTo>
                    <a:pt x="57285" y="653744"/>
                  </a:lnTo>
                  <a:lnTo>
                    <a:pt x="59908" y="704154"/>
                  </a:lnTo>
                  <a:lnTo>
                    <a:pt x="63871" y="754433"/>
                  </a:lnTo>
                  <a:lnTo>
                    <a:pt x="69197" y="804544"/>
                  </a:lnTo>
                  <a:lnTo>
                    <a:pt x="75909" y="854448"/>
                  </a:lnTo>
                  <a:lnTo>
                    <a:pt x="84031" y="904104"/>
                  </a:lnTo>
                  <a:lnTo>
                    <a:pt x="93586" y="953476"/>
                  </a:lnTo>
                  <a:lnTo>
                    <a:pt x="104597" y="1002522"/>
                  </a:lnTo>
                  <a:lnTo>
                    <a:pt x="116948" y="1051299"/>
                  </a:lnTo>
                  <a:lnTo>
                    <a:pt x="130868" y="1099614"/>
                  </a:lnTo>
                  <a:lnTo>
                    <a:pt x="146317" y="1147446"/>
                  </a:lnTo>
                  <a:lnTo>
                    <a:pt x="163255" y="1194775"/>
                  </a:lnTo>
                  <a:lnTo>
                    <a:pt x="181642" y="1241579"/>
                  </a:lnTo>
                  <a:lnTo>
                    <a:pt x="201436" y="1287837"/>
                  </a:lnTo>
                  <a:lnTo>
                    <a:pt x="222600" y="1333530"/>
                  </a:lnTo>
                  <a:lnTo>
                    <a:pt x="245091" y="1378636"/>
                  </a:lnTo>
                  <a:lnTo>
                    <a:pt x="268869" y="1423135"/>
                  </a:lnTo>
                  <a:lnTo>
                    <a:pt x="293895" y="1467006"/>
                  </a:lnTo>
                  <a:lnTo>
                    <a:pt x="320771" y="1509823"/>
                  </a:lnTo>
                  <a:lnTo>
                    <a:pt x="348801" y="1551958"/>
                  </a:lnTo>
                  <a:lnTo>
                    <a:pt x="377944" y="1593419"/>
                  </a:lnTo>
                  <a:lnTo>
                    <a:pt x="408161" y="1634211"/>
                  </a:lnTo>
                  <a:lnTo>
                    <a:pt x="439412" y="1674341"/>
                  </a:lnTo>
                  <a:lnTo>
                    <a:pt x="471655" y="1713816"/>
                  </a:lnTo>
                  <a:lnTo>
                    <a:pt x="504851" y="1752641"/>
                  </a:lnTo>
                  <a:lnTo>
                    <a:pt x="538959" y="1790824"/>
                  </a:lnTo>
                  <a:lnTo>
                    <a:pt x="573940" y="1828371"/>
                  </a:lnTo>
                  <a:lnTo>
                    <a:pt x="609753" y="1865289"/>
                  </a:lnTo>
                  <a:close/>
                </a:path>
              </a:pathLst>
            </a:custGeom>
            <a:solidFill>
              <a:srgbClr val="2033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14685" y="6206819"/>
              <a:ext cx="1078230" cy="2277745"/>
            </a:xfrm>
            <a:custGeom>
              <a:avLst/>
              <a:gdLst/>
              <a:ahLst/>
              <a:cxnLst/>
              <a:rect l="l" t="t" r="r" b="b"/>
              <a:pathLst>
                <a:path w="1078229" h="2277745">
                  <a:moveTo>
                    <a:pt x="228650" y="2039289"/>
                  </a:moveTo>
                  <a:lnTo>
                    <a:pt x="216585" y="1973173"/>
                  </a:lnTo>
                  <a:lnTo>
                    <a:pt x="202958" y="1935810"/>
                  </a:lnTo>
                  <a:lnTo>
                    <a:pt x="184162" y="1896364"/>
                  </a:lnTo>
                  <a:lnTo>
                    <a:pt x="160172" y="1855457"/>
                  </a:lnTo>
                  <a:lnTo>
                    <a:pt x="130898" y="1813661"/>
                  </a:lnTo>
                  <a:lnTo>
                    <a:pt x="96291" y="1771586"/>
                  </a:lnTo>
                  <a:lnTo>
                    <a:pt x="56273" y="1729828"/>
                  </a:lnTo>
                  <a:lnTo>
                    <a:pt x="10795" y="1688973"/>
                  </a:lnTo>
                  <a:lnTo>
                    <a:pt x="3403" y="1746935"/>
                  </a:lnTo>
                  <a:lnTo>
                    <a:pt x="0" y="1879269"/>
                  </a:lnTo>
                  <a:lnTo>
                    <a:pt x="28778" y="2023656"/>
                  </a:lnTo>
                  <a:lnTo>
                    <a:pt x="117881" y="2117763"/>
                  </a:lnTo>
                  <a:lnTo>
                    <a:pt x="147777" y="2125891"/>
                  </a:lnTo>
                  <a:lnTo>
                    <a:pt x="173088" y="2126577"/>
                  </a:lnTo>
                  <a:lnTo>
                    <a:pt x="193751" y="2120417"/>
                  </a:lnTo>
                  <a:lnTo>
                    <a:pt x="209702" y="2108022"/>
                  </a:lnTo>
                  <a:lnTo>
                    <a:pt x="220878" y="2089962"/>
                  </a:lnTo>
                  <a:lnTo>
                    <a:pt x="227215" y="2066861"/>
                  </a:lnTo>
                  <a:lnTo>
                    <a:pt x="228650" y="2039289"/>
                  </a:lnTo>
                  <a:close/>
                </a:path>
                <a:path w="1078229" h="2277745">
                  <a:moveTo>
                    <a:pt x="476135" y="1695691"/>
                  </a:moveTo>
                  <a:lnTo>
                    <a:pt x="465429" y="1637652"/>
                  </a:lnTo>
                  <a:lnTo>
                    <a:pt x="432955" y="1569605"/>
                  </a:lnTo>
                  <a:lnTo>
                    <a:pt x="408609" y="1533321"/>
                  </a:lnTo>
                  <a:lnTo>
                    <a:pt x="378891" y="1496352"/>
                  </a:lnTo>
                  <a:lnTo>
                    <a:pt x="343827" y="1459268"/>
                  </a:lnTo>
                  <a:lnTo>
                    <a:pt x="303441" y="1422692"/>
                  </a:lnTo>
                  <a:lnTo>
                    <a:pt x="257759" y="1387208"/>
                  </a:lnTo>
                  <a:lnTo>
                    <a:pt x="206794" y="1353426"/>
                  </a:lnTo>
                  <a:lnTo>
                    <a:pt x="207975" y="1411808"/>
                  </a:lnTo>
                  <a:lnTo>
                    <a:pt x="224002" y="1543138"/>
                  </a:lnTo>
                  <a:lnTo>
                    <a:pt x="273608" y="1681721"/>
                  </a:lnTo>
                  <a:lnTo>
                    <a:pt x="375539" y="1761883"/>
                  </a:lnTo>
                  <a:lnTo>
                    <a:pt x="406273" y="1765592"/>
                  </a:lnTo>
                  <a:lnTo>
                    <a:pt x="431380" y="1762607"/>
                  </a:lnTo>
                  <a:lnTo>
                    <a:pt x="450900" y="1753527"/>
                  </a:lnTo>
                  <a:lnTo>
                    <a:pt x="464845" y="1738947"/>
                  </a:lnTo>
                  <a:lnTo>
                    <a:pt x="473252" y="1719478"/>
                  </a:lnTo>
                  <a:lnTo>
                    <a:pt x="476135" y="1695691"/>
                  </a:lnTo>
                  <a:close/>
                </a:path>
                <a:path w="1078229" h="2277745">
                  <a:moveTo>
                    <a:pt x="573900" y="330365"/>
                  </a:moveTo>
                  <a:lnTo>
                    <a:pt x="560705" y="272808"/>
                  </a:lnTo>
                  <a:lnTo>
                    <a:pt x="525322" y="206209"/>
                  </a:lnTo>
                  <a:lnTo>
                    <a:pt x="499427" y="171018"/>
                  </a:lnTo>
                  <a:lnTo>
                    <a:pt x="468147" y="135356"/>
                  </a:lnTo>
                  <a:lnTo>
                    <a:pt x="431520" y="99822"/>
                  </a:lnTo>
                  <a:lnTo>
                    <a:pt x="389597" y="65024"/>
                  </a:lnTo>
                  <a:lnTo>
                    <a:pt x="342442" y="31546"/>
                  </a:lnTo>
                  <a:lnTo>
                    <a:pt x="290093" y="0"/>
                  </a:lnTo>
                  <a:lnTo>
                    <a:pt x="293763" y="58318"/>
                  </a:lnTo>
                  <a:lnTo>
                    <a:pt x="315379" y="188925"/>
                  </a:lnTo>
                  <a:lnTo>
                    <a:pt x="370865" y="325285"/>
                  </a:lnTo>
                  <a:lnTo>
                    <a:pt x="476148" y="400888"/>
                  </a:lnTo>
                  <a:lnTo>
                    <a:pt x="507047" y="403263"/>
                  </a:lnTo>
                  <a:lnTo>
                    <a:pt x="532028" y="399186"/>
                  </a:lnTo>
                  <a:lnTo>
                    <a:pt x="551154" y="389267"/>
                  </a:lnTo>
                  <a:lnTo>
                    <a:pt x="564476" y="374078"/>
                  </a:lnTo>
                  <a:lnTo>
                    <a:pt x="572033" y="354253"/>
                  </a:lnTo>
                  <a:lnTo>
                    <a:pt x="573900" y="330365"/>
                  </a:lnTo>
                  <a:close/>
                </a:path>
                <a:path w="1078229" h="2277745">
                  <a:moveTo>
                    <a:pt x="575525" y="553504"/>
                  </a:moveTo>
                  <a:lnTo>
                    <a:pt x="559841" y="511606"/>
                  </a:lnTo>
                  <a:lnTo>
                    <a:pt x="517677" y="470268"/>
                  </a:lnTo>
                  <a:lnTo>
                    <a:pt x="451942" y="433298"/>
                  </a:lnTo>
                  <a:lnTo>
                    <a:pt x="411149" y="417626"/>
                  </a:lnTo>
                  <a:lnTo>
                    <a:pt x="365569" y="404482"/>
                  </a:lnTo>
                  <a:lnTo>
                    <a:pt x="315544" y="394335"/>
                  </a:lnTo>
                  <a:lnTo>
                    <a:pt x="261454" y="387654"/>
                  </a:lnTo>
                  <a:lnTo>
                    <a:pt x="203669" y="384911"/>
                  </a:lnTo>
                  <a:lnTo>
                    <a:pt x="142544" y="386600"/>
                  </a:lnTo>
                  <a:lnTo>
                    <a:pt x="177126" y="433692"/>
                  </a:lnTo>
                  <a:lnTo>
                    <a:pt x="265861" y="531926"/>
                  </a:lnTo>
                  <a:lnTo>
                    <a:pt x="386232" y="616788"/>
                  </a:lnTo>
                  <a:lnTo>
                    <a:pt x="515734" y="623709"/>
                  </a:lnTo>
                  <a:lnTo>
                    <a:pt x="542988" y="609053"/>
                  </a:lnTo>
                  <a:lnTo>
                    <a:pt x="561797" y="592137"/>
                  </a:lnTo>
                  <a:lnTo>
                    <a:pt x="572516" y="573468"/>
                  </a:lnTo>
                  <a:lnTo>
                    <a:pt x="575525" y="553504"/>
                  </a:lnTo>
                  <a:close/>
                </a:path>
                <a:path w="1078229" h="2277745">
                  <a:moveTo>
                    <a:pt x="609600" y="1333944"/>
                  </a:moveTo>
                  <a:lnTo>
                    <a:pt x="596760" y="1284287"/>
                  </a:lnTo>
                  <a:lnTo>
                    <a:pt x="559574" y="1228255"/>
                  </a:lnTo>
                  <a:lnTo>
                    <a:pt x="532307" y="1199286"/>
                  </a:lnTo>
                  <a:lnTo>
                    <a:pt x="499478" y="1170444"/>
                  </a:lnTo>
                  <a:lnTo>
                    <a:pt x="461289" y="1142301"/>
                  </a:lnTo>
                  <a:lnTo>
                    <a:pt x="417880" y="1115428"/>
                  </a:lnTo>
                  <a:lnTo>
                    <a:pt x="369468" y="1090396"/>
                  </a:lnTo>
                  <a:lnTo>
                    <a:pt x="316217" y="1067790"/>
                  </a:lnTo>
                  <a:lnTo>
                    <a:pt x="258292" y="1048169"/>
                  </a:lnTo>
                  <a:lnTo>
                    <a:pt x="274370" y="1104353"/>
                  </a:lnTo>
                  <a:lnTo>
                    <a:pt x="323456" y="1227328"/>
                  </a:lnTo>
                  <a:lnTo>
                    <a:pt x="406869" y="1348727"/>
                  </a:lnTo>
                  <a:lnTo>
                    <a:pt x="525907" y="1400162"/>
                  </a:lnTo>
                  <a:lnTo>
                    <a:pt x="556590" y="1395831"/>
                  </a:lnTo>
                  <a:lnTo>
                    <a:pt x="580123" y="1386471"/>
                  </a:lnTo>
                  <a:lnTo>
                    <a:pt x="596684" y="1372654"/>
                  </a:lnTo>
                  <a:lnTo>
                    <a:pt x="606450" y="1354963"/>
                  </a:lnTo>
                  <a:lnTo>
                    <a:pt x="609600" y="1333944"/>
                  </a:lnTo>
                  <a:close/>
                </a:path>
                <a:path w="1078229" h="2277745">
                  <a:moveTo>
                    <a:pt x="626706" y="936053"/>
                  </a:moveTo>
                  <a:lnTo>
                    <a:pt x="618083" y="892175"/>
                  </a:lnTo>
                  <a:lnTo>
                    <a:pt x="583234" y="844537"/>
                  </a:lnTo>
                  <a:lnTo>
                    <a:pt x="524408" y="797369"/>
                  </a:lnTo>
                  <a:lnTo>
                    <a:pt x="486714" y="775284"/>
                  </a:lnTo>
                  <a:lnTo>
                    <a:pt x="443865" y="754900"/>
                  </a:lnTo>
                  <a:lnTo>
                    <a:pt x="396163" y="736739"/>
                  </a:lnTo>
                  <a:lnTo>
                    <a:pt x="343877" y="721347"/>
                  </a:lnTo>
                  <a:lnTo>
                    <a:pt x="287299" y="709244"/>
                  </a:lnTo>
                  <a:lnTo>
                    <a:pt x="226707" y="700951"/>
                  </a:lnTo>
                  <a:lnTo>
                    <a:pt x="253149" y="753071"/>
                  </a:lnTo>
                  <a:lnTo>
                    <a:pt x="324675" y="864501"/>
                  </a:lnTo>
                  <a:lnTo>
                    <a:pt x="429590" y="967816"/>
                  </a:lnTo>
                  <a:lnTo>
                    <a:pt x="556183" y="995603"/>
                  </a:lnTo>
                  <a:lnTo>
                    <a:pt x="585495" y="985558"/>
                  </a:lnTo>
                  <a:lnTo>
                    <a:pt x="606818" y="971943"/>
                  </a:lnTo>
                  <a:lnTo>
                    <a:pt x="620471" y="955255"/>
                  </a:lnTo>
                  <a:lnTo>
                    <a:pt x="626706" y="936053"/>
                  </a:lnTo>
                  <a:close/>
                </a:path>
                <a:path w="1078229" h="2277745">
                  <a:moveTo>
                    <a:pt x="668248" y="2236533"/>
                  </a:moveTo>
                  <a:lnTo>
                    <a:pt x="620661" y="2198141"/>
                  </a:lnTo>
                  <a:lnTo>
                    <a:pt x="573049" y="2165286"/>
                  </a:lnTo>
                  <a:lnTo>
                    <a:pt x="525983" y="2137816"/>
                  </a:lnTo>
                  <a:lnTo>
                    <a:pt x="480047" y="2115566"/>
                  </a:lnTo>
                  <a:lnTo>
                    <a:pt x="435825" y="2098382"/>
                  </a:lnTo>
                  <a:lnTo>
                    <a:pt x="393877" y="2086102"/>
                  </a:lnTo>
                  <a:lnTo>
                    <a:pt x="354812" y="2078583"/>
                  </a:lnTo>
                  <a:lnTo>
                    <a:pt x="319189" y="2075662"/>
                  </a:lnTo>
                  <a:lnTo>
                    <a:pt x="287591" y="2077173"/>
                  </a:lnTo>
                  <a:lnTo>
                    <a:pt x="238785" y="2092883"/>
                  </a:lnTo>
                  <a:lnTo>
                    <a:pt x="213042" y="2124481"/>
                  </a:lnTo>
                  <a:lnTo>
                    <a:pt x="210261" y="2145842"/>
                  </a:lnTo>
                  <a:lnTo>
                    <a:pt x="214985" y="2170696"/>
                  </a:lnTo>
                  <a:lnTo>
                    <a:pt x="227787" y="2198890"/>
                  </a:lnTo>
                  <a:lnTo>
                    <a:pt x="334937" y="2271852"/>
                  </a:lnTo>
                  <a:lnTo>
                    <a:pt x="482092" y="2277338"/>
                  </a:lnTo>
                  <a:lnTo>
                    <a:pt x="612203" y="2253018"/>
                  </a:lnTo>
                  <a:lnTo>
                    <a:pt x="668248" y="2236533"/>
                  </a:lnTo>
                  <a:close/>
                </a:path>
                <a:path w="1078229" h="2277745">
                  <a:moveTo>
                    <a:pt x="937171" y="1799094"/>
                  </a:moveTo>
                  <a:lnTo>
                    <a:pt x="884478" y="1768043"/>
                  </a:lnTo>
                  <a:lnTo>
                    <a:pt x="832573" y="1742478"/>
                  </a:lnTo>
                  <a:lnTo>
                    <a:pt x="782002" y="1722158"/>
                  </a:lnTo>
                  <a:lnTo>
                    <a:pt x="733310" y="1706841"/>
                  </a:lnTo>
                  <a:lnTo>
                    <a:pt x="687057" y="1696300"/>
                  </a:lnTo>
                  <a:lnTo>
                    <a:pt x="643775" y="1690268"/>
                  </a:lnTo>
                  <a:lnTo>
                    <a:pt x="604024" y="1688541"/>
                  </a:lnTo>
                  <a:lnTo>
                    <a:pt x="568363" y="1690839"/>
                  </a:lnTo>
                  <a:lnTo>
                    <a:pt x="511454" y="1706626"/>
                  </a:lnTo>
                  <a:lnTo>
                    <a:pt x="477469" y="1735721"/>
                  </a:lnTo>
                  <a:lnTo>
                    <a:pt x="470446" y="1754657"/>
                  </a:lnTo>
                  <a:lnTo>
                    <a:pt x="470801" y="1776196"/>
                  </a:lnTo>
                  <a:lnTo>
                    <a:pt x="479082" y="1800098"/>
                  </a:lnTo>
                  <a:lnTo>
                    <a:pt x="495833" y="1826133"/>
                  </a:lnTo>
                  <a:lnTo>
                    <a:pt x="612521" y="1882698"/>
                  </a:lnTo>
                  <a:lnTo>
                    <a:pt x="758926" y="1866646"/>
                  </a:lnTo>
                  <a:lnTo>
                    <a:pt x="884123" y="1823580"/>
                  </a:lnTo>
                  <a:lnTo>
                    <a:pt x="937171" y="1799094"/>
                  </a:lnTo>
                  <a:close/>
                </a:path>
                <a:path w="1078229" h="2277745">
                  <a:moveTo>
                    <a:pt x="996442" y="331000"/>
                  </a:moveTo>
                  <a:lnTo>
                    <a:pt x="935482" y="335915"/>
                  </a:lnTo>
                  <a:lnTo>
                    <a:pt x="878319" y="344855"/>
                  </a:lnTo>
                  <a:lnTo>
                    <a:pt x="825258" y="357314"/>
                  </a:lnTo>
                  <a:lnTo>
                    <a:pt x="776630" y="372795"/>
                  </a:lnTo>
                  <a:lnTo>
                    <a:pt x="732726" y="390779"/>
                  </a:lnTo>
                  <a:lnTo>
                    <a:pt x="693851" y="410743"/>
                  </a:lnTo>
                  <a:lnTo>
                    <a:pt x="660349" y="432181"/>
                  </a:lnTo>
                  <a:lnTo>
                    <a:pt x="610641" y="477443"/>
                  </a:lnTo>
                  <a:lnTo>
                    <a:pt x="586092" y="522465"/>
                  </a:lnTo>
                  <a:lnTo>
                    <a:pt x="584034" y="543598"/>
                  </a:lnTo>
                  <a:lnTo>
                    <a:pt x="589191" y="563143"/>
                  </a:lnTo>
                  <a:lnTo>
                    <a:pt x="601903" y="580567"/>
                  </a:lnTo>
                  <a:lnTo>
                    <a:pt x="622452" y="595376"/>
                  </a:lnTo>
                  <a:lnTo>
                    <a:pt x="651167" y="607060"/>
                  </a:lnTo>
                  <a:lnTo>
                    <a:pt x="779043" y="586193"/>
                  </a:lnTo>
                  <a:lnTo>
                    <a:pt x="889520" y="488823"/>
                  </a:lnTo>
                  <a:lnTo>
                    <a:pt x="967130" y="381558"/>
                  </a:lnTo>
                  <a:lnTo>
                    <a:pt x="996442" y="331000"/>
                  </a:lnTo>
                  <a:close/>
                </a:path>
                <a:path w="1078229" h="2277745">
                  <a:moveTo>
                    <a:pt x="1078217" y="1292212"/>
                  </a:moveTo>
                  <a:lnTo>
                    <a:pt x="1019390" y="1275651"/>
                  </a:lnTo>
                  <a:lnTo>
                    <a:pt x="962710" y="1264221"/>
                  </a:lnTo>
                  <a:lnTo>
                    <a:pt x="908659" y="1257515"/>
                  </a:lnTo>
                  <a:lnTo>
                    <a:pt x="857707" y="1255166"/>
                  </a:lnTo>
                  <a:lnTo>
                    <a:pt x="810310" y="1256804"/>
                  </a:lnTo>
                  <a:lnTo>
                    <a:pt x="766953" y="1262062"/>
                  </a:lnTo>
                  <a:lnTo>
                    <a:pt x="728091" y="1270558"/>
                  </a:lnTo>
                  <a:lnTo>
                    <a:pt x="665784" y="1295793"/>
                  </a:lnTo>
                  <a:lnTo>
                    <a:pt x="627138" y="1329499"/>
                  </a:lnTo>
                  <a:lnTo>
                    <a:pt x="615911" y="1368717"/>
                  </a:lnTo>
                  <a:lnTo>
                    <a:pt x="621766" y="1389456"/>
                  </a:lnTo>
                  <a:lnTo>
                    <a:pt x="635876" y="1410436"/>
                  </a:lnTo>
                  <a:lnTo>
                    <a:pt x="658736" y="1431315"/>
                  </a:lnTo>
                  <a:lnTo>
                    <a:pt x="785977" y="1456131"/>
                  </a:lnTo>
                  <a:lnTo>
                    <a:pt x="923315" y="1403134"/>
                  </a:lnTo>
                  <a:lnTo>
                    <a:pt x="1033246" y="1329461"/>
                  </a:lnTo>
                  <a:lnTo>
                    <a:pt x="1078217" y="1292212"/>
                  </a:lnTo>
                  <a:close/>
                </a:path>
                <a:path w="1078229" h="2277745">
                  <a:moveTo>
                    <a:pt x="1078217" y="784885"/>
                  </a:moveTo>
                  <a:lnTo>
                    <a:pt x="1017282" y="779830"/>
                  </a:lnTo>
                  <a:lnTo>
                    <a:pt x="959434" y="779386"/>
                  </a:lnTo>
                  <a:lnTo>
                    <a:pt x="905052" y="783069"/>
                  </a:lnTo>
                  <a:lnTo>
                    <a:pt x="854544" y="790460"/>
                  </a:lnTo>
                  <a:lnTo>
                    <a:pt x="808304" y="801065"/>
                  </a:lnTo>
                  <a:lnTo>
                    <a:pt x="766699" y="814463"/>
                  </a:lnTo>
                  <a:lnTo>
                    <a:pt x="730148" y="830173"/>
                  </a:lnTo>
                  <a:lnTo>
                    <a:pt x="673735" y="866762"/>
                  </a:lnTo>
                  <a:lnTo>
                    <a:pt x="642188" y="907161"/>
                  </a:lnTo>
                  <a:lnTo>
                    <a:pt x="636727" y="927658"/>
                  </a:lnTo>
                  <a:lnTo>
                    <a:pt x="638644" y="947750"/>
                  </a:lnTo>
                  <a:lnTo>
                    <a:pt x="648360" y="966978"/>
                  </a:lnTo>
                  <a:lnTo>
                    <a:pt x="666242" y="984885"/>
                  </a:lnTo>
                  <a:lnTo>
                    <a:pt x="692696" y="1001014"/>
                  </a:lnTo>
                  <a:lnTo>
                    <a:pt x="822299" y="1001280"/>
                  </a:lnTo>
                  <a:lnTo>
                    <a:pt x="947115" y="923213"/>
                  </a:lnTo>
                  <a:lnTo>
                    <a:pt x="1041107" y="830008"/>
                  </a:lnTo>
                  <a:lnTo>
                    <a:pt x="1078217" y="784885"/>
                  </a:lnTo>
                  <a:close/>
                </a:path>
              </a:pathLst>
            </a:custGeom>
            <a:solidFill>
              <a:srgbClr val="95D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68321" y="6588010"/>
              <a:ext cx="610235" cy="1865630"/>
            </a:xfrm>
            <a:custGeom>
              <a:avLst/>
              <a:gdLst/>
              <a:ahLst/>
              <a:cxnLst/>
              <a:rect l="l" t="t" r="r" b="b"/>
              <a:pathLst>
                <a:path w="610235" h="1865629">
                  <a:moveTo>
                    <a:pt x="0" y="1865289"/>
                  </a:moveTo>
                  <a:lnTo>
                    <a:pt x="35760" y="1828377"/>
                  </a:lnTo>
                  <a:lnTo>
                    <a:pt x="70710" y="1790845"/>
                  </a:lnTo>
                  <a:lnTo>
                    <a:pt x="104806" y="1752682"/>
                  </a:lnTo>
                  <a:lnTo>
                    <a:pt x="138004" y="1713878"/>
                  </a:lnTo>
                  <a:lnTo>
                    <a:pt x="170260" y="1674422"/>
                  </a:lnTo>
                  <a:lnTo>
                    <a:pt x="201529" y="1634305"/>
                  </a:lnTo>
                  <a:lnTo>
                    <a:pt x="231767" y="1593514"/>
                  </a:lnTo>
                  <a:lnTo>
                    <a:pt x="260931" y="1552041"/>
                  </a:lnTo>
                  <a:lnTo>
                    <a:pt x="288975" y="1509875"/>
                  </a:lnTo>
                  <a:lnTo>
                    <a:pt x="315857" y="1467006"/>
                  </a:lnTo>
                  <a:lnTo>
                    <a:pt x="340883" y="1423135"/>
                  </a:lnTo>
                  <a:lnTo>
                    <a:pt x="364662" y="1378638"/>
                  </a:lnTo>
                  <a:lnTo>
                    <a:pt x="387153" y="1333536"/>
                  </a:lnTo>
                  <a:lnTo>
                    <a:pt x="408316" y="1287851"/>
                  </a:lnTo>
                  <a:lnTo>
                    <a:pt x="428111" y="1241606"/>
                  </a:lnTo>
                  <a:lnTo>
                    <a:pt x="446497" y="1194821"/>
                  </a:lnTo>
                  <a:lnTo>
                    <a:pt x="463435" y="1147520"/>
                  </a:lnTo>
                  <a:lnTo>
                    <a:pt x="478884" y="1099725"/>
                  </a:lnTo>
                  <a:lnTo>
                    <a:pt x="492804" y="1051457"/>
                  </a:lnTo>
                  <a:lnTo>
                    <a:pt x="505155" y="1002738"/>
                  </a:lnTo>
                  <a:lnTo>
                    <a:pt x="516166" y="953639"/>
                  </a:lnTo>
                  <a:lnTo>
                    <a:pt x="525721" y="904236"/>
                  </a:lnTo>
                  <a:lnTo>
                    <a:pt x="533843" y="854563"/>
                  </a:lnTo>
                  <a:lnTo>
                    <a:pt x="540555" y="804653"/>
                  </a:lnTo>
                  <a:lnTo>
                    <a:pt x="545881" y="754542"/>
                  </a:lnTo>
                  <a:lnTo>
                    <a:pt x="549844" y="704261"/>
                  </a:lnTo>
                  <a:lnTo>
                    <a:pt x="552468" y="653845"/>
                  </a:lnTo>
                  <a:lnTo>
                    <a:pt x="553775" y="603329"/>
                  </a:lnTo>
                  <a:lnTo>
                    <a:pt x="553789" y="552744"/>
                  </a:lnTo>
                  <a:lnTo>
                    <a:pt x="552534" y="502126"/>
                  </a:lnTo>
                  <a:lnTo>
                    <a:pt x="549775" y="451506"/>
                  </a:lnTo>
                  <a:lnTo>
                    <a:pt x="545885" y="400906"/>
                  </a:lnTo>
                  <a:lnTo>
                    <a:pt x="540820" y="350348"/>
                  </a:lnTo>
                  <a:lnTo>
                    <a:pt x="534541" y="299853"/>
                  </a:lnTo>
                  <a:lnTo>
                    <a:pt x="527006" y="249440"/>
                  </a:lnTo>
                  <a:lnTo>
                    <a:pt x="518691" y="199157"/>
                  </a:lnTo>
                  <a:lnTo>
                    <a:pt x="509037" y="149051"/>
                  </a:lnTo>
                  <a:lnTo>
                    <a:pt x="498002" y="99142"/>
                  </a:lnTo>
                  <a:lnTo>
                    <a:pt x="485545" y="49451"/>
                  </a:lnTo>
                  <a:lnTo>
                    <a:pt x="471623" y="0"/>
                  </a:lnTo>
                  <a:lnTo>
                    <a:pt x="492957" y="46930"/>
                  </a:lnTo>
                  <a:lnTo>
                    <a:pt x="511976" y="94909"/>
                  </a:lnTo>
                  <a:lnTo>
                    <a:pt x="528960" y="143740"/>
                  </a:lnTo>
                  <a:lnTo>
                    <a:pt x="544188" y="193225"/>
                  </a:lnTo>
                  <a:lnTo>
                    <a:pt x="557942" y="243167"/>
                  </a:lnTo>
                  <a:lnTo>
                    <a:pt x="569845" y="293602"/>
                  </a:lnTo>
                  <a:lnTo>
                    <a:pt x="580314" y="344410"/>
                  </a:lnTo>
                  <a:lnTo>
                    <a:pt x="589267" y="395552"/>
                  </a:lnTo>
                  <a:lnTo>
                    <a:pt x="596620" y="446984"/>
                  </a:lnTo>
                  <a:lnTo>
                    <a:pt x="602292" y="498665"/>
                  </a:lnTo>
                  <a:lnTo>
                    <a:pt x="606624" y="550573"/>
                  </a:lnTo>
                  <a:lnTo>
                    <a:pt x="609066" y="602657"/>
                  </a:lnTo>
                  <a:lnTo>
                    <a:pt x="609753" y="654835"/>
                  </a:lnTo>
                  <a:lnTo>
                    <a:pt x="608820" y="707023"/>
                  </a:lnTo>
                  <a:lnTo>
                    <a:pt x="606402" y="759139"/>
                  </a:lnTo>
                  <a:lnTo>
                    <a:pt x="602001" y="811239"/>
                  </a:lnTo>
                  <a:lnTo>
                    <a:pt x="595855" y="863162"/>
                  </a:lnTo>
                  <a:lnTo>
                    <a:pt x="588037" y="914888"/>
                  </a:lnTo>
                  <a:lnTo>
                    <a:pt x="578621" y="966397"/>
                  </a:lnTo>
                  <a:lnTo>
                    <a:pt x="567677" y="1017666"/>
                  </a:lnTo>
                  <a:lnTo>
                    <a:pt x="554403" y="1068309"/>
                  </a:lnTo>
                  <a:lnTo>
                    <a:pt x="539311" y="1118443"/>
                  </a:lnTo>
                  <a:lnTo>
                    <a:pt x="522506" y="1168026"/>
                  </a:lnTo>
                  <a:lnTo>
                    <a:pt x="504091" y="1217018"/>
                  </a:lnTo>
                  <a:lnTo>
                    <a:pt x="484170" y="1265376"/>
                  </a:lnTo>
                  <a:lnTo>
                    <a:pt x="456478" y="1324653"/>
                  </a:lnTo>
                  <a:lnTo>
                    <a:pt x="410398" y="1411190"/>
                  </a:lnTo>
                  <a:lnTo>
                    <a:pt x="358260" y="1494048"/>
                  </a:lnTo>
                  <a:lnTo>
                    <a:pt x="328035" y="1536546"/>
                  </a:lnTo>
                  <a:lnTo>
                    <a:pt x="296452" y="1577954"/>
                  </a:lnTo>
                  <a:lnTo>
                    <a:pt x="263553" y="1618232"/>
                  </a:lnTo>
                  <a:lnTo>
                    <a:pt x="229380" y="1657342"/>
                  </a:lnTo>
                  <a:lnTo>
                    <a:pt x="193976" y="1695245"/>
                  </a:lnTo>
                  <a:lnTo>
                    <a:pt x="157385" y="1731902"/>
                  </a:lnTo>
                  <a:lnTo>
                    <a:pt x="119649" y="1767274"/>
                  </a:lnTo>
                  <a:lnTo>
                    <a:pt x="80811" y="1801321"/>
                  </a:lnTo>
                  <a:lnTo>
                    <a:pt x="40913" y="1834006"/>
                  </a:lnTo>
                  <a:lnTo>
                    <a:pt x="0" y="1865289"/>
                  </a:lnTo>
                  <a:close/>
                </a:path>
              </a:pathLst>
            </a:custGeom>
            <a:solidFill>
              <a:srgbClr val="2033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063824" y="8512792"/>
              <a:ext cx="2756535" cy="1774189"/>
            </a:xfrm>
            <a:custGeom>
              <a:avLst/>
              <a:gdLst/>
              <a:ahLst/>
              <a:cxnLst/>
              <a:rect l="l" t="t" r="r" b="b"/>
              <a:pathLst>
                <a:path w="2756535" h="1774190">
                  <a:moveTo>
                    <a:pt x="2393680" y="1773993"/>
                  </a:moveTo>
                  <a:lnTo>
                    <a:pt x="362024" y="1773993"/>
                  </a:lnTo>
                  <a:lnTo>
                    <a:pt x="316731" y="1768404"/>
                  </a:lnTo>
                  <a:lnTo>
                    <a:pt x="275295" y="1752496"/>
                  </a:lnTo>
                  <a:lnTo>
                    <a:pt x="239197" y="1727561"/>
                  </a:lnTo>
                  <a:lnTo>
                    <a:pt x="209913" y="1694893"/>
                  </a:lnTo>
                  <a:lnTo>
                    <a:pt x="188921" y="1655782"/>
                  </a:lnTo>
                  <a:lnTo>
                    <a:pt x="177702" y="1611521"/>
                  </a:lnTo>
                  <a:lnTo>
                    <a:pt x="86" y="209201"/>
                  </a:lnTo>
                  <a:lnTo>
                    <a:pt x="0" y="162667"/>
                  </a:lnTo>
                  <a:lnTo>
                    <a:pt x="10918" y="119192"/>
                  </a:lnTo>
                  <a:lnTo>
                    <a:pt x="31529" y="80269"/>
                  </a:lnTo>
                  <a:lnTo>
                    <a:pt x="60518" y="47393"/>
                  </a:lnTo>
                  <a:lnTo>
                    <a:pt x="96572" y="22060"/>
                  </a:lnTo>
                  <a:lnTo>
                    <a:pt x="138379" y="5764"/>
                  </a:lnTo>
                  <a:lnTo>
                    <a:pt x="184624" y="0"/>
                  </a:lnTo>
                  <a:lnTo>
                    <a:pt x="2571295" y="0"/>
                  </a:lnTo>
                  <a:lnTo>
                    <a:pt x="2617541" y="5764"/>
                  </a:lnTo>
                  <a:lnTo>
                    <a:pt x="2659348" y="22060"/>
                  </a:lnTo>
                  <a:lnTo>
                    <a:pt x="2695402" y="47393"/>
                  </a:lnTo>
                  <a:lnTo>
                    <a:pt x="2724391" y="80269"/>
                  </a:lnTo>
                  <a:lnTo>
                    <a:pt x="2745001" y="119192"/>
                  </a:lnTo>
                  <a:lnTo>
                    <a:pt x="2755920" y="162667"/>
                  </a:lnTo>
                  <a:lnTo>
                    <a:pt x="2755834" y="209201"/>
                  </a:lnTo>
                  <a:lnTo>
                    <a:pt x="2578218" y="1611521"/>
                  </a:lnTo>
                  <a:lnTo>
                    <a:pt x="2566997" y="1655782"/>
                  </a:lnTo>
                  <a:lnTo>
                    <a:pt x="2545999" y="1694893"/>
                  </a:lnTo>
                  <a:lnTo>
                    <a:pt x="2516696" y="1727561"/>
                  </a:lnTo>
                  <a:lnTo>
                    <a:pt x="2480560" y="1752496"/>
                  </a:lnTo>
                  <a:lnTo>
                    <a:pt x="2439064" y="1768404"/>
                  </a:lnTo>
                  <a:lnTo>
                    <a:pt x="2393680" y="1773993"/>
                  </a:lnTo>
                  <a:close/>
                </a:path>
              </a:pathLst>
            </a:custGeom>
            <a:solidFill>
              <a:srgbClr val="F9B4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>
            <a:spLocks noGrp="1"/>
          </p:cNvSpPr>
          <p:nvPr>
            <p:ph type="title"/>
          </p:nvPr>
        </p:nvSpPr>
        <p:spPr>
          <a:xfrm>
            <a:off x="1299070" y="3003148"/>
            <a:ext cx="3966845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815" marR="5080" indent="-158750">
              <a:lnSpc>
                <a:spcPct val="107500"/>
              </a:lnSpc>
              <a:spcBef>
                <a:spcPts val="95"/>
              </a:spcBef>
            </a:pPr>
            <a:r>
              <a:rPr sz="5700" b="0" spc="-350" dirty="0">
                <a:latin typeface="Lucida Sans Unicode"/>
                <a:cs typeface="Lucida Sans Unicode"/>
              </a:rPr>
              <a:t>С</a:t>
            </a:r>
            <a:r>
              <a:rPr sz="5700" b="0" spc="-20" dirty="0">
                <a:latin typeface="Lucida Sans Unicode"/>
                <a:cs typeface="Lucida Sans Unicode"/>
              </a:rPr>
              <a:t>п</a:t>
            </a:r>
            <a:r>
              <a:rPr sz="5700" b="0" spc="40" dirty="0">
                <a:latin typeface="Lucida Sans Unicode"/>
                <a:cs typeface="Lucida Sans Unicode"/>
              </a:rPr>
              <a:t>а</a:t>
            </a:r>
            <a:r>
              <a:rPr sz="5700" b="0" spc="-190" dirty="0">
                <a:latin typeface="Lucida Sans Unicode"/>
                <a:cs typeface="Lucida Sans Unicode"/>
              </a:rPr>
              <a:t>с</a:t>
            </a:r>
            <a:r>
              <a:rPr sz="5700" b="0" spc="85" dirty="0">
                <a:latin typeface="Lucida Sans Unicode"/>
                <a:cs typeface="Lucida Sans Unicode"/>
              </a:rPr>
              <a:t>и</a:t>
            </a:r>
            <a:r>
              <a:rPr sz="5700" b="0" spc="10" dirty="0">
                <a:latin typeface="Lucida Sans Unicode"/>
                <a:cs typeface="Lucida Sans Unicode"/>
              </a:rPr>
              <a:t>б</a:t>
            </a:r>
            <a:r>
              <a:rPr sz="5700" b="0" spc="-55" dirty="0">
                <a:latin typeface="Lucida Sans Unicode"/>
                <a:cs typeface="Lucida Sans Unicode"/>
              </a:rPr>
              <a:t>о</a:t>
            </a:r>
            <a:r>
              <a:rPr sz="5700" b="0" spc="-380" dirty="0">
                <a:latin typeface="Lucida Sans Unicode"/>
                <a:cs typeface="Lucida Sans Unicode"/>
              </a:rPr>
              <a:t> </a:t>
            </a:r>
            <a:r>
              <a:rPr sz="5700" b="0" spc="45" dirty="0">
                <a:latin typeface="Lucida Sans Unicode"/>
                <a:cs typeface="Lucida Sans Unicode"/>
              </a:rPr>
              <a:t>з</a:t>
            </a:r>
            <a:r>
              <a:rPr sz="5700" b="0" spc="35" dirty="0">
                <a:latin typeface="Lucida Sans Unicode"/>
                <a:cs typeface="Lucida Sans Unicode"/>
              </a:rPr>
              <a:t>а  </a:t>
            </a:r>
            <a:r>
              <a:rPr sz="5700" b="0" spc="95" dirty="0">
                <a:latin typeface="Lucida Sans Unicode"/>
                <a:cs typeface="Lucida Sans Unicode"/>
              </a:rPr>
              <a:t>внимание</a:t>
            </a:r>
            <a:endParaRPr sz="5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184</Words>
  <Application>Microsoft Office PowerPoint</Application>
  <PresentationFormat>Произвольный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Lucida Sans Unicode</vt:lpstr>
      <vt:lpstr>Tahoma</vt:lpstr>
      <vt:lpstr>Times New Roman</vt:lpstr>
      <vt:lpstr>Trebuchet MS</vt:lpstr>
      <vt:lpstr>Verdana</vt:lpstr>
      <vt:lpstr>Office Theme</vt:lpstr>
      <vt:lpstr>Презентация PowerPoint</vt:lpstr>
      <vt:lpstr>Цель данной работы:</vt:lpstr>
      <vt:lpstr>Презентация PowerPoint</vt:lpstr>
      <vt:lpstr>Презентация PowerPoint</vt:lpstr>
      <vt:lpstr>Рисунок 2 — Диаграмма  классов</vt:lpstr>
      <vt:lpstr>Рисунок 3 — ER-диаграмма</vt:lpstr>
      <vt:lpstr>Инструменты разработки</vt:lpstr>
      <vt:lpstr>Презентация PowerPoint</vt:lpstr>
      <vt:lpstr>Список использованных источник</vt:lpstr>
      <vt:lpstr>Спасибо за 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Цель данной работы: при минимальных трудозатратах игрока принести ему большие эмоциональные награды и хорошее провождение времени.</dc:title>
  <dc:creator>elp1s</dc:creator>
  <cp:keywords>DAFe441sjpY,BAE1QQtHQSs</cp:keywords>
  <cp:lastModifiedBy>Nadya</cp:lastModifiedBy>
  <cp:revision>2</cp:revision>
  <dcterms:created xsi:type="dcterms:W3CDTF">2023-04-01T21:51:17Z</dcterms:created>
  <dcterms:modified xsi:type="dcterms:W3CDTF">2023-04-01T21:56:10Z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2023-04-01T00:00:00Z</vt:filetime>
  </property>
  <property fmtid="{D5CDD505-2E9C-101B-9397-08002B2CF9AE}" pid="3" name="Creator">
    <vt:lpwstr>Canva</vt:lpwstr>
  </property>
  <property fmtid="{D5CDD505-2E9C-101B-9397-08002B2CF9AE}" pid="4" name="LastSaved">
    <vt:filetime>2023-04-01T00:00:00Z</vt:filetime>
  </property>
</Properties>
</file>